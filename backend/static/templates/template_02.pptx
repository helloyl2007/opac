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06" r:id="rId3"/>
    <p:sldId id="258" r:id="rId5"/>
    <p:sldId id="262" r:id="rId6"/>
    <p:sldId id="272" r:id="rId7"/>
    <p:sldId id="269" r:id="rId8"/>
    <p:sldId id="273" r:id="rId9"/>
    <p:sldId id="266" r:id="rId10"/>
    <p:sldId id="294" r:id="rId11"/>
    <p:sldId id="311" r:id="rId12"/>
    <p:sldId id="285" r:id="rId13"/>
  </p:sldIdLst>
  <p:sldSz cx="9144000" cy="514477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1" userDrawn="1">
          <p15:clr>
            <a:srgbClr val="A4A3A4"/>
          </p15:clr>
        </p15:guide>
        <p15:guide id="2" pos="2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196"/>
    <a:srgbClr val="1F4E79"/>
    <a:srgbClr val="1244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846" y="90"/>
      </p:cViewPr>
      <p:guideLst>
        <p:guide orient="horz" pos="1741"/>
        <p:guide pos="281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51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B9567-E316-4F98-A1D3-9623577906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79C96-F519-4B7C-A90E-9C0DC9BE00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9F30F2-4CB5-443F-BED5-2B64D08E49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C6CAE6-7DBA-4B25-BB55-7DCBF77256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6EDB-73EE-494B-92B4-4CBBFE595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B34BD-6193-4953-A267-E415AD680D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 userDrawn="1"/>
        </p:nvSpPr>
        <p:spPr>
          <a:xfrm>
            <a:off x="0" y="0"/>
            <a:ext cx="9144000" cy="8489395"/>
          </a:xfrm>
          <a:prstGeom prst="rect">
            <a:avLst/>
          </a:prstGeom>
          <a:blipFill dpi="0" rotWithShape="1">
            <a:blip r:embed="rId2" cstate="print">
              <a:alphaModFix amt="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562732" y="625404"/>
            <a:ext cx="8290358" cy="0"/>
          </a:xfrm>
          <a:prstGeom prst="line">
            <a:avLst/>
          </a:prstGeom>
          <a:ln w="12700">
            <a:solidFill>
              <a:srgbClr val="0051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1"/>
          <p:cNvGrpSpPr/>
          <p:nvPr userDrawn="1"/>
        </p:nvGrpSpPr>
        <p:grpSpPr>
          <a:xfrm>
            <a:off x="8431708" y="180780"/>
            <a:ext cx="421382" cy="444624"/>
            <a:chOff x="4197350" y="2182813"/>
            <a:chExt cx="608013" cy="641350"/>
          </a:xfrm>
          <a:solidFill>
            <a:srgbClr val="005188"/>
          </a:solidFill>
        </p:grpSpPr>
        <p:sp>
          <p:nvSpPr>
            <p:cNvPr id="13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4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5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6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7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8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19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0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1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2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3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4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5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6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7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8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29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0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1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2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3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4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5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6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7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8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39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0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1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2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3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4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5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6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7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8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49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0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1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2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3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4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5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6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7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  <p:sp>
          <p:nvSpPr>
            <p:cNvPr id="58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1800" dirty="0">
                <a:solidFill>
                  <a:srgbClr val="605448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600" decel="49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7.40741E-7 L -0.90768 -0.00162 " pathEditMode="relative" rAng="0" ptsTypes="AA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9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66EDB-73EE-494B-92B4-4CBBFE595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B34BD-6193-4953-A267-E415AD680D0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4" y="0"/>
            <a:ext cx="9146824" cy="5145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5" Type="http://schemas.openxmlformats.org/officeDocument/2006/relationships/notesSlide" Target="../notesSlides/notesSlide4.xml"/><Relationship Id="rId44" Type="http://schemas.openxmlformats.org/officeDocument/2006/relationships/slideLayout" Target="../slideLayouts/slideLayout1.xml"/><Relationship Id="rId43" Type="http://schemas.openxmlformats.org/officeDocument/2006/relationships/tags" Target="../tags/tag49.xml"/><Relationship Id="rId42" Type="http://schemas.openxmlformats.org/officeDocument/2006/relationships/tags" Target="../tags/tag48.xml"/><Relationship Id="rId41" Type="http://schemas.openxmlformats.org/officeDocument/2006/relationships/tags" Target="../tags/tag47.xml"/><Relationship Id="rId40" Type="http://schemas.openxmlformats.org/officeDocument/2006/relationships/tags" Target="../tags/tag46.xml"/><Relationship Id="rId4" Type="http://schemas.openxmlformats.org/officeDocument/2006/relationships/tags" Target="../tags/tag10.xml"/><Relationship Id="rId39" Type="http://schemas.openxmlformats.org/officeDocument/2006/relationships/tags" Target="../tags/tag45.xml"/><Relationship Id="rId38" Type="http://schemas.openxmlformats.org/officeDocument/2006/relationships/tags" Target="../tags/tag44.xml"/><Relationship Id="rId37" Type="http://schemas.openxmlformats.org/officeDocument/2006/relationships/tags" Target="../tags/tag43.xml"/><Relationship Id="rId36" Type="http://schemas.openxmlformats.org/officeDocument/2006/relationships/tags" Target="../tags/tag42.xml"/><Relationship Id="rId35" Type="http://schemas.openxmlformats.org/officeDocument/2006/relationships/tags" Target="../tags/tag41.xml"/><Relationship Id="rId34" Type="http://schemas.openxmlformats.org/officeDocument/2006/relationships/tags" Target="../tags/tag40.xml"/><Relationship Id="rId33" Type="http://schemas.openxmlformats.org/officeDocument/2006/relationships/tags" Target="../tags/tag39.xml"/><Relationship Id="rId32" Type="http://schemas.openxmlformats.org/officeDocument/2006/relationships/tags" Target="../tags/tag38.xml"/><Relationship Id="rId31" Type="http://schemas.openxmlformats.org/officeDocument/2006/relationships/tags" Target="../tags/tag37.xml"/><Relationship Id="rId30" Type="http://schemas.openxmlformats.org/officeDocument/2006/relationships/tags" Target="../tags/tag36.xml"/><Relationship Id="rId3" Type="http://schemas.openxmlformats.org/officeDocument/2006/relationships/tags" Target="../tags/tag9.xml"/><Relationship Id="rId29" Type="http://schemas.openxmlformats.org/officeDocument/2006/relationships/tags" Target="../tags/tag35.xml"/><Relationship Id="rId28" Type="http://schemas.openxmlformats.org/officeDocument/2006/relationships/tags" Target="../tags/tag34.xml"/><Relationship Id="rId27" Type="http://schemas.openxmlformats.org/officeDocument/2006/relationships/tags" Target="../tags/tag33.xml"/><Relationship Id="rId26" Type="http://schemas.openxmlformats.org/officeDocument/2006/relationships/tags" Target="../tags/tag32.xml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4" Type="http://schemas.openxmlformats.org/officeDocument/2006/relationships/notesSlide" Target="../notesSlides/notesSlide5.xml"/><Relationship Id="rId73" Type="http://schemas.openxmlformats.org/officeDocument/2006/relationships/slideLayout" Target="../slideLayouts/slideLayout1.xml"/><Relationship Id="rId72" Type="http://schemas.openxmlformats.org/officeDocument/2006/relationships/tags" Target="../tags/tag121.xml"/><Relationship Id="rId71" Type="http://schemas.openxmlformats.org/officeDocument/2006/relationships/tags" Target="../tags/tag120.xml"/><Relationship Id="rId70" Type="http://schemas.openxmlformats.org/officeDocument/2006/relationships/tags" Target="../tags/tag119.xml"/><Relationship Id="rId7" Type="http://schemas.openxmlformats.org/officeDocument/2006/relationships/tags" Target="../tags/tag56.xml"/><Relationship Id="rId69" Type="http://schemas.openxmlformats.org/officeDocument/2006/relationships/tags" Target="../tags/tag118.xml"/><Relationship Id="rId68" Type="http://schemas.openxmlformats.org/officeDocument/2006/relationships/tags" Target="../tags/tag117.xml"/><Relationship Id="rId67" Type="http://schemas.openxmlformats.org/officeDocument/2006/relationships/tags" Target="../tags/tag116.xml"/><Relationship Id="rId66" Type="http://schemas.openxmlformats.org/officeDocument/2006/relationships/tags" Target="../tags/tag115.xml"/><Relationship Id="rId65" Type="http://schemas.openxmlformats.org/officeDocument/2006/relationships/tags" Target="../tags/tag114.xml"/><Relationship Id="rId64" Type="http://schemas.openxmlformats.org/officeDocument/2006/relationships/tags" Target="../tags/tag113.xml"/><Relationship Id="rId63" Type="http://schemas.openxmlformats.org/officeDocument/2006/relationships/tags" Target="../tags/tag112.xml"/><Relationship Id="rId62" Type="http://schemas.openxmlformats.org/officeDocument/2006/relationships/tags" Target="../tags/tag111.xml"/><Relationship Id="rId61" Type="http://schemas.openxmlformats.org/officeDocument/2006/relationships/tags" Target="../tags/tag110.xml"/><Relationship Id="rId60" Type="http://schemas.openxmlformats.org/officeDocument/2006/relationships/tags" Target="../tags/tag109.xml"/><Relationship Id="rId6" Type="http://schemas.openxmlformats.org/officeDocument/2006/relationships/tags" Target="../tags/tag55.xml"/><Relationship Id="rId59" Type="http://schemas.openxmlformats.org/officeDocument/2006/relationships/tags" Target="../tags/tag108.xml"/><Relationship Id="rId58" Type="http://schemas.openxmlformats.org/officeDocument/2006/relationships/tags" Target="../tags/tag107.xml"/><Relationship Id="rId57" Type="http://schemas.openxmlformats.org/officeDocument/2006/relationships/tags" Target="../tags/tag106.xml"/><Relationship Id="rId56" Type="http://schemas.openxmlformats.org/officeDocument/2006/relationships/tags" Target="../tags/tag105.xml"/><Relationship Id="rId55" Type="http://schemas.openxmlformats.org/officeDocument/2006/relationships/tags" Target="../tags/tag104.xml"/><Relationship Id="rId54" Type="http://schemas.openxmlformats.org/officeDocument/2006/relationships/tags" Target="../tags/tag103.xml"/><Relationship Id="rId53" Type="http://schemas.openxmlformats.org/officeDocument/2006/relationships/tags" Target="../tags/tag102.xml"/><Relationship Id="rId52" Type="http://schemas.openxmlformats.org/officeDocument/2006/relationships/tags" Target="../tags/tag101.xml"/><Relationship Id="rId51" Type="http://schemas.openxmlformats.org/officeDocument/2006/relationships/tags" Target="../tags/tag100.xml"/><Relationship Id="rId50" Type="http://schemas.openxmlformats.org/officeDocument/2006/relationships/tags" Target="../tags/tag99.xml"/><Relationship Id="rId5" Type="http://schemas.openxmlformats.org/officeDocument/2006/relationships/tags" Target="../tags/tag54.xml"/><Relationship Id="rId49" Type="http://schemas.openxmlformats.org/officeDocument/2006/relationships/tags" Target="../tags/tag98.xml"/><Relationship Id="rId48" Type="http://schemas.openxmlformats.org/officeDocument/2006/relationships/tags" Target="../tags/tag97.xml"/><Relationship Id="rId47" Type="http://schemas.openxmlformats.org/officeDocument/2006/relationships/tags" Target="../tags/tag96.xml"/><Relationship Id="rId46" Type="http://schemas.openxmlformats.org/officeDocument/2006/relationships/tags" Target="../tags/tag95.xml"/><Relationship Id="rId45" Type="http://schemas.openxmlformats.org/officeDocument/2006/relationships/tags" Target="../tags/tag94.xml"/><Relationship Id="rId44" Type="http://schemas.openxmlformats.org/officeDocument/2006/relationships/tags" Target="../tags/tag93.xml"/><Relationship Id="rId43" Type="http://schemas.openxmlformats.org/officeDocument/2006/relationships/tags" Target="../tags/tag92.xml"/><Relationship Id="rId42" Type="http://schemas.openxmlformats.org/officeDocument/2006/relationships/tags" Target="../tags/tag91.xml"/><Relationship Id="rId41" Type="http://schemas.openxmlformats.org/officeDocument/2006/relationships/tags" Target="../tags/tag90.xml"/><Relationship Id="rId40" Type="http://schemas.openxmlformats.org/officeDocument/2006/relationships/tags" Target="../tags/tag89.xml"/><Relationship Id="rId4" Type="http://schemas.openxmlformats.org/officeDocument/2006/relationships/tags" Target="../tags/tag53.xml"/><Relationship Id="rId39" Type="http://schemas.openxmlformats.org/officeDocument/2006/relationships/tags" Target="../tags/tag88.xml"/><Relationship Id="rId38" Type="http://schemas.openxmlformats.org/officeDocument/2006/relationships/tags" Target="../tags/tag87.xml"/><Relationship Id="rId37" Type="http://schemas.openxmlformats.org/officeDocument/2006/relationships/tags" Target="../tags/tag86.xml"/><Relationship Id="rId36" Type="http://schemas.openxmlformats.org/officeDocument/2006/relationships/tags" Target="../tags/tag85.xml"/><Relationship Id="rId35" Type="http://schemas.openxmlformats.org/officeDocument/2006/relationships/tags" Target="../tags/tag84.xml"/><Relationship Id="rId34" Type="http://schemas.openxmlformats.org/officeDocument/2006/relationships/tags" Target="../tags/tag83.xml"/><Relationship Id="rId33" Type="http://schemas.openxmlformats.org/officeDocument/2006/relationships/tags" Target="../tags/tag82.xml"/><Relationship Id="rId32" Type="http://schemas.openxmlformats.org/officeDocument/2006/relationships/tags" Target="../tags/tag81.xml"/><Relationship Id="rId31" Type="http://schemas.openxmlformats.org/officeDocument/2006/relationships/tags" Target="../tags/tag80.xml"/><Relationship Id="rId30" Type="http://schemas.openxmlformats.org/officeDocument/2006/relationships/tags" Target="../tags/tag79.xml"/><Relationship Id="rId3" Type="http://schemas.openxmlformats.org/officeDocument/2006/relationships/tags" Target="../tags/tag52.xml"/><Relationship Id="rId29" Type="http://schemas.openxmlformats.org/officeDocument/2006/relationships/tags" Target="../tags/tag78.xml"/><Relationship Id="rId28" Type="http://schemas.openxmlformats.org/officeDocument/2006/relationships/tags" Target="../tags/tag77.xml"/><Relationship Id="rId27" Type="http://schemas.openxmlformats.org/officeDocument/2006/relationships/tags" Target="../tags/tag76.xml"/><Relationship Id="rId26" Type="http://schemas.openxmlformats.org/officeDocument/2006/relationships/tags" Target="../tags/tag75.xml"/><Relationship Id="rId25" Type="http://schemas.openxmlformats.org/officeDocument/2006/relationships/tags" Target="../tags/tag74.xml"/><Relationship Id="rId24" Type="http://schemas.openxmlformats.org/officeDocument/2006/relationships/tags" Target="../tags/tag73.xml"/><Relationship Id="rId23" Type="http://schemas.openxmlformats.org/officeDocument/2006/relationships/tags" Target="../tags/tag72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220.xml"/><Relationship Id="rId98" Type="http://schemas.openxmlformats.org/officeDocument/2006/relationships/tags" Target="../tags/tag219.xml"/><Relationship Id="rId97" Type="http://schemas.openxmlformats.org/officeDocument/2006/relationships/tags" Target="../tags/tag218.xml"/><Relationship Id="rId96" Type="http://schemas.openxmlformats.org/officeDocument/2006/relationships/tags" Target="../tags/tag217.xml"/><Relationship Id="rId95" Type="http://schemas.openxmlformats.org/officeDocument/2006/relationships/tags" Target="../tags/tag216.xml"/><Relationship Id="rId94" Type="http://schemas.openxmlformats.org/officeDocument/2006/relationships/tags" Target="../tags/tag215.xml"/><Relationship Id="rId93" Type="http://schemas.openxmlformats.org/officeDocument/2006/relationships/tags" Target="../tags/tag214.xml"/><Relationship Id="rId92" Type="http://schemas.openxmlformats.org/officeDocument/2006/relationships/tags" Target="../tags/tag213.xml"/><Relationship Id="rId91" Type="http://schemas.openxmlformats.org/officeDocument/2006/relationships/tags" Target="../tags/tag212.xml"/><Relationship Id="rId90" Type="http://schemas.openxmlformats.org/officeDocument/2006/relationships/tags" Target="../tags/tag211.xml"/><Relationship Id="rId9" Type="http://schemas.openxmlformats.org/officeDocument/2006/relationships/tags" Target="../tags/tag130.xml"/><Relationship Id="rId89" Type="http://schemas.openxmlformats.org/officeDocument/2006/relationships/tags" Target="../tags/tag210.xml"/><Relationship Id="rId88" Type="http://schemas.openxmlformats.org/officeDocument/2006/relationships/tags" Target="../tags/tag209.xml"/><Relationship Id="rId87" Type="http://schemas.openxmlformats.org/officeDocument/2006/relationships/tags" Target="../tags/tag208.xml"/><Relationship Id="rId86" Type="http://schemas.openxmlformats.org/officeDocument/2006/relationships/tags" Target="../tags/tag207.xml"/><Relationship Id="rId85" Type="http://schemas.openxmlformats.org/officeDocument/2006/relationships/tags" Target="../tags/tag206.xml"/><Relationship Id="rId84" Type="http://schemas.openxmlformats.org/officeDocument/2006/relationships/tags" Target="../tags/tag205.xml"/><Relationship Id="rId83" Type="http://schemas.openxmlformats.org/officeDocument/2006/relationships/tags" Target="../tags/tag204.xml"/><Relationship Id="rId82" Type="http://schemas.openxmlformats.org/officeDocument/2006/relationships/tags" Target="../tags/tag203.xml"/><Relationship Id="rId81" Type="http://schemas.openxmlformats.org/officeDocument/2006/relationships/tags" Target="../tags/tag202.xml"/><Relationship Id="rId80" Type="http://schemas.openxmlformats.org/officeDocument/2006/relationships/tags" Target="../tags/tag201.xml"/><Relationship Id="rId8" Type="http://schemas.openxmlformats.org/officeDocument/2006/relationships/tags" Target="../tags/tag129.xml"/><Relationship Id="rId79" Type="http://schemas.openxmlformats.org/officeDocument/2006/relationships/tags" Target="../tags/tag200.xml"/><Relationship Id="rId78" Type="http://schemas.openxmlformats.org/officeDocument/2006/relationships/tags" Target="../tags/tag199.xml"/><Relationship Id="rId77" Type="http://schemas.openxmlformats.org/officeDocument/2006/relationships/tags" Target="../tags/tag198.xml"/><Relationship Id="rId76" Type="http://schemas.openxmlformats.org/officeDocument/2006/relationships/tags" Target="../tags/tag197.xml"/><Relationship Id="rId75" Type="http://schemas.openxmlformats.org/officeDocument/2006/relationships/tags" Target="../tags/tag196.xml"/><Relationship Id="rId74" Type="http://schemas.openxmlformats.org/officeDocument/2006/relationships/tags" Target="../tags/tag195.xml"/><Relationship Id="rId73" Type="http://schemas.openxmlformats.org/officeDocument/2006/relationships/tags" Target="../tags/tag194.xml"/><Relationship Id="rId72" Type="http://schemas.openxmlformats.org/officeDocument/2006/relationships/tags" Target="../tags/tag193.xml"/><Relationship Id="rId71" Type="http://schemas.openxmlformats.org/officeDocument/2006/relationships/tags" Target="../tags/tag192.xml"/><Relationship Id="rId70" Type="http://schemas.openxmlformats.org/officeDocument/2006/relationships/tags" Target="../tags/tag191.xml"/><Relationship Id="rId7" Type="http://schemas.openxmlformats.org/officeDocument/2006/relationships/tags" Target="../tags/tag128.xml"/><Relationship Id="rId69" Type="http://schemas.openxmlformats.org/officeDocument/2006/relationships/tags" Target="../tags/tag190.xml"/><Relationship Id="rId68" Type="http://schemas.openxmlformats.org/officeDocument/2006/relationships/tags" Target="../tags/tag189.xml"/><Relationship Id="rId67" Type="http://schemas.openxmlformats.org/officeDocument/2006/relationships/tags" Target="../tags/tag188.xml"/><Relationship Id="rId66" Type="http://schemas.openxmlformats.org/officeDocument/2006/relationships/tags" Target="../tags/tag187.xml"/><Relationship Id="rId65" Type="http://schemas.openxmlformats.org/officeDocument/2006/relationships/tags" Target="../tags/tag186.xml"/><Relationship Id="rId64" Type="http://schemas.openxmlformats.org/officeDocument/2006/relationships/tags" Target="../tags/tag185.xml"/><Relationship Id="rId63" Type="http://schemas.openxmlformats.org/officeDocument/2006/relationships/tags" Target="../tags/tag184.xml"/><Relationship Id="rId62" Type="http://schemas.openxmlformats.org/officeDocument/2006/relationships/tags" Target="../tags/tag183.xml"/><Relationship Id="rId61" Type="http://schemas.openxmlformats.org/officeDocument/2006/relationships/tags" Target="../tags/tag182.xml"/><Relationship Id="rId60" Type="http://schemas.openxmlformats.org/officeDocument/2006/relationships/tags" Target="../tags/tag181.xml"/><Relationship Id="rId6" Type="http://schemas.openxmlformats.org/officeDocument/2006/relationships/tags" Target="../tags/tag127.xml"/><Relationship Id="rId59" Type="http://schemas.openxmlformats.org/officeDocument/2006/relationships/tags" Target="../tags/tag180.xml"/><Relationship Id="rId58" Type="http://schemas.openxmlformats.org/officeDocument/2006/relationships/tags" Target="../tags/tag179.xml"/><Relationship Id="rId57" Type="http://schemas.openxmlformats.org/officeDocument/2006/relationships/tags" Target="../tags/tag178.xml"/><Relationship Id="rId56" Type="http://schemas.openxmlformats.org/officeDocument/2006/relationships/tags" Target="../tags/tag177.xml"/><Relationship Id="rId55" Type="http://schemas.openxmlformats.org/officeDocument/2006/relationships/tags" Target="../tags/tag176.xml"/><Relationship Id="rId54" Type="http://schemas.openxmlformats.org/officeDocument/2006/relationships/tags" Target="../tags/tag175.xml"/><Relationship Id="rId53" Type="http://schemas.openxmlformats.org/officeDocument/2006/relationships/tags" Target="../tags/tag174.xml"/><Relationship Id="rId52" Type="http://schemas.openxmlformats.org/officeDocument/2006/relationships/tags" Target="../tags/tag173.xml"/><Relationship Id="rId51" Type="http://schemas.openxmlformats.org/officeDocument/2006/relationships/tags" Target="../tags/tag172.xml"/><Relationship Id="rId50" Type="http://schemas.openxmlformats.org/officeDocument/2006/relationships/tags" Target="../tags/tag171.xml"/><Relationship Id="rId5" Type="http://schemas.openxmlformats.org/officeDocument/2006/relationships/tags" Target="../tags/tag126.xml"/><Relationship Id="rId49" Type="http://schemas.openxmlformats.org/officeDocument/2006/relationships/tags" Target="../tags/tag170.xml"/><Relationship Id="rId48" Type="http://schemas.openxmlformats.org/officeDocument/2006/relationships/tags" Target="../tags/tag169.xml"/><Relationship Id="rId47" Type="http://schemas.openxmlformats.org/officeDocument/2006/relationships/tags" Target="../tags/tag168.xml"/><Relationship Id="rId46" Type="http://schemas.openxmlformats.org/officeDocument/2006/relationships/tags" Target="../tags/tag167.xml"/><Relationship Id="rId45" Type="http://schemas.openxmlformats.org/officeDocument/2006/relationships/tags" Target="../tags/tag166.xml"/><Relationship Id="rId44" Type="http://schemas.openxmlformats.org/officeDocument/2006/relationships/tags" Target="../tags/tag165.xml"/><Relationship Id="rId43" Type="http://schemas.openxmlformats.org/officeDocument/2006/relationships/tags" Target="../tags/tag164.xml"/><Relationship Id="rId42" Type="http://schemas.openxmlformats.org/officeDocument/2006/relationships/tags" Target="../tags/tag163.xml"/><Relationship Id="rId41" Type="http://schemas.openxmlformats.org/officeDocument/2006/relationships/tags" Target="../tags/tag162.xml"/><Relationship Id="rId40" Type="http://schemas.openxmlformats.org/officeDocument/2006/relationships/tags" Target="../tags/tag161.xml"/><Relationship Id="rId4" Type="http://schemas.openxmlformats.org/officeDocument/2006/relationships/tags" Target="../tags/tag125.xml"/><Relationship Id="rId39" Type="http://schemas.openxmlformats.org/officeDocument/2006/relationships/tags" Target="../tags/tag160.xml"/><Relationship Id="rId38" Type="http://schemas.openxmlformats.org/officeDocument/2006/relationships/tags" Target="../tags/tag159.xml"/><Relationship Id="rId37" Type="http://schemas.openxmlformats.org/officeDocument/2006/relationships/tags" Target="../tags/tag158.xml"/><Relationship Id="rId36" Type="http://schemas.openxmlformats.org/officeDocument/2006/relationships/tags" Target="../tags/tag157.xml"/><Relationship Id="rId35" Type="http://schemas.openxmlformats.org/officeDocument/2006/relationships/tags" Target="../tags/tag156.xml"/><Relationship Id="rId34" Type="http://schemas.openxmlformats.org/officeDocument/2006/relationships/tags" Target="../tags/tag155.xml"/><Relationship Id="rId33" Type="http://schemas.openxmlformats.org/officeDocument/2006/relationships/tags" Target="../tags/tag154.xml"/><Relationship Id="rId32" Type="http://schemas.openxmlformats.org/officeDocument/2006/relationships/tags" Target="../tags/tag153.xml"/><Relationship Id="rId31" Type="http://schemas.openxmlformats.org/officeDocument/2006/relationships/tags" Target="../tags/tag152.xml"/><Relationship Id="rId30" Type="http://schemas.openxmlformats.org/officeDocument/2006/relationships/tags" Target="../tags/tag151.xml"/><Relationship Id="rId3" Type="http://schemas.openxmlformats.org/officeDocument/2006/relationships/tags" Target="../tags/tag124.xml"/><Relationship Id="rId29" Type="http://schemas.openxmlformats.org/officeDocument/2006/relationships/tags" Target="../tags/tag150.xml"/><Relationship Id="rId28" Type="http://schemas.openxmlformats.org/officeDocument/2006/relationships/tags" Target="../tags/tag149.xml"/><Relationship Id="rId27" Type="http://schemas.openxmlformats.org/officeDocument/2006/relationships/tags" Target="../tags/tag148.xml"/><Relationship Id="rId26" Type="http://schemas.openxmlformats.org/officeDocument/2006/relationships/tags" Target="../tags/tag147.xml"/><Relationship Id="rId25" Type="http://schemas.openxmlformats.org/officeDocument/2006/relationships/tags" Target="../tags/tag146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8" Type="http://schemas.openxmlformats.org/officeDocument/2006/relationships/notesSlide" Target="../notesSlides/notesSlide6.xml"/><Relationship Id="rId117" Type="http://schemas.openxmlformats.org/officeDocument/2006/relationships/slideLayout" Target="../slideLayouts/slideLayout1.xml"/><Relationship Id="rId116" Type="http://schemas.openxmlformats.org/officeDocument/2006/relationships/tags" Target="../tags/tag237.xml"/><Relationship Id="rId115" Type="http://schemas.openxmlformats.org/officeDocument/2006/relationships/tags" Target="../tags/tag236.xml"/><Relationship Id="rId114" Type="http://schemas.openxmlformats.org/officeDocument/2006/relationships/tags" Target="../tags/tag235.xml"/><Relationship Id="rId113" Type="http://schemas.openxmlformats.org/officeDocument/2006/relationships/tags" Target="../tags/tag234.xml"/><Relationship Id="rId112" Type="http://schemas.openxmlformats.org/officeDocument/2006/relationships/tags" Target="../tags/tag233.xml"/><Relationship Id="rId111" Type="http://schemas.openxmlformats.org/officeDocument/2006/relationships/tags" Target="../tags/tag232.xml"/><Relationship Id="rId110" Type="http://schemas.openxmlformats.org/officeDocument/2006/relationships/tags" Target="../tags/tag231.xml"/><Relationship Id="rId11" Type="http://schemas.openxmlformats.org/officeDocument/2006/relationships/tags" Target="../tags/tag132.xml"/><Relationship Id="rId109" Type="http://schemas.openxmlformats.org/officeDocument/2006/relationships/tags" Target="../tags/tag230.xml"/><Relationship Id="rId108" Type="http://schemas.openxmlformats.org/officeDocument/2006/relationships/tags" Target="../tags/tag229.xml"/><Relationship Id="rId107" Type="http://schemas.openxmlformats.org/officeDocument/2006/relationships/tags" Target="../tags/tag228.xml"/><Relationship Id="rId106" Type="http://schemas.openxmlformats.org/officeDocument/2006/relationships/tags" Target="../tags/tag227.xml"/><Relationship Id="rId105" Type="http://schemas.openxmlformats.org/officeDocument/2006/relationships/tags" Target="../tags/tag226.xml"/><Relationship Id="rId104" Type="http://schemas.openxmlformats.org/officeDocument/2006/relationships/tags" Target="../tags/tag225.xml"/><Relationship Id="rId103" Type="http://schemas.openxmlformats.org/officeDocument/2006/relationships/tags" Target="../tags/tag224.xml"/><Relationship Id="rId102" Type="http://schemas.openxmlformats.org/officeDocument/2006/relationships/tags" Target="../tags/tag223.xml"/><Relationship Id="rId101" Type="http://schemas.openxmlformats.org/officeDocument/2006/relationships/tags" Target="../tags/tag222.xml"/><Relationship Id="rId100" Type="http://schemas.openxmlformats.org/officeDocument/2006/relationships/tags" Target="../tags/tag221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9" Type="http://schemas.openxmlformats.org/officeDocument/2006/relationships/notesSlide" Target="../notesSlides/notesSlide7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274.xml"/><Relationship Id="rId36" Type="http://schemas.openxmlformats.org/officeDocument/2006/relationships/tags" Target="../tags/tag273.xml"/><Relationship Id="rId35" Type="http://schemas.openxmlformats.org/officeDocument/2006/relationships/tags" Target="../tags/tag272.xml"/><Relationship Id="rId34" Type="http://schemas.openxmlformats.org/officeDocument/2006/relationships/tags" Target="../tags/tag271.xml"/><Relationship Id="rId33" Type="http://schemas.openxmlformats.org/officeDocument/2006/relationships/tags" Target="../tags/tag270.xml"/><Relationship Id="rId32" Type="http://schemas.openxmlformats.org/officeDocument/2006/relationships/tags" Target="../tags/tag269.xml"/><Relationship Id="rId31" Type="http://schemas.openxmlformats.org/officeDocument/2006/relationships/tags" Target="../tags/tag268.xml"/><Relationship Id="rId30" Type="http://schemas.openxmlformats.org/officeDocument/2006/relationships/tags" Target="../tags/tag267.xml"/><Relationship Id="rId3" Type="http://schemas.openxmlformats.org/officeDocument/2006/relationships/tags" Target="../tags/tag240.xml"/><Relationship Id="rId29" Type="http://schemas.openxmlformats.org/officeDocument/2006/relationships/tags" Target="../tags/tag266.xml"/><Relationship Id="rId28" Type="http://schemas.openxmlformats.org/officeDocument/2006/relationships/tags" Target="../tags/tag265.xml"/><Relationship Id="rId27" Type="http://schemas.openxmlformats.org/officeDocument/2006/relationships/tags" Target="../tags/tag264.xml"/><Relationship Id="rId26" Type="http://schemas.openxmlformats.org/officeDocument/2006/relationships/tags" Target="../tags/tag263.xml"/><Relationship Id="rId25" Type="http://schemas.openxmlformats.org/officeDocument/2006/relationships/tags" Target="../tags/tag262.xml"/><Relationship Id="rId24" Type="http://schemas.openxmlformats.org/officeDocument/2006/relationships/tags" Target="../tags/tag261.xml"/><Relationship Id="rId23" Type="http://schemas.openxmlformats.org/officeDocument/2006/relationships/tags" Target="../tags/tag260.xml"/><Relationship Id="rId22" Type="http://schemas.openxmlformats.org/officeDocument/2006/relationships/tags" Target="../tags/tag259.xml"/><Relationship Id="rId21" Type="http://schemas.openxmlformats.org/officeDocument/2006/relationships/tags" Target="../tags/tag258.xml"/><Relationship Id="rId20" Type="http://schemas.openxmlformats.org/officeDocument/2006/relationships/tags" Target="../tags/tag257.xml"/><Relationship Id="rId2" Type="http://schemas.openxmlformats.org/officeDocument/2006/relationships/tags" Target="../tags/tag239.xml"/><Relationship Id="rId19" Type="http://schemas.openxmlformats.org/officeDocument/2006/relationships/tags" Target="../tags/tag256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6" Type="http://schemas.openxmlformats.org/officeDocument/2006/relationships/notesSlide" Target="../notesSlides/notesSlide8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308.xml"/><Relationship Id="rId33" Type="http://schemas.openxmlformats.org/officeDocument/2006/relationships/tags" Target="../tags/tag307.xml"/><Relationship Id="rId32" Type="http://schemas.openxmlformats.org/officeDocument/2006/relationships/tags" Target="../tags/tag306.xml"/><Relationship Id="rId31" Type="http://schemas.openxmlformats.org/officeDocument/2006/relationships/tags" Target="../tags/tag305.xml"/><Relationship Id="rId30" Type="http://schemas.openxmlformats.org/officeDocument/2006/relationships/tags" Target="../tags/tag304.xml"/><Relationship Id="rId3" Type="http://schemas.openxmlformats.org/officeDocument/2006/relationships/tags" Target="../tags/tag277.xml"/><Relationship Id="rId29" Type="http://schemas.openxmlformats.org/officeDocument/2006/relationships/tags" Target="../tags/tag303.xml"/><Relationship Id="rId28" Type="http://schemas.openxmlformats.org/officeDocument/2006/relationships/tags" Target="../tags/tag302.xml"/><Relationship Id="rId27" Type="http://schemas.openxmlformats.org/officeDocument/2006/relationships/tags" Target="../tags/tag301.xml"/><Relationship Id="rId26" Type="http://schemas.openxmlformats.org/officeDocument/2006/relationships/tags" Target="../tags/tag300.xml"/><Relationship Id="rId25" Type="http://schemas.openxmlformats.org/officeDocument/2006/relationships/tags" Target="../tags/tag299.xml"/><Relationship Id="rId24" Type="http://schemas.openxmlformats.org/officeDocument/2006/relationships/tags" Target="../tags/tag298.xml"/><Relationship Id="rId23" Type="http://schemas.openxmlformats.org/officeDocument/2006/relationships/tags" Target="../tags/tag297.xml"/><Relationship Id="rId22" Type="http://schemas.openxmlformats.org/officeDocument/2006/relationships/tags" Target="../tags/tag296.xml"/><Relationship Id="rId21" Type="http://schemas.openxmlformats.org/officeDocument/2006/relationships/tags" Target="../tags/tag295.xml"/><Relationship Id="rId20" Type="http://schemas.openxmlformats.org/officeDocument/2006/relationships/tags" Target="../tags/tag294.xml"/><Relationship Id="rId2" Type="http://schemas.openxmlformats.org/officeDocument/2006/relationships/tags" Target="../tags/tag276.xml"/><Relationship Id="rId19" Type="http://schemas.openxmlformats.org/officeDocument/2006/relationships/tags" Target="../tags/tag293.xml"/><Relationship Id="rId18" Type="http://schemas.openxmlformats.org/officeDocument/2006/relationships/tags" Target="../tags/tag292.xml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tags" Target="../tags/tag275.xml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tags" Target="../tags/tag407.xml"/><Relationship Id="rId98" Type="http://schemas.openxmlformats.org/officeDocument/2006/relationships/tags" Target="../tags/tag406.xml"/><Relationship Id="rId97" Type="http://schemas.openxmlformats.org/officeDocument/2006/relationships/tags" Target="../tags/tag405.xml"/><Relationship Id="rId96" Type="http://schemas.openxmlformats.org/officeDocument/2006/relationships/tags" Target="../tags/tag404.xml"/><Relationship Id="rId95" Type="http://schemas.openxmlformats.org/officeDocument/2006/relationships/tags" Target="../tags/tag403.xml"/><Relationship Id="rId94" Type="http://schemas.openxmlformats.org/officeDocument/2006/relationships/tags" Target="../tags/tag402.xml"/><Relationship Id="rId93" Type="http://schemas.openxmlformats.org/officeDocument/2006/relationships/tags" Target="../tags/tag401.xml"/><Relationship Id="rId92" Type="http://schemas.openxmlformats.org/officeDocument/2006/relationships/tags" Target="../tags/tag400.xml"/><Relationship Id="rId91" Type="http://schemas.openxmlformats.org/officeDocument/2006/relationships/tags" Target="../tags/tag399.xml"/><Relationship Id="rId90" Type="http://schemas.openxmlformats.org/officeDocument/2006/relationships/tags" Target="../tags/tag398.xml"/><Relationship Id="rId9" Type="http://schemas.openxmlformats.org/officeDocument/2006/relationships/tags" Target="../tags/tag317.xml"/><Relationship Id="rId89" Type="http://schemas.openxmlformats.org/officeDocument/2006/relationships/tags" Target="../tags/tag397.xml"/><Relationship Id="rId88" Type="http://schemas.openxmlformats.org/officeDocument/2006/relationships/tags" Target="../tags/tag396.xml"/><Relationship Id="rId87" Type="http://schemas.openxmlformats.org/officeDocument/2006/relationships/tags" Target="../tags/tag395.xml"/><Relationship Id="rId86" Type="http://schemas.openxmlformats.org/officeDocument/2006/relationships/tags" Target="../tags/tag394.xml"/><Relationship Id="rId85" Type="http://schemas.openxmlformats.org/officeDocument/2006/relationships/tags" Target="../tags/tag393.xml"/><Relationship Id="rId84" Type="http://schemas.openxmlformats.org/officeDocument/2006/relationships/tags" Target="../tags/tag392.xml"/><Relationship Id="rId83" Type="http://schemas.openxmlformats.org/officeDocument/2006/relationships/tags" Target="../tags/tag391.xml"/><Relationship Id="rId82" Type="http://schemas.openxmlformats.org/officeDocument/2006/relationships/tags" Target="../tags/tag390.xml"/><Relationship Id="rId81" Type="http://schemas.openxmlformats.org/officeDocument/2006/relationships/tags" Target="../tags/tag389.xml"/><Relationship Id="rId80" Type="http://schemas.openxmlformats.org/officeDocument/2006/relationships/tags" Target="../tags/tag388.xml"/><Relationship Id="rId8" Type="http://schemas.openxmlformats.org/officeDocument/2006/relationships/tags" Target="../tags/tag316.xml"/><Relationship Id="rId79" Type="http://schemas.openxmlformats.org/officeDocument/2006/relationships/tags" Target="../tags/tag387.xml"/><Relationship Id="rId78" Type="http://schemas.openxmlformats.org/officeDocument/2006/relationships/tags" Target="../tags/tag386.xml"/><Relationship Id="rId77" Type="http://schemas.openxmlformats.org/officeDocument/2006/relationships/tags" Target="../tags/tag385.xml"/><Relationship Id="rId76" Type="http://schemas.openxmlformats.org/officeDocument/2006/relationships/tags" Target="../tags/tag384.xml"/><Relationship Id="rId75" Type="http://schemas.openxmlformats.org/officeDocument/2006/relationships/tags" Target="../tags/tag383.xml"/><Relationship Id="rId74" Type="http://schemas.openxmlformats.org/officeDocument/2006/relationships/tags" Target="../tags/tag382.xml"/><Relationship Id="rId73" Type="http://schemas.openxmlformats.org/officeDocument/2006/relationships/tags" Target="../tags/tag381.xml"/><Relationship Id="rId72" Type="http://schemas.openxmlformats.org/officeDocument/2006/relationships/tags" Target="../tags/tag380.xml"/><Relationship Id="rId71" Type="http://schemas.openxmlformats.org/officeDocument/2006/relationships/tags" Target="../tags/tag379.xml"/><Relationship Id="rId70" Type="http://schemas.openxmlformats.org/officeDocument/2006/relationships/tags" Target="../tags/tag378.xml"/><Relationship Id="rId7" Type="http://schemas.openxmlformats.org/officeDocument/2006/relationships/tags" Target="../tags/tag315.xml"/><Relationship Id="rId69" Type="http://schemas.openxmlformats.org/officeDocument/2006/relationships/tags" Target="../tags/tag377.xml"/><Relationship Id="rId68" Type="http://schemas.openxmlformats.org/officeDocument/2006/relationships/tags" Target="../tags/tag376.xml"/><Relationship Id="rId67" Type="http://schemas.openxmlformats.org/officeDocument/2006/relationships/tags" Target="../tags/tag375.xml"/><Relationship Id="rId66" Type="http://schemas.openxmlformats.org/officeDocument/2006/relationships/tags" Target="../tags/tag374.xml"/><Relationship Id="rId65" Type="http://schemas.openxmlformats.org/officeDocument/2006/relationships/tags" Target="../tags/tag373.xml"/><Relationship Id="rId64" Type="http://schemas.openxmlformats.org/officeDocument/2006/relationships/tags" Target="../tags/tag372.xml"/><Relationship Id="rId63" Type="http://schemas.openxmlformats.org/officeDocument/2006/relationships/tags" Target="../tags/tag371.xml"/><Relationship Id="rId62" Type="http://schemas.openxmlformats.org/officeDocument/2006/relationships/tags" Target="../tags/tag370.xml"/><Relationship Id="rId61" Type="http://schemas.openxmlformats.org/officeDocument/2006/relationships/tags" Target="../tags/tag369.xml"/><Relationship Id="rId60" Type="http://schemas.openxmlformats.org/officeDocument/2006/relationships/tags" Target="../tags/tag368.xml"/><Relationship Id="rId6" Type="http://schemas.openxmlformats.org/officeDocument/2006/relationships/tags" Target="../tags/tag314.xml"/><Relationship Id="rId59" Type="http://schemas.openxmlformats.org/officeDocument/2006/relationships/tags" Target="../tags/tag367.xml"/><Relationship Id="rId58" Type="http://schemas.openxmlformats.org/officeDocument/2006/relationships/tags" Target="../tags/tag366.xml"/><Relationship Id="rId57" Type="http://schemas.openxmlformats.org/officeDocument/2006/relationships/tags" Target="../tags/tag365.xml"/><Relationship Id="rId56" Type="http://schemas.openxmlformats.org/officeDocument/2006/relationships/tags" Target="../tags/tag364.xml"/><Relationship Id="rId55" Type="http://schemas.openxmlformats.org/officeDocument/2006/relationships/tags" Target="../tags/tag363.xml"/><Relationship Id="rId54" Type="http://schemas.openxmlformats.org/officeDocument/2006/relationships/tags" Target="../tags/tag362.xml"/><Relationship Id="rId53" Type="http://schemas.openxmlformats.org/officeDocument/2006/relationships/tags" Target="../tags/tag361.xml"/><Relationship Id="rId52" Type="http://schemas.openxmlformats.org/officeDocument/2006/relationships/tags" Target="../tags/tag360.xml"/><Relationship Id="rId51" Type="http://schemas.openxmlformats.org/officeDocument/2006/relationships/tags" Target="../tags/tag359.xml"/><Relationship Id="rId50" Type="http://schemas.openxmlformats.org/officeDocument/2006/relationships/tags" Target="../tags/tag358.xml"/><Relationship Id="rId5" Type="http://schemas.openxmlformats.org/officeDocument/2006/relationships/tags" Target="../tags/tag313.xml"/><Relationship Id="rId49" Type="http://schemas.openxmlformats.org/officeDocument/2006/relationships/tags" Target="../tags/tag357.xml"/><Relationship Id="rId48" Type="http://schemas.openxmlformats.org/officeDocument/2006/relationships/tags" Target="../tags/tag356.xml"/><Relationship Id="rId47" Type="http://schemas.openxmlformats.org/officeDocument/2006/relationships/tags" Target="../tags/tag355.xml"/><Relationship Id="rId46" Type="http://schemas.openxmlformats.org/officeDocument/2006/relationships/tags" Target="../tags/tag354.xml"/><Relationship Id="rId45" Type="http://schemas.openxmlformats.org/officeDocument/2006/relationships/tags" Target="../tags/tag353.xml"/><Relationship Id="rId44" Type="http://schemas.openxmlformats.org/officeDocument/2006/relationships/tags" Target="../tags/tag352.xml"/><Relationship Id="rId43" Type="http://schemas.openxmlformats.org/officeDocument/2006/relationships/tags" Target="../tags/tag351.xml"/><Relationship Id="rId42" Type="http://schemas.openxmlformats.org/officeDocument/2006/relationships/tags" Target="../tags/tag350.xml"/><Relationship Id="rId41" Type="http://schemas.openxmlformats.org/officeDocument/2006/relationships/tags" Target="../tags/tag349.xml"/><Relationship Id="rId40" Type="http://schemas.openxmlformats.org/officeDocument/2006/relationships/tags" Target="../tags/tag348.xml"/><Relationship Id="rId4" Type="http://schemas.openxmlformats.org/officeDocument/2006/relationships/tags" Target="../tags/tag312.xml"/><Relationship Id="rId39" Type="http://schemas.openxmlformats.org/officeDocument/2006/relationships/tags" Target="../tags/tag347.xml"/><Relationship Id="rId38" Type="http://schemas.openxmlformats.org/officeDocument/2006/relationships/tags" Target="../tags/tag346.xml"/><Relationship Id="rId37" Type="http://schemas.openxmlformats.org/officeDocument/2006/relationships/tags" Target="../tags/tag345.xml"/><Relationship Id="rId36" Type="http://schemas.openxmlformats.org/officeDocument/2006/relationships/tags" Target="../tags/tag344.xml"/><Relationship Id="rId35" Type="http://schemas.openxmlformats.org/officeDocument/2006/relationships/tags" Target="../tags/tag343.xml"/><Relationship Id="rId34" Type="http://schemas.openxmlformats.org/officeDocument/2006/relationships/tags" Target="../tags/tag342.xml"/><Relationship Id="rId33" Type="http://schemas.openxmlformats.org/officeDocument/2006/relationships/tags" Target="../tags/tag341.xml"/><Relationship Id="rId32" Type="http://schemas.openxmlformats.org/officeDocument/2006/relationships/tags" Target="../tags/tag340.xml"/><Relationship Id="rId31" Type="http://schemas.openxmlformats.org/officeDocument/2006/relationships/tags" Target="../tags/tag339.xml"/><Relationship Id="rId30" Type="http://schemas.openxmlformats.org/officeDocument/2006/relationships/tags" Target="../tags/tag338.xml"/><Relationship Id="rId3" Type="http://schemas.openxmlformats.org/officeDocument/2006/relationships/tags" Target="../tags/tag311.xml"/><Relationship Id="rId29" Type="http://schemas.openxmlformats.org/officeDocument/2006/relationships/tags" Target="../tags/tag337.xml"/><Relationship Id="rId28" Type="http://schemas.openxmlformats.org/officeDocument/2006/relationships/tags" Target="../tags/tag336.xml"/><Relationship Id="rId27" Type="http://schemas.openxmlformats.org/officeDocument/2006/relationships/tags" Target="../tags/tag335.xml"/><Relationship Id="rId26" Type="http://schemas.openxmlformats.org/officeDocument/2006/relationships/tags" Target="../tags/tag334.xml"/><Relationship Id="rId25" Type="http://schemas.openxmlformats.org/officeDocument/2006/relationships/tags" Target="../tags/tag333.xml"/><Relationship Id="rId24" Type="http://schemas.openxmlformats.org/officeDocument/2006/relationships/tags" Target="../tags/tag332.xml"/><Relationship Id="rId23" Type="http://schemas.openxmlformats.org/officeDocument/2006/relationships/tags" Target="../tags/tag331.xml"/><Relationship Id="rId22" Type="http://schemas.openxmlformats.org/officeDocument/2006/relationships/tags" Target="../tags/tag330.xml"/><Relationship Id="rId21" Type="http://schemas.openxmlformats.org/officeDocument/2006/relationships/tags" Target="../tags/tag329.xml"/><Relationship Id="rId20" Type="http://schemas.openxmlformats.org/officeDocument/2006/relationships/tags" Target="../tags/tag328.xml"/><Relationship Id="rId2" Type="http://schemas.openxmlformats.org/officeDocument/2006/relationships/tags" Target="../tags/tag310.xml"/><Relationship Id="rId19" Type="http://schemas.openxmlformats.org/officeDocument/2006/relationships/tags" Target="../tags/tag327.xml"/><Relationship Id="rId18" Type="http://schemas.openxmlformats.org/officeDocument/2006/relationships/tags" Target="../tags/tag326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8" Type="http://schemas.openxmlformats.org/officeDocument/2006/relationships/notesSlide" Target="../notesSlides/notesSlide9.xml"/><Relationship Id="rId117" Type="http://schemas.openxmlformats.org/officeDocument/2006/relationships/slideLayout" Target="../slideLayouts/slideLayout1.xml"/><Relationship Id="rId116" Type="http://schemas.openxmlformats.org/officeDocument/2006/relationships/tags" Target="../tags/tag424.xml"/><Relationship Id="rId115" Type="http://schemas.openxmlformats.org/officeDocument/2006/relationships/tags" Target="../tags/tag423.xml"/><Relationship Id="rId114" Type="http://schemas.openxmlformats.org/officeDocument/2006/relationships/tags" Target="../tags/tag422.xml"/><Relationship Id="rId113" Type="http://schemas.openxmlformats.org/officeDocument/2006/relationships/tags" Target="../tags/tag421.xml"/><Relationship Id="rId112" Type="http://schemas.openxmlformats.org/officeDocument/2006/relationships/tags" Target="../tags/tag420.xml"/><Relationship Id="rId111" Type="http://schemas.openxmlformats.org/officeDocument/2006/relationships/tags" Target="../tags/tag419.xml"/><Relationship Id="rId110" Type="http://schemas.openxmlformats.org/officeDocument/2006/relationships/tags" Target="../tags/tag418.xml"/><Relationship Id="rId11" Type="http://schemas.openxmlformats.org/officeDocument/2006/relationships/tags" Target="../tags/tag319.xml"/><Relationship Id="rId109" Type="http://schemas.openxmlformats.org/officeDocument/2006/relationships/tags" Target="../tags/tag417.xml"/><Relationship Id="rId108" Type="http://schemas.openxmlformats.org/officeDocument/2006/relationships/tags" Target="../tags/tag416.xml"/><Relationship Id="rId107" Type="http://schemas.openxmlformats.org/officeDocument/2006/relationships/tags" Target="../tags/tag415.xml"/><Relationship Id="rId106" Type="http://schemas.openxmlformats.org/officeDocument/2006/relationships/tags" Target="../tags/tag414.xml"/><Relationship Id="rId105" Type="http://schemas.openxmlformats.org/officeDocument/2006/relationships/tags" Target="../tags/tag413.xml"/><Relationship Id="rId104" Type="http://schemas.openxmlformats.org/officeDocument/2006/relationships/tags" Target="../tags/tag412.xml"/><Relationship Id="rId103" Type="http://schemas.openxmlformats.org/officeDocument/2006/relationships/tags" Target="../tags/tag411.xml"/><Relationship Id="rId102" Type="http://schemas.openxmlformats.org/officeDocument/2006/relationships/tags" Target="../tags/tag410.xml"/><Relationship Id="rId101" Type="http://schemas.openxmlformats.org/officeDocument/2006/relationships/tags" Target="../tags/tag409.xml"/><Relationship Id="rId100" Type="http://schemas.openxmlformats.org/officeDocument/2006/relationships/tags" Target="../tags/tag408.xml"/><Relationship Id="rId10" Type="http://schemas.openxmlformats.org/officeDocument/2006/relationships/tags" Target="../tags/tag318.xml"/><Relationship Id="rId1" Type="http://schemas.openxmlformats.org/officeDocument/2006/relationships/tags" Target="../tags/tag30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8" Type="http://schemas.openxmlformats.org/officeDocument/2006/relationships/notesSlide" Target="../notesSlides/notesSlide10.xml"/><Relationship Id="rId87" Type="http://schemas.openxmlformats.org/officeDocument/2006/relationships/slideLayout" Target="../slideLayouts/slideLayout1.xml"/><Relationship Id="rId86" Type="http://schemas.openxmlformats.org/officeDocument/2006/relationships/tags" Target="../tags/tag510.xml"/><Relationship Id="rId85" Type="http://schemas.openxmlformats.org/officeDocument/2006/relationships/tags" Target="../tags/tag509.xml"/><Relationship Id="rId84" Type="http://schemas.openxmlformats.org/officeDocument/2006/relationships/tags" Target="../tags/tag508.xml"/><Relationship Id="rId83" Type="http://schemas.openxmlformats.org/officeDocument/2006/relationships/tags" Target="../tags/tag507.xml"/><Relationship Id="rId82" Type="http://schemas.openxmlformats.org/officeDocument/2006/relationships/tags" Target="../tags/tag506.xml"/><Relationship Id="rId81" Type="http://schemas.openxmlformats.org/officeDocument/2006/relationships/tags" Target="../tags/tag505.xml"/><Relationship Id="rId80" Type="http://schemas.openxmlformats.org/officeDocument/2006/relationships/tags" Target="../tags/tag504.xml"/><Relationship Id="rId8" Type="http://schemas.openxmlformats.org/officeDocument/2006/relationships/tags" Target="../tags/tag432.xml"/><Relationship Id="rId79" Type="http://schemas.openxmlformats.org/officeDocument/2006/relationships/tags" Target="../tags/tag503.xml"/><Relationship Id="rId78" Type="http://schemas.openxmlformats.org/officeDocument/2006/relationships/tags" Target="../tags/tag502.xml"/><Relationship Id="rId77" Type="http://schemas.openxmlformats.org/officeDocument/2006/relationships/tags" Target="../tags/tag501.xml"/><Relationship Id="rId76" Type="http://schemas.openxmlformats.org/officeDocument/2006/relationships/tags" Target="../tags/tag500.xml"/><Relationship Id="rId75" Type="http://schemas.openxmlformats.org/officeDocument/2006/relationships/tags" Target="../tags/tag499.xml"/><Relationship Id="rId74" Type="http://schemas.openxmlformats.org/officeDocument/2006/relationships/tags" Target="../tags/tag498.xml"/><Relationship Id="rId73" Type="http://schemas.openxmlformats.org/officeDocument/2006/relationships/tags" Target="../tags/tag497.xml"/><Relationship Id="rId72" Type="http://schemas.openxmlformats.org/officeDocument/2006/relationships/tags" Target="../tags/tag496.xml"/><Relationship Id="rId71" Type="http://schemas.openxmlformats.org/officeDocument/2006/relationships/tags" Target="../tags/tag495.xml"/><Relationship Id="rId70" Type="http://schemas.openxmlformats.org/officeDocument/2006/relationships/tags" Target="../tags/tag494.xml"/><Relationship Id="rId7" Type="http://schemas.openxmlformats.org/officeDocument/2006/relationships/tags" Target="../tags/tag431.xml"/><Relationship Id="rId69" Type="http://schemas.openxmlformats.org/officeDocument/2006/relationships/tags" Target="../tags/tag493.xml"/><Relationship Id="rId68" Type="http://schemas.openxmlformats.org/officeDocument/2006/relationships/tags" Target="../tags/tag492.xml"/><Relationship Id="rId67" Type="http://schemas.openxmlformats.org/officeDocument/2006/relationships/tags" Target="../tags/tag491.xml"/><Relationship Id="rId66" Type="http://schemas.openxmlformats.org/officeDocument/2006/relationships/tags" Target="../tags/tag490.xml"/><Relationship Id="rId65" Type="http://schemas.openxmlformats.org/officeDocument/2006/relationships/tags" Target="../tags/tag489.xml"/><Relationship Id="rId64" Type="http://schemas.openxmlformats.org/officeDocument/2006/relationships/tags" Target="../tags/tag488.xml"/><Relationship Id="rId63" Type="http://schemas.openxmlformats.org/officeDocument/2006/relationships/tags" Target="../tags/tag487.xml"/><Relationship Id="rId62" Type="http://schemas.openxmlformats.org/officeDocument/2006/relationships/tags" Target="../tags/tag486.xml"/><Relationship Id="rId61" Type="http://schemas.openxmlformats.org/officeDocument/2006/relationships/tags" Target="../tags/tag485.xml"/><Relationship Id="rId60" Type="http://schemas.openxmlformats.org/officeDocument/2006/relationships/tags" Target="../tags/tag484.xml"/><Relationship Id="rId6" Type="http://schemas.openxmlformats.org/officeDocument/2006/relationships/tags" Target="../tags/tag430.xml"/><Relationship Id="rId59" Type="http://schemas.openxmlformats.org/officeDocument/2006/relationships/tags" Target="../tags/tag483.xml"/><Relationship Id="rId58" Type="http://schemas.openxmlformats.org/officeDocument/2006/relationships/tags" Target="../tags/tag482.xml"/><Relationship Id="rId57" Type="http://schemas.openxmlformats.org/officeDocument/2006/relationships/tags" Target="../tags/tag481.xml"/><Relationship Id="rId56" Type="http://schemas.openxmlformats.org/officeDocument/2006/relationships/tags" Target="../tags/tag480.xml"/><Relationship Id="rId55" Type="http://schemas.openxmlformats.org/officeDocument/2006/relationships/tags" Target="../tags/tag479.xml"/><Relationship Id="rId54" Type="http://schemas.openxmlformats.org/officeDocument/2006/relationships/tags" Target="../tags/tag478.xml"/><Relationship Id="rId53" Type="http://schemas.openxmlformats.org/officeDocument/2006/relationships/tags" Target="../tags/tag477.xml"/><Relationship Id="rId52" Type="http://schemas.openxmlformats.org/officeDocument/2006/relationships/tags" Target="../tags/tag476.xml"/><Relationship Id="rId51" Type="http://schemas.openxmlformats.org/officeDocument/2006/relationships/tags" Target="../tags/tag475.xml"/><Relationship Id="rId50" Type="http://schemas.openxmlformats.org/officeDocument/2006/relationships/tags" Target="../tags/tag474.xml"/><Relationship Id="rId5" Type="http://schemas.openxmlformats.org/officeDocument/2006/relationships/tags" Target="../tags/tag429.xml"/><Relationship Id="rId49" Type="http://schemas.openxmlformats.org/officeDocument/2006/relationships/tags" Target="../tags/tag473.xml"/><Relationship Id="rId48" Type="http://schemas.openxmlformats.org/officeDocument/2006/relationships/tags" Target="../tags/tag472.xml"/><Relationship Id="rId47" Type="http://schemas.openxmlformats.org/officeDocument/2006/relationships/tags" Target="../tags/tag471.xml"/><Relationship Id="rId46" Type="http://schemas.openxmlformats.org/officeDocument/2006/relationships/tags" Target="../tags/tag470.xml"/><Relationship Id="rId45" Type="http://schemas.openxmlformats.org/officeDocument/2006/relationships/tags" Target="../tags/tag469.xml"/><Relationship Id="rId44" Type="http://schemas.openxmlformats.org/officeDocument/2006/relationships/tags" Target="../tags/tag468.xml"/><Relationship Id="rId43" Type="http://schemas.openxmlformats.org/officeDocument/2006/relationships/tags" Target="../tags/tag467.xml"/><Relationship Id="rId42" Type="http://schemas.openxmlformats.org/officeDocument/2006/relationships/tags" Target="../tags/tag466.xml"/><Relationship Id="rId41" Type="http://schemas.openxmlformats.org/officeDocument/2006/relationships/tags" Target="../tags/tag465.xml"/><Relationship Id="rId40" Type="http://schemas.openxmlformats.org/officeDocument/2006/relationships/tags" Target="../tags/tag464.xml"/><Relationship Id="rId4" Type="http://schemas.openxmlformats.org/officeDocument/2006/relationships/tags" Target="../tags/tag428.xml"/><Relationship Id="rId39" Type="http://schemas.openxmlformats.org/officeDocument/2006/relationships/tags" Target="../tags/tag463.xml"/><Relationship Id="rId38" Type="http://schemas.openxmlformats.org/officeDocument/2006/relationships/tags" Target="../tags/tag462.xml"/><Relationship Id="rId37" Type="http://schemas.openxmlformats.org/officeDocument/2006/relationships/tags" Target="../tags/tag461.xml"/><Relationship Id="rId36" Type="http://schemas.openxmlformats.org/officeDocument/2006/relationships/tags" Target="../tags/tag460.xml"/><Relationship Id="rId35" Type="http://schemas.openxmlformats.org/officeDocument/2006/relationships/tags" Target="../tags/tag459.xml"/><Relationship Id="rId34" Type="http://schemas.openxmlformats.org/officeDocument/2006/relationships/tags" Target="../tags/tag458.xml"/><Relationship Id="rId33" Type="http://schemas.openxmlformats.org/officeDocument/2006/relationships/tags" Target="../tags/tag457.xml"/><Relationship Id="rId32" Type="http://schemas.openxmlformats.org/officeDocument/2006/relationships/tags" Target="../tags/tag456.xml"/><Relationship Id="rId31" Type="http://schemas.openxmlformats.org/officeDocument/2006/relationships/tags" Target="../tags/tag455.xml"/><Relationship Id="rId30" Type="http://schemas.openxmlformats.org/officeDocument/2006/relationships/tags" Target="../tags/tag454.xml"/><Relationship Id="rId3" Type="http://schemas.openxmlformats.org/officeDocument/2006/relationships/tags" Target="../tags/tag427.xml"/><Relationship Id="rId29" Type="http://schemas.openxmlformats.org/officeDocument/2006/relationships/tags" Target="../tags/tag453.xml"/><Relationship Id="rId28" Type="http://schemas.openxmlformats.org/officeDocument/2006/relationships/tags" Target="../tags/tag452.xml"/><Relationship Id="rId27" Type="http://schemas.openxmlformats.org/officeDocument/2006/relationships/tags" Target="../tags/tag451.xml"/><Relationship Id="rId26" Type="http://schemas.openxmlformats.org/officeDocument/2006/relationships/tags" Target="../tags/tag450.xml"/><Relationship Id="rId25" Type="http://schemas.openxmlformats.org/officeDocument/2006/relationships/tags" Target="../tags/tag449.xml"/><Relationship Id="rId24" Type="http://schemas.openxmlformats.org/officeDocument/2006/relationships/tags" Target="../tags/tag448.xml"/><Relationship Id="rId23" Type="http://schemas.openxmlformats.org/officeDocument/2006/relationships/tags" Target="../tags/tag447.xml"/><Relationship Id="rId22" Type="http://schemas.openxmlformats.org/officeDocument/2006/relationships/tags" Target="../tags/tag446.xml"/><Relationship Id="rId21" Type="http://schemas.openxmlformats.org/officeDocument/2006/relationships/tags" Target="../tags/tag445.xml"/><Relationship Id="rId20" Type="http://schemas.openxmlformats.org/officeDocument/2006/relationships/tags" Target="../tags/tag444.xml"/><Relationship Id="rId2" Type="http://schemas.openxmlformats.org/officeDocument/2006/relationships/tags" Target="../tags/tag426.xml"/><Relationship Id="rId19" Type="http://schemas.openxmlformats.org/officeDocument/2006/relationships/tags" Target="../tags/tag443.xml"/><Relationship Id="rId18" Type="http://schemas.openxmlformats.org/officeDocument/2006/relationships/tags" Target="../tags/tag442.xml"/><Relationship Id="rId17" Type="http://schemas.openxmlformats.org/officeDocument/2006/relationships/tags" Target="../tags/tag441.xml"/><Relationship Id="rId16" Type="http://schemas.openxmlformats.org/officeDocument/2006/relationships/tags" Target="../tags/tag440.xml"/><Relationship Id="rId15" Type="http://schemas.openxmlformats.org/officeDocument/2006/relationships/tags" Target="../tags/tag439.xml"/><Relationship Id="rId14" Type="http://schemas.openxmlformats.org/officeDocument/2006/relationships/tags" Target="../tags/tag438.xml"/><Relationship Id="rId13" Type="http://schemas.openxmlformats.org/officeDocument/2006/relationships/tags" Target="../tags/tag437.xml"/><Relationship Id="rId12" Type="http://schemas.openxmlformats.org/officeDocument/2006/relationships/tags" Target="../tags/tag436.xml"/><Relationship Id="rId11" Type="http://schemas.openxmlformats.org/officeDocument/2006/relationships/tags" Target="../tags/tag435.xml"/><Relationship Id="rId10" Type="http://schemas.openxmlformats.org/officeDocument/2006/relationships/tags" Target="../tags/tag434.xml"/><Relationship Id="rId1" Type="http://schemas.openxmlformats.org/officeDocument/2006/relationships/tags" Target="../tags/tag4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1"/>
          <p:cNvSpPr/>
          <p:nvPr/>
        </p:nvSpPr>
        <p:spPr bwMode="auto">
          <a:xfrm>
            <a:off x="2093987" y="3023311"/>
            <a:ext cx="5506640" cy="265928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114196"/>
          </a:solidFill>
          <a:ln>
            <a:solidFill>
              <a:srgbClr val="114196"/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/>
          </a:p>
        </p:txBody>
      </p:sp>
      <p:sp>
        <p:nvSpPr>
          <p:cNvPr id="467" name="文本框 1"/>
          <p:cNvSpPr txBox="1"/>
          <p:nvPr/>
        </p:nvSpPr>
        <p:spPr>
          <a:xfrm>
            <a:off x="586105" y="3398520"/>
            <a:ext cx="7971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defRPr>
            </a:lvl1pPr>
          </a:lstStyle>
          <a:p>
            <a:pPr algn="ctr"/>
            <a:r>
              <a:rPr lang="en-US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{topic}</a:t>
            </a:r>
            <a:endParaRPr lang="en-US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1" name="图片 47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39852" y="401117"/>
            <a:ext cx="2848607" cy="24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7" grpId="0" animBg="1"/>
      <p:bldP spid="46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/>
          <p:cNvSpPr/>
          <p:nvPr/>
        </p:nvSpPr>
        <p:spPr>
          <a:xfrm rot="20875152">
            <a:off x="813861" y="1470370"/>
            <a:ext cx="898655" cy="105582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 rot="21389339">
            <a:off x="1552804" y="678053"/>
            <a:ext cx="1656272" cy="1055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500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5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80"/>
          <p:cNvSpPr txBox="1"/>
          <p:nvPr>
            <p:custDataLst>
              <p:tags r:id="rId1"/>
            </p:custDataLst>
          </p:nvPr>
        </p:nvSpPr>
        <p:spPr>
          <a:xfrm>
            <a:off x="4798695" y="1276350"/>
            <a:ext cx="2225040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{title_1}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81"/>
          <p:cNvSpPr txBox="1"/>
          <p:nvPr>
            <p:custDataLst>
              <p:tags r:id="rId2"/>
            </p:custDataLst>
          </p:nvPr>
        </p:nvSpPr>
        <p:spPr>
          <a:xfrm>
            <a:off x="4766945" y="2390140"/>
            <a:ext cx="2249805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{title_2}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82"/>
          <p:cNvSpPr txBox="1"/>
          <p:nvPr>
            <p:custDataLst>
              <p:tags r:id="rId3"/>
            </p:custDataLst>
          </p:nvPr>
        </p:nvSpPr>
        <p:spPr>
          <a:xfrm>
            <a:off x="4779010" y="3333750"/>
            <a:ext cx="2491740" cy="37592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{title_3}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1" name="Freeform 5"/>
          <p:cNvSpPr/>
          <p:nvPr>
            <p:custDataLst>
              <p:tags r:id="rId4"/>
            </p:custDataLst>
          </p:nvPr>
        </p:nvSpPr>
        <p:spPr bwMode="auto">
          <a:xfrm>
            <a:off x="4478579" y="1641254"/>
            <a:ext cx="2716206" cy="45720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114196"/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200"/>
          </a:p>
        </p:txBody>
      </p:sp>
      <p:sp>
        <p:nvSpPr>
          <p:cNvPr id="62" name="Freeform 5"/>
          <p:cNvSpPr/>
          <p:nvPr>
            <p:custDataLst>
              <p:tags r:id="rId5"/>
            </p:custDataLst>
          </p:nvPr>
        </p:nvSpPr>
        <p:spPr bwMode="auto">
          <a:xfrm>
            <a:off x="4463822" y="2763775"/>
            <a:ext cx="2716206" cy="45720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114196"/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200"/>
          </a:p>
        </p:txBody>
      </p:sp>
      <p:sp>
        <p:nvSpPr>
          <p:cNvPr id="63" name="Freeform 5"/>
          <p:cNvSpPr/>
          <p:nvPr>
            <p:custDataLst>
              <p:tags r:id="rId6"/>
            </p:custDataLst>
          </p:nvPr>
        </p:nvSpPr>
        <p:spPr bwMode="auto">
          <a:xfrm>
            <a:off x="4463822" y="3713708"/>
            <a:ext cx="2716206" cy="45720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114196"/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200"/>
          </a:p>
        </p:txBody>
      </p:sp>
      <p:grpSp>
        <p:nvGrpSpPr>
          <p:cNvPr id="97" name="组合 96"/>
          <p:cNvGrpSpPr/>
          <p:nvPr/>
        </p:nvGrpSpPr>
        <p:grpSpPr>
          <a:xfrm>
            <a:off x="427133" y="526451"/>
            <a:ext cx="2716206" cy="4618637"/>
            <a:chOff x="2484439" y="925513"/>
            <a:chExt cx="655390" cy="1114425"/>
          </a:xfrm>
          <a:solidFill>
            <a:srgbClr val="114196"/>
          </a:solidFill>
        </p:grpSpPr>
        <p:sp>
          <p:nvSpPr>
            <p:cNvPr id="98" name="Freeform 3869"/>
            <p:cNvSpPr>
              <a:spLocks noEditPoints="1"/>
            </p:cNvSpPr>
            <p:nvPr/>
          </p:nvSpPr>
          <p:spPr bwMode="auto">
            <a:xfrm>
              <a:off x="2586039" y="1216026"/>
              <a:ext cx="220663" cy="215900"/>
            </a:xfrm>
            <a:custGeom>
              <a:avLst/>
              <a:gdLst>
                <a:gd name="T0" fmla="*/ 0 w 127"/>
                <a:gd name="T1" fmla="*/ 62 h 124"/>
                <a:gd name="T2" fmla="*/ 64 w 127"/>
                <a:gd name="T3" fmla="*/ 0 h 124"/>
                <a:gd name="T4" fmla="*/ 64 w 127"/>
                <a:gd name="T5" fmla="*/ 0 h 124"/>
                <a:gd name="T6" fmla="*/ 127 w 127"/>
                <a:gd name="T7" fmla="*/ 62 h 124"/>
                <a:gd name="T8" fmla="*/ 127 w 127"/>
                <a:gd name="T9" fmla="*/ 62 h 124"/>
                <a:gd name="T10" fmla="*/ 64 w 127"/>
                <a:gd name="T11" fmla="*/ 124 h 124"/>
                <a:gd name="T12" fmla="*/ 64 w 127"/>
                <a:gd name="T13" fmla="*/ 124 h 124"/>
                <a:gd name="T14" fmla="*/ 0 w 127"/>
                <a:gd name="T15" fmla="*/ 62 h 124"/>
                <a:gd name="T16" fmla="*/ 4 w 127"/>
                <a:gd name="T17" fmla="*/ 62 h 124"/>
                <a:gd name="T18" fmla="*/ 64 w 127"/>
                <a:gd name="T19" fmla="*/ 120 h 124"/>
                <a:gd name="T20" fmla="*/ 64 w 127"/>
                <a:gd name="T21" fmla="*/ 120 h 124"/>
                <a:gd name="T22" fmla="*/ 123 w 127"/>
                <a:gd name="T23" fmla="*/ 62 h 124"/>
                <a:gd name="T24" fmla="*/ 123 w 127"/>
                <a:gd name="T25" fmla="*/ 62 h 124"/>
                <a:gd name="T26" fmla="*/ 64 w 127"/>
                <a:gd name="T27" fmla="*/ 4 h 124"/>
                <a:gd name="T28" fmla="*/ 64 w 127"/>
                <a:gd name="T29" fmla="*/ 4 h 124"/>
                <a:gd name="T30" fmla="*/ 4 w 127"/>
                <a:gd name="T31" fmla="*/ 6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" h="124">
                  <a:moveTo>
                    <a:pt x="0" y="62"/>
                  </a:moveTo>
                  <a:cubicBezTo>
                    <a:pt x="0" y="28"/>
                    <a:pt x="29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9" y="0"/>
                    <a:pt x="127" y="28"/>
                    <a:pt x="127" y="62"/>
                  </a:cubicBezTo>
                  <a:cubicBezTo>
                    <a:pt x="127" y="62"/>
                    <a:pt x="127" y="62"/>
                    <a:pt x="127" y="62"/>
                  </a:cubicBezTo>
                  <a:cubicBezTo>
                    <a:pt x="127" y="97"/>
                    <a:pt x="99" y="124"/>
                    <a:pt x="64" y="124"/>
                  </a:cubicBezTo>
                  <a:cubicBezTo>
                    <a:pt x="64" y="124"/>
                    <a:pt x="64" y="124"/>
                    <a:pt x="64" y="124"/>
                  </a:cubicBezTo>
                  <a:cubicBezTo>
                    <a:pt x="29" y="124"/>
                    <a:pt x="0" y="97"/>
                    <a:pt x="0" y="62"/>
                  </a:cubicBezTo>
                  <a:close/>
                  <a:moveTo>
                    <a:pt x="4" y="62"/>
                  </a:moveTo>
                  <a:cubicBezTo>
                    <a:pt x="4" y="94"/>
                    <a:pt x="31" y="120"/>
                    <a:pt x="64" y="120"/>
                  </a:cubicBezTo>
                  <a:cubicBezTo>
                    <a:pt x="64" y="120"/>
                    <a:pt x="64" y="120"/>
                    <a:pt x="64" y="120"/>
                  </a:cubicBezTo>
                  <a:cubicBezTo>
                    <a:pt x="96" y="120"/>
                    <a:pt x="123" y="94"/>
                    <a:pt x="123" y="62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3" y="30"/>
                    <a:pt x="96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31" y="4"/>
                    <a:pt x="4" y="30"/>
                    <a:pt x="4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3870"/>
            <p:cNvSpPr>
              <a:spLocks noEditPoints="1"/>
            </p:cNvSpPr>
            <p:nvPr/>
          </p:nvSpPr>
          <p:spPr bwMode="auto">
            <a:xfrm>
              <a:off x="2582864" y="1211263"/>
              <a:ext cx="228600" cy="223838"/>
            </a:xfrm>
            <a:custGeom>
              <a:avLst/>
              <a:gdLst>
                <a:gd name="T0" fmla="*/ 0 w 131"/>
                <a:gd name="T1" fmla="*/ 64 h 128"/>
                <a:gd name="T2" fmla="*/ 66 w 131"/>
                <a:gd name="T3" fmla="*/ 0 h 128"/>
                <a:gd name="T4" fmla="*/ 66 w 131"/>
                <a:gd name="T5" fmla="*/ 0 h 128"/>
                <a:gd name="T6" fmla="*/ 131 w 131"/>
                <a:gd name="T7" fmla="*/ 64 h 128"/>
                <a:gd name="T8" fmla="*/ 131 w 131"/>
                <a:gd name="T9" fmla="*/ 64 h 128"/>
                <a:gd name="T10" fmla="*/ 66 w 131"/>
                <a:gd name="T11" fmla="*/ 128 h 128"/>
                <a:gd name="T12" fmla="*/ 66 w 131"/>
                <a:gd name="T13" fmla="*/ 128 h 128"/>
                <a:gd name="T14" fmla="*/ 0 w 131"/>
                <a:gd name="T15" fmla="*/ 64 h 128"/>
                <a:gd name="T16" fmla="*/ 66 w 131"/>
                <a:gd name="T17" fmla="*/ 124 h 128"/>
                <a:gd name="T18" fmla="*/ 70 w 131"/>
                <a:gd name="T19" fmla="*/ 124 h 128"/>
                <a:gd name="T20" fmla="*/ 70 w 131"/>
                <a:gd name="T21" fmla="*/ 124 h 128"/>
                <a:gd name="T22" fmla="*/ 66 w 131"/>
                <a:gd name="T23" fmla="*/ 124 h 128"/>
                <a:gd name="T24" fmla="*/ 66 w 131"/>
                <a:gd name="T25" fmla="*/ 124 h 128"/>
                <a:gd name="T26" fmla="*/ 61 w 131"/>
                <a:gd name="T27" fmla="*/ 124 h 128"/>
                <a:gd name="T28" fmla="*/ 61 w 131"/>
                <a:gd name="T29" fmla="*/ 124 h 128"/>
                <a:gd name="T30" fmla="*/ 66 w 131"/>
                <a:gd name="T31" fmla="*/ 124 h 128"/>
                <a:gd name="T32" fmla="*/ 66 w 131"/>
                <a:gd name="T33" fmla="*/ 120 h 128"/>
                <a:gd name="T34" fmla="*/ 123 w 131"/>
                <a:gd name="T35" fmla="*/ 64 h 128"/>
                <a:gd name="T36" fmla="*/ 123 w 131"/>
                <a:gd name="T37" fmla="*/ 64 h 128"/>
                <a:gd name="T38" fmla="*/ 66 w 131"/>
                <a:gd name="T39" fmla="*/ 8 h 128"/>
                <a:gd name="T40" fmla="*/ 66 w 131"/>
                <a:gd name="T41" fmla="*/ 8 h 128"/>
                <a:gd name="T42" fmla="*/ 8 w 131"/>
                <a:gd name="T43" fmla="*/ 64 h 128"/>
                <a:gd name="T44" fmla="*/ 8 w 131"/>
                <a:gd name="T45" fmla="*/ 64 h 128"/>
                <a:gd name="T46" fmla="*/ 66 w 131"/>
                <a:gd name="T47" fmla="*/ 120 h 128"/>
                <a:gd name="T48" fmla="*/ 4 w 131"/>
                <a:gd name="T49" fmla="*/ 64 h 128"/>
                <a:gd name="T50" fmla="*/ 24 w 131"/>
                <a:gd name="T51" fmla="*/ 108 h 128"/>
                <a:gd name="T52" fmla="*/ 24 w 131"/>
                <a:gd name="T53" fmla="*/ 108 h 128"/>
                <a:gd name="T54" fmla="*/ 4 w 131"/>
                <a:gd name="T55" fmla="*/ 64 h 128"/>
                <a:gd name="T56" fmla="*/ 4 w 131"/>
                <a:gd name="T57" fmla="*/ 64 h 128"/>
                <a:gd name="T58" fmla="*/ 109 w 131"/>
                <a:gd name="T59" fmla="*/ 107 h 128"/>
                <a:gd name="T60" fmla="*/ 127 w 131"/>
                <a:gd name="T61" fmla="*/ 64 h 128"/>
                <a:gd name="T62" fmla="*/ 127 w 131"/>
                <a:gd name="T63" fmla="*/ 64 h 128"/>
                <a:gd name="T64" fmla="*/ 109 w 131"/>
                <a:gd name="T65" fmla="*/ 107 h 128"/>
                <a:gd name="T66" fmla="*/ 127 w 131"/>
                <a:gd name="T67" fmla="*/ 64 h 128"/>
                <a:gd name="T68" fmla="*/ 107 w 131"/>
                <a:gd name="T69" fmla="*/ 20 h 128"/>
                <a:gd name="T70" fmla="*/ 107 w 131"/>
                <a:gd name="T71" fmla="*/ 20 h 128"/>
                <a:gd name="T72" fmla="*/ 127 w 131"/>
                <a:gd name="T73" fmla="*/ 64 h 128"/>
                <a:gd name="T74" fmla="*/ 6 w 131"/>
                <a:gd name="T75" fmla="*/ 64 h 128"/>
                <a:gd name="T76" fmla="*/ 4 w 131"/>
                <a:gd name="T77" fmla="*/ 64 h 128"/>
                <a:gd name="T78" fmla="*/ 4 w 131"/>
                <a:gd name="T79" fmla="*/ 64 h 128"/>
                <a:gd name="T80" fmla="*/ 4 w 131"/>
                <a:gd name="T81" fmla="*/ 64 h 128"/>
                <a:gd name="T82" fmla="*/ 6 w 131"/>
                <a:gd name="T83" fmla="*/ 64 h 128"/>
                <a:gd name="T84" fmla="*/ 4 w 131"/>
                <a:gd name="T85" fmla="*/ 64 h 128"/>
                <a:gd name="T86" fmla="*/ 25 w 131"/>
                <a:gd name="T87" fmla="*/ 19 h 128"/>
                <a:gd name="T88" fmla="*/ 25 w 131"/>
                <a:gd name="T89" fmla="*/ 19 h 128"/>
                <a:gd name="T90" fmla="*/ 4 w 131"/>
                <a:gd name="T91" fmla="*/ 64 h 128"/>
                <a:gd name="T92" fmla="*/ 61 w 131"/>
                <a:gd name="T93" fmla="*/ 4 h 128"/>
                <a:gd name="T94" fmla="*/ 66 w 131"/>
                <a:gd name="T95" fmla="*/ 4 h 128"/>
                <a:gd name="T96" fmla="*/ 66 w 131"/>
                <a:gd name="T97" fmla="*/ 4 h 128"/>
                <a:gd name="T98" fmla="*/ 70 w 131"/>
                <a:gd name="T99" fmla="*/ 4 h 128"/>
                <a:gd name="T100" fmla="*/ 70 w 131"/>
                <a:gd name="T101" fmla="*/ 4 h 128"/>
                <a:gd name="T102" fmla="*/ 66 w 131"/>
                <a:gd name="T103" fmla="*/ 4 h 128"/>
                <a:gd name="T104" fmla="*/ 66 w 131"/>
                <a:gd name="T105" fmla="*/ 4 h 128"/>
                <a:gd name="T106" fmla="*/ 61 w 131"/>
                <a:gd name="T107" fmla="*/ 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1" h="128">
                  <a:moveTo>
                    <a:pt x="0" y="64"/>
                  </a:moveTo>
                  <a:cubicBezTo>
                    <a:pt x="0" y="29"/>
                    <a:pt x="30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02" y="0"/>
                    <a:pt x="131" y="29"/>
                    <a:pt x="131" y="64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31" y="100"/>
                    <a:pt x="102" y="128"/>
                    <a:pt x="66" y="128"/>
                  </a:cubicBezTo>
                  <a:cubicBezTo>
                    <a:pt x="66" y="128"/>
                    <a:pt x="66" y="128"/>
                    <a:pt x="66" y="128"/>
                  </a:cubicBezTo>
                  <a:cubicBezTo>
                    <a:pt x="30" y="128"/>
                    <a:pt x="0" y="100"/>
                    <a:pt x="0" y="64"/>
                  </a:cubicBezTo>
                  <a:close/>
                  <a:moveTo>
                    <a:pt x="66" y="124"/>
                  </a:moveTo>
                  <a:cubicBezTo>
                    <a:pt x="67" y="124"/>
                    <a:pt x="69" y="124"/>
                    <a:pt x="70" y="124"/>
                  </a:cubicBezTo>
                  <a:cubicBezTo>
                    <a:pt x="70" y="124"/>
                    <a:pt x="70" y="124"/>
                    <a:pt x="70" y="124"/>
                  </a:cubicBezTo>
                  <a:cubicBezTo>
                    <a:pt x="69" y="124"/>
                    <a:pt x="67" y="124"/>
                    <a:pt x="66" y="124"/>
                  </a:cubicBezTo>
                  <a:cubicBezTo>
                    <a:pt x="66" y="124"/>
                    <a:pt x="66" y="124"/>
                    <a:pt x="66" y="124"/>
                  </a:cubicBezTo>
                  <a:cubicBezTo>
                    <a:pt x="64" y="124"/>
                    <a:pt x="63" y="124"/>
                    <a:pt x="61" y="124"/>
                  </a:cubicBezTo>
                  <a:cubicBezTo>
                    <a:pt x="61" y="124"/>
                    <a:pt x="61" y="124"/>
                    <a:pt x="61" y="124"/>
                  </a:cubicBezTo>
                  <a:cubicBezTo>
                    <a:pt x="63" y="124"/>
                    <a:pt x="64" y="124"/>
                    <a:pt x="66" y="124"/>
                  </a:cubicBezTo>
                  <a:close/>
                  <a:moveTo>
                    <a:pt x="66" y="120"/>
                  </a:moveTo>
                  <a:cubicBezTo>
                    <a:pt x="97" y="120"/>
                    <a:pt x="123" y="95"/>
                    <a:pt x="123" y="64"/>
                  </a:cubicBezTo>
                  <a:cubicBezTo>
                    <a:pt x="123" y="64"/>
                    <a:pt x="123" y="64"/>
                    <a:pt x="123" y="64"/>
                  </a:cubicBezTo>
                  <a:cubicBezTo>
                    <a:pt x="123" y="33"/>
                    <a:pt x="97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34" y="8"/>
                    <a:pt x="8" y="33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95"/>
                    <a:pt x="34" y="120"/>
                    <a:pt x="66" y="120"/>
                  </a:cubicBezTo>
                  <a:close/>
                  <a:moveTo>
                    <a:pt x="4" y="64"/>
                  </a:moveTo>
                  <a:cubicBezTo>
                    <a:pt x="4" y="82"/>
                    <a:pt x="12" y="97"/>
                    <a:pt x="24" y="108"/>
                  </a:cubicBezTo>
                  <a:cubicBezTo>
                    <a:pt x="24" y="108"/>
                    <a:pt x="24" y="108"/>
                    <a:pt x="24" y="108"/>
                  </a:cubicBezTo>
                  <a:cubicBezTo>
                    <a:pt x="12" y="97"/>
                    <a:pt x="4" y="82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lose/>
                  <a:moveTo>
                    <a:pt x="109" y="107"/>
                  </a:moveTo>
                  <a:cubicBezTo>
                    <a:pt x="120" y="96"/>
                    <a:pt x="127" y="81"/>
                    <a:pt x="127" y="64"/>
                  </a:cubicBezTo>
                  <a:cubicBezTo>
                    <a:pt x="127" y="64"/>
                    <a:pt x="127" y="64"/>
                    <a:pt x="127" y="64"/>
                  </a:cubicBezTo>
                  <a:cubicBezTo>
                    <a:pt x="127" y="81"/>
                    <a:pt x="120" y="96"/>
                    <a:pt x="109" y="107"/>
                  </a:cubicBezTo>
                  <a:close/>
                  <a:moveTo>
                    <a:pt x="127" y="64"/>
                  </a:moveTo>
                  <a:cubicBezTo>
                    <a:pt x="127" y="47"/>
                    <a:pt x="119" y="31"/>
                    <a:pt x="107" y="20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19" y="31"/>
                    <a:pt x="127" y="47"/>
                    <a:pt x="127" y="64"/>
                  </a:cubicBezTo>
                  <a:close/>
                  <a:moveTo>
                    <a:pt x="6" y="64"/>
                  </a:move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6" y="64"/>
                    <a:pt x="6" y="64"/>
                    <a:pt x="6" y="64"/>
                  </a:cubicBezTo>
                  <a:close/>
                  <a:moveTo>
                    <a:pt x="4" y="64"/>
                  </a:moveTo>
                  <a:cubicBezTo>
                    <a:pt x="4" y="46"/>
                    <a:pt x="12" y="30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2" y="30"/>
                    <a:pt x="4" y="46"/>
                    <a:pt x="4" y="64"/>
                  </a:cubicBezTo>
                  <a:close/>
                  <a:moveTo>
                    <a:pt x="61" y="4"/>
                  </a:moveTo>
                  <a:cubicBezTo>
                    <a:pt x="63" y="4"/>
                    <a:pt x="64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7" y="4"/>
                    <a:pt x="69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9" y="4"/>
                    <a:pt x="67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4" y="4"/>
                    <a:pt x="63" y="4"/>
                    <a:pt x="6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3871"/>
            <p:cNvSpPr/>
            <p:nvPr/>
          </p:nvSpPr>
          <p:spPr bwMode="auto">
            <a:xfrm>
              <a:off x="2655889" y="1281113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3872"/>
            <p:cNvSpPr>
              <a:spLocks noEditPoints="1"/>
            </p:cNvSpPr>
            <p:nvPr/>
          </p:nvSpPr>
          <p:spPr bwMode="auto">
            <a:xfrm>
              <a:off x="2652714" y="1277938"/>
              <a:ext cx="15875" cy="14288"/>
            </a:xfrm>
            <a:custGeom>
              <a:avLst/>
              <a:gdLst>
                <a:gd name="T0" fmla="*/ 7 w 10"/>
                <a:gd name="T1" fmla="*/ 9 h 9"/>
                <a:gd name="T2" fmla="*/ 2 w 10"/>
                <a:gd name="T3" fmla="*/ 9 h 9"/>
                <a:gd name="T4" fmla="*/ 2 w 10"/>
                <a:gd name="T5" fmla="*/ 7 h 9"/>
                <a:gd name="T6" fmla="*/ 4 w 10"/>
                <a:gd name="T7" fmla="*/ 7 h 9"/>
                <a:gd name="T8" fmla="*/ 2 w 10"/>
                <a:gd name="T9" fmla="*/ 7 h 9"/>
                <a:gd name="T10" fmla="*/ 2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7 w 10"/>
                <a:gd name="T21" fmla="*/ 9 h 9"/>
                <a:gd name="T22" fmla="*/ 7 w 10"/>
                <a:gd name="T23" fmla="*/ 9 h 9"/>
                <a:gd name="T24" fmla="*/ 5 w 10"/>
                <a:gd name="T25" fmla="*/ 5 h 9"/>
                <a:gd name="T26" fmla="*/ 5 w 10"/>
                <a:gd name="T27" fmla="*/ 5 h 9"/>
                <a:gd name="T28" fmla="*/ 4 w 10"/>
                <a:gd name="T29" fmla="*/ 5 h 9"/>
                <a:gd name="T30" fmla="*/ 4 w 10"/>
                <a:gd name="T31" fmla="*/ 5 h 9"/>
                <a:gd name="T32" fmla="*/ 5 w 10"/>
                <a:gd name="T33" fmla="*/ 5 h 9"/>
                <a:gd name="T34" fmla="*/ 5 w 10"/>
                <a:gd name="T3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7" y="9"/>
                  </a:lnTo>
                  <a:lnTo>
                    <a:pt x="7" y="9"/>
                  </a:lnTo>
                  <a:close/>
                  <a:moveTo>
                    <a:pt x="5" y="5"/>
                  </a:move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3873"/>
            <p:cNvSpPr/>
            <p:nvPr/>
          </p:nvSpPr>
          <p:spPr bwMode="auto">
            <a:xfrm>
              <a:off x="2725739" y="1265238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3874"/>
            <p:cNvSpPr>
              <a:spLocks noEditPoints="1"/>
            </p:cNvSpPr>
            <p:nvPr/>
          </p:nvSpPr>
          <p:spPr bwMode="auto">
            <a:xfrm>
              <a:off x="2722564" y="1262063"/>
              <a:ext cx="15875" cy="14288"/>
            </a:xfrm>
            <a:custGeom>
              <a:avLst/>
              <a:gdLst>
                <a:gd name="T0" fmla="*/ 7 w 10"/>
                <a:gd name="T1" fmla="*/ 9 h 9"/>
                <a:gd name="T2" fmla="*/ 2 w 10"/>
                <a:gd name="T3" fmla="*/ 9 h 9"/>
                <a:gd name="T4" fmla="*/ 2 w 10"/>
                <a:gd name="T5" fmla="*/ 7 h 9"/>
                <a:gd name="T6" fmla="*/ 4 w 10"/>
                <a:gd name="T7" fmla="*/ 7 h 9"/>
                <a:gd name="T8" fmla="*/ 2 w 10"/>
                <a:gd name="T9" fmla="*/ 7 h 9"/>
                <a:gd name="T10" fmla="*/ 2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7 w 10"/>
                <a:gd name="T21" fmla="*/ 9 h 9"/>
                <a:gd name="T22" fmla="*/ 7 w 10"/>
                <a:gd name="T23" fmla="*/ 9 h 9"/>
                <a:gd name="T24" fmla="*/ 4 w 10"/>
                <a:gd name="T25" fmla="*/ 5 h 9"/>
                <a:gd name="T26" fmla="*/ 5 w 10"/>
                <a:gd name="T27" fmla="*/ 5 h 9"/>
                <a:gd name="T28" fmla="*/ 4 w 10"/>
                <a:gd name="T29" fmla="*/ 5 h 9"/>
                <a:gd name="T30" fmla="*/ 4 w 10"/>
                <a:gd name="T31" fmla="*/ 5 h 9"/>
                <a:gd name="T32" fmla="*/ 4 w 10"/>
                <a:gd name="T33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7" y="9"/>
                  </a:lnTo>
                  <a:lnTo>
                    <a:pt x="7" y="9"/>
                  </a:lnTo>
                  <a:close/>
                  <a:moveTo>
                    <a:pt x="4" y="5"/>
                  </a:move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3875"/>
            <p:cNvSpPr/>
            <p:nvPr/>
          </p:nvSpPr>
          <p:spPr bwMode="auto">
            <a:xfrm>
              <a:off x="2640014" y="1323976"/>
              <a:ext cx="119063" cy="53975"/>
            </a:xfrm>
            <a:custGeom>
              <a:avLst/>
              <a:gdLst>
                <a:gd name="T0" fmla="*/ 0 w 68"/>
                <a:gd name="T1" fmla="*/ 14 h 31"/>
                <a:gd name="T2" fmla="*/ 3 w 68"/>
                <a:gd name="T3" fmla="*/ 12 h 31"/>
                <a:gd name="T4" fmla="*/ 5 w 68"/>
                <a:gd name="T5" fmla="*/ 15 h 31"/>
                <a:gd name="T6" fmla="*/ 5 w 68"/>
                <a:gd name="T7" fmla="*/ 15 h 31"/>
                <a:gd name="T8" fmla="*/ 10 w 68"/>
                <a:gd name="T9" fmla="*/ 20 h 31"/>
                <a:gd name="T10" fmla="*/ 10 w 68"/>
                <a:gd name="T11" fmla="*/ 20 h 31"/>
                <a:gd name="T12" fmla="*/ 31 w 68"/>
                <a:gd name="T13" fmla="*/ 27 h 31"/>
                <a:gd name="T14" fmla="*/ 31 w 68"/>
                <a:gd name="T15" fmla="*/ 27 h 31"/>
                <a:gd name="T16" fmla="*/ 42 w 68"/>
                <a:gd name="T17" fmla="*/ 26 h 31"/>
                <a:gd name="T18" fmla="*/ 42 w 68"/>
                <a:gd name="T19" fmla="*/ 26 h 31"/>
                <a:gd name="T20" fmla="*/ 64 w 68"/>
                <a:gd name="T21" fmla="*/ 4 h 31"/>
                <a:gd name="T22" fmla="*/ 64 w 68"/>
                <a:gd name="T23" fmla="*/ 4 h 31"/>
                <a:gd name="T24" fmla="*/ 63 w 68"/>
                <a:gd name="T25" fmla="*/ 1 h 31"/>
                <a:gd name="T26" fmla="*/ 63 w 68"/>
                <a:gd name="T27" fmla="*/ 1 h 31"/>
                <a:gd name="T28" fmla="*/ 67 w 68"/>
                <a:gd name="T29" fmla="*/ 0 h 31"/>
                <a:gd name="T30" fmla="*/ 68 w 68"/>
                <a:gd name="T31" fmla="*/ 4 h 31"/>
                <a:gd name="T32" fmla="*/ 68 w 68"/>
                <a:gd name="T33" fmla="*/ 4 h 31"/>
                <a:gd name="T34" fmla="*/ 43 w 68"/>
                <a:gd name="T35" fmla="*/ 30 h 31"/>
                <a:gd name="T36" fmla="*/ 43 w 68"/>
                <a:gd name="T37" fmla="*/ 30 h 31"/>
                <a:gd name="T38" fmla="*/ 31 w 68"/>
                <a:gd name="T39" fmla="*/ 31 h 31"/>
                <a:gd name="T40" fmla="*/ 31 w 68"/>
                <a:gd name="T41" fmla="*/ 31 h 31"/>
                <a:gd name="T42" fmla="*/ 0 w 68"/>
                <a:gd name="T43" fmla="*/ 1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8" h="31">
                  <a:moveTo>
                    <a:pt x="0" y="14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4" y="13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6"/>
                    <a:pt x="8" y="18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4" y="24"/>
                    <a:pt x="21" y="27"/>
                    <a:pt x="31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4" y="27"/>
                    <a:pt x="38" y="27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61" y="21"/>
                    <a:pt x="63" y="10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3" y="1"/>
                    <a:pt x="63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8" y="2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11"/>
                    <a:pt x="64" y="24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38" y="31"/>
                    <a:pt x="34" y="31"/>
                    <a:pt x="31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9" y="31"/>
                    <a:pt x="0" y="15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3876"/>
            <p:cNvSpPr>
              <a:spLocks noEditPoints="1"/>
            </p:cNvSpPr>
            <p:nvPr/>
          </p:nvSpPr>
          <p:spPr bwMode="auto">
            <a:xfrm>
              <a:off x="2635252" y="1317626"/>
              <a:ext cx="127000" cy="63500"/>
            </a:xfrm>
            <a:custGeom>
              <a:avLst/>
              <a:gdLst>
                <a:gd name="T0" fmla="*/ 1 w 73"/>
                <a:gd name="T1" fmla="*/ 18 h 36"/>
                <a:gd name="T2" fmla="*/ 3 w 73"/>
                <a:gd name="T3" fmla="*/ 17 h 36"/>
                <a:gd name="T4" fmla="*/ 3 w 73"/>
                <a:gd name="T5" fmla="*/ 17 h 36"/>
                <a:gd name="T6" fmla="*/ 0 w 73"/>
                <a:gd name="T7" fmla="*/ 17 h 36"/>
                <a:gd name="T8" fmla="*/ 6 w 73"/>
                <a:gd name="T9" fmla="*/ 13 h 36"/>
                <a:gd name="T10" fmla="*/ 8 w 73"/>
                <a:gd name="T11" fmla="*/ 14 h 36"/>
                <a:gd name="T12" fmla="*/ 8 w 73"/>
                <a:gd name="T13" fmla="*/ 14 h 36"/>
                <a:gd name="T14" fmla="*/ 8 w 73"/>
                <a:gd name="T15" fmla="*/ 14 h 36"/>
                <a:gd name="T16" fmla="*/ 8 w 73"/>
                <a:gd name="T17" fmla="*/ 15 h 36"/>
                <a:gd name="T18" fmla="*/ 8 w 73"/>
                <a:gd name="T19" fmla="*/ 15 h 36"/>
                <a:gd name="T20" fmla="*/ 9 w 73"/>
                <a:gd name="T21" fmla="*/ 16 h 36"/>
                <a:gd name="T22" fmla="*/ 14 w 73"/>
                <a:gd name="T23" fmla="*/ 21 h 36"/>
                <a:gd name="T24" fmla="*/ 34 w 73"/>
                <a:gd name="T25" fmla="*/ 28 h 36"/>
                <a:gd name="T26" fmla="*/ 44 w 73"/>
                <a:gd name="T27" fmla="*/ 27 h 36"/>
                <a:gd name="T28" fmla="*/ 65 w 73"/>
                <a:gd name="T29" fmla="*/ 7 h 36"/>
                <a:gd name="T30" fmla="*/ 64 w 73"/>
                <a:gd name="T31" fmla="*/ 4 h 36"/>
                <a:gd name="T32" fmla="*/ 64 w 73"/>
                <a:gd name="T33" fmla="*/ 2 h 36"/>
                <a:gd name="T34" fmla="*/ 72 w 73"/>
                <a:gd name="T35" fmla="*/ 2 h 36"/>
                <a:gd name="T36" fmla="*/ 73 w 73"/>
                <a:gd name="T37" fmla="*/ 7 h 36"/>
                <a:gd name="T38" fmla="*/ 73 w 73"/>
                <a:gd name="T39" fmla="*/ 7 h 36"/>
                <a:gd name="T40" fmla="*/ 46 w 73"/>
                <a:gd name="T41" fmla="*/ 35 h 36"/>
                <a:gd name="T42" fmla="*/ 34 w 73"/>
                <a:gd name="T43" fmla="*/ 36 h 36"/>
                <a:gd name="T44" fmla="*/ 8 w 73"/>
                <a:gd name="T45" fmla="*/ 21 h 36"/>
                <a:gd name="T46" fmla="*/ 6 w 73"/>
                <a:gd name="T47" fmla="*/ 19 h 36"/>
                <a:gd name="T48" fmla="*/ 6 w 73"/>
                <a:gd name="T49" fmla="*/ 18 h 36"/>
                <a:gd name="T50" fmla="*/ 6 w 73"/>
                <a:gd name="T51" fmla="*/ 18 h 36"/>
                <a:gd name="T52" fmla="*/ 6 w 73"/>
                <a:gd name="T53" fmla="*/ 18 h 36"/>
                <a:gd name="T54" fmla="*/ 6 w 73"/>
                <a:gd name="T55" fmla="*/ 18 h 36"/>
                <a:gd name="T56" fmla="*/ 6 w 73"/>
                <a:gd name="T57" fmla="*/ 18 h 36"/>
                <a:gd name="T58" fmla="*/ 68 w 73"/>
                <a:gd name="T59" fmla="*/ 8 h 36"/>
                <a:gd name="T60" fmla="*/ 69 w 73"/>
                <a:gd name="T61" fmla="*/ 7 h 36"/>
                <a:gd name="T62" fmla="*/ 69 w 73"/>
                <a:gd name="T63" fmla="*/ 7 h 36"/>
                <a:gd name="T64" fmla="*/ 68 w 73"/>
                <a:gd name="T65" fmla="*/ 5 h 36"/>
                <a:gd name="T66" fmla="*/ 68 w 73"/>
                <a:gd name="T67" fmla="*/ 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3" h="36">
                  <a:moveTo>
                    <a:pt x="34" y="36"/>
                  </a:moveTo>
                  <a:cubicBezTo>
                    <a:pt x="11" y="36"/>
                    <a:pt x="1" y="19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0" y="18"/>
                    <a:pt x="12" y="20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8" y="25"/>
                    <a:pt x="25" y="28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7" y="28"/>
                    <a:pt x="40" y="28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63" y="22"/>
                    <a:pt x="64" y="12"/>
                    <a:pt x="65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5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3"/>
                    <a:pt x="73" y="4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15"/>
                    <a:pt x="68" y="29"/>
                    <a:pt x="46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2" y="36"/>
                    <a:pt x="38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lose/>
                  <a:moveTo>
                    <a:pt x="8" y="21"/>
                  </a:moveTo>
                  <a:cubicBezTo>
                    <a:pt x="8" y="21"/>
                    <a:pt x="7" y="20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7" y="20"/>
                    <a:pt x="8" y="21"/>
                    <a:pt x="8" y="21"/>
                  </a:cubicBezTo>
                  <a:close/>
                  <a:moveTo>
                    <a:pt x="6" y="18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lose/>
                  <a:moveTo>
                    <a:pt x="6" y="18"/>
                  </a:move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lose/>
                  <a:moveTo>
                    <a:pt x="69" y="7"/>
                  </a:moveTo>
                  <a:cubicBezTo>
                    <a:pt x="69" y="7"/>
                    <a:pt x="69" y="8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69" y="8"/>
                    <a:pt x="69" y="7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6"/>
                    <a:pt x="68" y="6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6"/>
                    <a:pt x="69" y="6"/>
                    <a:pt x="69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3877"/>
            <p:cNvSpPr/>
            <p:nvPr/>
          </p:nvSpPr>
          <p:spPr bwMode="auto">
            <a:xfrm>
              <a:off x="2673352" y="1181101"/>
              <a:ext cx="57150" cy="38100"/>
            </a:xfrm>
            <a:custGeom>
              <a:avLst/>
              <a:gdLst>
                <a:gd name="T0" fmla="*/ 0 w 33"/>
                <a:gd name="T1" fmla="*/ 22 h 22"/>
                <a:gd name="T2" fmla="*/ 15 w 33"/>
                <a:gd name="T3" fmla="*/ 0 h 22"/>
                <a:gd name="T4" fmla="*/ 7 w 33"/>
                <a:gd name="T5" fmla="*/ 19 h 22"/>
                <a:gd name="T6" fmla="*/ 27 w 33"/>
                <a:gd name="T7" fmla="*/ 0 h 22"/>
                <a:gd name="T8" fmla="*/ 15 w 33"/>
                <a:gd name="T9" fmla="*/ 22 h 22"/>
                <a:gd name="T10" fmla="*/ 33 w 33"/>
                <a:gd name="T11" fmla="*/ 6 h 22"/>
                <a:gd name="T12" fmla="*/ 20 w 33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22">
                  <a:moveTo>
                    <a:pt x="0" y="22"/>
                  </a:moveTo>
                  <a:cubicBezTo>
                    <a:pt x="0" y="22"/>
                    <a:pt x="12" y="0"/>
                    <a:pt x="15" y="0"/>
                  </a:cubicBezTo>
                  <a:cubicBezTo>
                    <a:pt x="17" y="0"/>
                    <a:pt x="7" y="19"/>
                    <a:pt x="7" y="19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20" y="22"/>
                    <a:pt x="20" y="22"/>
                    <a:pt x="20" y="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3878"/>
            <p:cNvSpPr/>
            <p:nvPr/>
          </p:nvSpPr>
          <p:spPr bwMode="auto">
            <a:xfrm>
              <a:off x="2671764" y="1177926"/>
              <a:ext cx="60325" cy="44450"/>
            </a:xfrm>
            <a:custGeom>
              <a:avLst/>
              <a:gdLst>
                <a:gd name="T0" fmla="*/ 19 w 35"/>
                <a:gd name="T1" fmla="*/ 23 h 26"/>
                <a:gd name="T2" fmla="*/ 17 w 35"/>
                <a:gd name="T3" fmla="*/ 26 h 26"/>
                <a:gd name="T4" fmla="*/ 14 w 35"/>
                <a:gd name="T5" fmla="*/ 23 h 26"/>
                <a:gd name="T6" fmla="*/ 19 w 35"/>
                <a:gd name="T7" fmla="*/ 13 h 26"/>
                <a:gd name="T8" fmla="*/ 10 w 35"/>
                <a:gd name="T9" fmla="*/ 22 h 26"/>
                <a:gd name="T10" fmla="*/ 7 w 35"/>
                <a:gd name="T11" fmla="*/ 20 h 26"/>
                <a:gd name="T12" fmla="*/ 10 w 35"/>
                <a:gd name="T13" fmla="*/ 12 h 26"/>
                <a:gd name="T14" fmla="*/ 10 w 35"/>
                <a:gd name="T15" fmla="*/ 12 h 26"/>
                <a:gd name="T16" fmla="*/ 12 w 35"/>
                <a:gd name="T17" fmla="*/ 9 h 26"/>
                <a:gd name="T18" fmla="*/ 12 w 35"/>
                <a:gd name="T19" fmla="*/ 9 h 26"/>
                <a:gd name="T20" fmla="*/ 9 w 35"/>
                <a:gd name="T21" fmla="*/ 14 h 26"/>
                <a:gd name="T22" fmla="*/ 9 w 35"/>
                <a:gd name="T23" fmla="*/ 14 h 26"/>
                <a:gd name="T24" fmla="*/ 3 w 35"/>
                <a:gd name="T25" fmla="*/ 25 h 26"/>
                <a:gd name="T26" fmla="*/ 3 w 35"/>
                <a:gd name="T27" fmla="*/ 25 h 26"/>
                <a:gd name="T28" fmla="*/ 0 w 35"/>
                <a:gd name="T29" fmla="*/ 23 h 26"/>
                <a:gd name="T30" fmla="*/ 13 w 35"/>
                <a:gd name="T31" fmla="*/ 1 h 26"/>
                <a:gd name="T32" fmla="*/ 13 w 35"/>
                <a:gd name="T33" fmla="*/ 1 h 26"/>
                <a:gd name="T34" fmla="*/ 16 w 35"/>
                <a:gd name="T35" fmla="*/ 0 h 26"/>
                <a:gd name="T36" fmla="*/ 16 w 35"/>
                <a:gd name="T37" fmla="*/ 0 h 26"/>
                <a:gd name="T38" fmla="*/ 18 w 35"/>
                <a:gd name="T39" fmla="*/ 1 h 26"/>
                <a:gd name="T40" fmla="*/ 18 w 35"/>
                <a:gd name="T41" fmla="*/ 1 h 26"/>
                <a:gd name="T42" fmla="*/ 18 w 35"/>
                <a:gd name="T43" fmla="*/ 3 h 26"/>
                <a:gd name="T44" fmla="*/ 18 w 35"/>
                <a:gd name="T45" fmla="*/ 3 h 26"/>
                <a:gd name="T46" fmla="*/ 15 w 35"/>
                <a:gd name="T47" fmla="*/ 11 h 26"/>
                <a:gd name="T48" fmla="*/ 15 w 35"/>
                <a:gd name="T49" fmla="*/ 11 h 26"/>
                <a:gd name="T50" fmla="*/ 26 w 35"/>
                <a:gd name="T51" fmla="*/ 0 h 26"/>
                <a:gd name="T52" fmla="*/ 29 w 35"/>
                <a:gd name="T53" fmla="*/ 3 h 26"/>
                <a:gd name="T54" fmla="*/ 23 w 35"/>
                <a:gd name="T55" fmla="*/ 15 h 26"/>
                <a:gd name="T56" fmla="*/ 33 w 35"/>
                <a:gd name="T57" fmla="*/ 7 h 26"/>
                <a:gd name="T58" fmla="*/ 35 w 35"/>
                <a:gd name="T59" fmla="*/ 9 h 26"/>
                <a:gd name="T60" fmla="*/ 22 w 35"/>
                <a:gd name="T61" fmla="*/ 26 h 26"/>
                <a:gd name="T62" fmla="*/ 19 w 35"/>
                <a:gd name="T63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26">
                  <a:moveTo>
                    <a:pt x="19" y="23"/>
                  </a:moveTo>
                  <a:cubicBezTo>
                    <a:pt x="17" y="26"/>
                    <a:pt x="17" y="26"/>
                    <a:pt x="17" y="26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9" y="16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11"/>
                    <a:pt x="10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6" y="19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8" y="6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8" y="2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5"/>
                    <a:pt x="17" y="8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19" y="23"/>
                    <a:pt x="19" y="23"/>
                    <a:pt x="1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3879"/>
            <p:cNvSpPr/>
            <p:nvPr/>
          </p:nvSpPr>
          <p:spPr bwMode="auto">
            <a:xfrm>
              <a:off x="2671764" y="1177926"/>
              <a:ext cx="60325" cy="44450"/>
            </a:xfrm>
            <a:custGeom>
              <a:avLst/>
              <a:gdLst>
                <a:gd name="T0" fmla="*/ 19 w 35"/>
                <a:gd name="T1" fmla="*/ 23 h 26"/>
                <a:gd name="T2" fmla="*/ 17 w 35"/>
                <a:gd name="T3" fmla="*/ 26 h 26"/>
                <a:gd name="T4" fmla="*/ 14 w 35"/>
                <a:gd name="T5" fmla="*/ 23 h 26"/>
                <a:gd name="T6" fmla="*/ 19 w 35"/>
                <a:gd name="T7" fmla="*/ 13 h 26"/>
                <a:gd name="T8" fmla="*/ 10 w 35"/>
                <a:gd name="T9" fmla="*/ 22 h 26"/>
                <a:gd name="T10" fmla="*/ 7 w 35"/>
                <a:gd name="T11" fmla="*/ 20 h 26"/>
                <a:gd name="T12" fmla="*/ 10 w 35"/>
                <a:gd name="T13" fmla="*/ 12 h 26"/>
                <a:gd name="T14" fmla="*/ 10 w 35"/>
                <a:gd name="T15" fmla="*/ 12 h 26"/>
                <a:gd name="T16" fmla="*/ 12 w 35"/>
                <a:gd name="T17" fmla="*/ 9 h 26"/>
                <a:gd name="T18" fmla="*/ 12 w 35"/>
                <a:gd name="T19" fmla="*/ 9 h 26"/>
                <a:gd name="T20" fmla="*/ 9 w 35"/>
                <a:gd name="T21" fmla="*/ 14 h 26"/>
                <a:gd name="T22" fmla="*/ 9 w 35"/>
                <a:gd name="T23" fmla="*/ 14 h 26"/>
                <a:gd name="T24" fmla="*/ 3 w 35"/>
                <a:gd name="T25" fmla="*/ 25 h 26"/>
                <a:gd name="T26" fmla="*/ 3 w 35"/>
                <a:gd name="T27" fmla="*/ 25 h 26"/>
                <a:gd name="T28" fmla="*/ 3 w 35"/>
                <a:gd name="T29" fmla="*/ 25 h 26"/>
                <a:gd name="T30" fmla="*/ 0 w 35"/>
                <a:gd name="T31" fmla="*/ 23 h 26"/>
                <a:gd name="T32" fmla="*/ 13 w 35"/>
                <a:gd name="T33" fmla="*/ 1 h 26"/>
                <a:gd name="T34" fmla="*/ 13 w 35"/>
                <a:gd name="T35" fmla="*/ 1 h 26"/>
                <a:gd name="T36" fmla="*/ 16 w 35"/>
                <a:gd name="T37" fmla="*/ 0 h 26"/>
                <a:gd name="T38" fmla="*/ 16 w 35"/>
                <a:gd name="T39" fmla="*/ 0 h 26"/>
                <a:gd name="T40" fmla="*/ 18 w 35"/>
                <a:gd name="T41" fmla="*/ 1 h 26"/>
                <a:gd name="T42" fmla="*/ 18 w 35"/>
                <a:gd name="T43" fmla="*/ 1 h 26"/>
                <a:gd name="T44" fmla="*/ 18 w 35"/>
                <a:gd name="T45" fmla="*/ 3 h 26"/>
                <a:gd name="T46" fmla="*/ 18 w 35"/>
                <a:gd name="T47" fmla="*/ 3 h 26"/>
                <a:gd name="T48" fmla="*/ 15 w 35"/>
                <a:gd name="T49" fmla="*/ 11 h 26"/>
                <a:gd name="T50" fmla="*/ 15 w 35"/>
                <a:gd name="T51" fmla="*/ 11 h 26"/>
                <a:gd name="T52" fmla="*/ 26 w 35"/>
                <a:gd name="T53" fmla="*/ 0 h 26"/>
                <a:gd name="T54" fmla="*/ 29 w 35"/>
                <a:gd name="T55" fmla="*/ 3 h 26"/>
                <a:gd name="T56" fmla="*/ 23 w 35"/>
                <a:gd name="T57" fmla="*/ 15 h 26"/>
                <a:gd name="T58" fmla="*/ 33 w 35"/>
                <a:gd name="T59" fmla="*/ 7 h 26"/>
                <a:gd name="T60" fmla="*/ 35 w 35"/>
                <a:gd name="T61" fmla="*/ 9 h 26"/>
                <a:gd name="T62" fmla="*/ 22 w 35"/>
                <a:gd name="T63" fmla="*/ 26 h 26"/>
                <a:gd name="T64" fmla="*/ 19 w 35"/>
                <a:gd name="T65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" h="26">
                  <a:moveTo>
                    <a:pt x="19" y="23"/>
                  </a:moveTo>
                  <a:cubicBezTo>
                    <a:pt x="17" y="26"/>
                    <a:pt x="17" y="26"/>
                    <a:pt x="17" y="26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9" y="16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1" y="11"/>
                    <a:pt x="10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6" y="19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8" y="6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8" y="2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5"/>
                    <a:pt x="17" y="8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19" y="23"/>
                    <a:pt x="19" y="23"/>
                    <a:pt x="1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3880"/>
            <p:cNvSpPr>
              <a:spLocks noEditPoints="1"/>
            </p:cNvSpPr>
            <p:nvPr/>
          </p:nvSpPr>
          <p:spPr bwMode="auto">
            <a:xfrm>
              <a:off x="2663827" y="1173163"/>
              <a:ext cx="74613" cy="53975"/>
            </a:xfrm>
            <a:custGeom>
              <a:avLst/>
              <a:gdLst>
                <a:gd name="T0" fmla="*/ 21 w 42"/>
                <a:gd name="T1" fmla="*/ 30 h 31"/>
                <a:gd name="T2" fmla="*/ 14 w 42"/>
                <a:gd name="T3" fmla="*/ 27 h 31"/>
                <a:gd name="T4" fmla="*/ 9 w 42"/>
                <a:gd name="T5" fmla="*/ 28 h 31"/>
                <a:gd name="T6" fmla="*/ 9 w 42"/>
                <a:gd name="T7" fmla="*/ 28 h 31"/>
                <a:gd name="T8" fmla="*/ 7 w 42"/>
                <a:gd name="T9" fmla="*/ 27 h 31"/>
                <a:gd name="T10" fmla="*/ 0 w 42"/>
                <a:gd name="T11" fmla="*/ 26 h 31"/>
                <a:gd name="T12" fmla="*/ 2 w 42"/>
                <a:gd name="T13" fmla="*/ 24 h 31"/>
                <a:gd name="T14" fmla="*/ 3 w 42"/>
                <a:gd name="T15" fmla="*/ 22 h 31"/>
                <a:gd name="T16" fmla="*/ 7 w 42"/>
                <a:gd name="T17" fmla="*/ 15 h 31"/>
                <a:gd name="T18" fmla="*/ 15 w 42"/>
                <a:gd name="T19" fmla="*/ 2 h 31"/>
                <a:gd name="T20" fmla="*/ 19 w 42"/>
                <a:gd name="T21" fmla="*/ 0 h 31"/>
                <a:gd name="T22" fmla="*/ 20 w 42"/>
                <a:gd name="T23" fmla="*/ 0 h 31"/>
                <a:gd name="T24" fmla="*/ 23 w 42"/>
                <a:gd name="T25" fmla="*/ 2 h 31"/>
                <a:gd name="T26" fmla="*/ 24 w 42"/>
                <a:gd name="T27" fmla="*/ 5 h 31"/>
                <a:gd name="T28" fmla="*/ 24 w 42"/>
                <a:gd name="T29" fmla="*/ 6 h 31"/>
                <a:gd name="T30" fmla="*/ 30 w 42"/>
                <a:gd name="T31" fmla="*/ 0 h 31"/>
                <a:gd name="T32" fmla="*/ 35 w 42"/>
                <a:gd name="T33" fmla="*/ 6 h 31"/>
                <a:gd name="T34" fmla="*/ 37 w 42"/>
                <a:gd name="T35" fmla="*/ 6 h 31"/>
                <a:gd name="T36" fmla="*/ 27 w 42"/>
                <a:gd name="T37" fmla="*/ 31 h 31"/>
                <a:gd name="T38" fmla="*/ 22 w 42"/>
                <a:gd name="T39" fmla="*/ 27 h 31"/>
                <a:gd name="T40" fmla="*/ 22 w 42"/>
                <a:gd name="T41" fmla="*/ 27 h 31"/>
                <a:gd name="T42" fmla="*/ 21 w 42"/>
                <a:gd name="T43" fmla="*/ 25 h 31"/>
                <a:gd name="T44" fmla="*/ 23 w 42"/>
                <a:gd name="T45" fmla="*/ 23 h 31"/>
                <a:gd name="T46" fmla="*/ 26 w 42"/>
                <a:gd name="T47" fmla="*/ 25 h 31"/>
                <a:gd name="T48" fmla="*/ 36 w 42"/>
                <a:gd name="T49" fmla="*/ 11 h 31"/>
                <a:gd name="T50" fmla="*/ 25 w 42"/>
                <a:gd name="T51" fmla="*/ 16 h 31"/>
                <a:gd name="T52" fmla="*/ 14 w 42"/>
                <a:gd name="T53" fmla="*/ 22 h 31"/>
                <a:gd name="T54" fmla="*/ 18 w 42"/>
                <a:gd name="T55" fmla="*/ 12 h 31"/>
                <a:gd name="T56" fmla="*/ 20 w 42"/>
                <a:gd name="T57" fmla="*/ 5 h 31"/>
                <a:gd name="T58" fmla="*/ 20 w 42"/>
                <a:gd name="T59" fmla="*/ 4 h 31"/>
                <a:gd name="T60" fmla="*/ 20 w 42"/>
                <a:gd name="T61" fmla="*/ 4 h 31"/>
                <a:gd name="T62" fmla="*/ 20 w 42"/>
                <a:gd name="T63" fmla="*/ 4 h 31"/>
                <a:gd name="T64" fmla="*/ 18 w 42"/>
                <a:gd name="T65" fmla="*/ 5 h 31"/>
                <a:gd name="T66" fmla="*/ 14 w 42"/>
                <a:gd name="T67" fmla="*/ 11 h 31"/>
                <a:gd name="T68" fmla="*/ 14 w 42"/>
                <a:gd name="T69" fmla="*/ 10 h 31"/>
                <a:gd name="T70" fmla="*/ 16 w 42"/>
                <a:gd name="T71" fmla="*/ 15 h 31"/>
                <a:gd name="T72" fmla="*/ 13 w 42"/>
                <a:gd name="T73" fmla="*/ 21 h 31"/>
                <a:gd name="T74" fmla="*/ 14 w 42"/>
                <a:gd name="T75" fmla="*/ 22 h 31"/>
                <a:gd name="T76" fmla="*/ 31 w 42"/>
                <a:gd name="T77" fmla="*/ 5 h 31"/>
                <a:gd name="T78" fmla="*/ 22 w 42"/>
                <a:gd name="T79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" h="31">
                  <a:moveTo>
                    <a:pt x="24" y="28"/>
                  </a:moveTo>
                  <a:cubicBezTo>
                    <a:pt x="21" y="30"/>
                    <a:pt x="21" y="30"/>
                    <a:pt x="21" y="30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7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0"/>
                    <a:pt x="5" y="18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9" y="10"/>
                    <a:pt x="13" y="5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6" y="1"/>
                    <a:pt x="17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3" y="0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4" y="3"/>
                    <a:pt x="24" y="4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4" y="28"/>
                    <a:pt x="24" y="28"/>
                    <a:pt x="24" y="28"/>
                  </a:cubicBezTo>
                  <a:close/>
                  <a:moveTo>
                    <a:pt x="22" y="27"/>
                  </a:moveTo>
                  <a:cubicBezTo>
                    <a:pt x="23" y="25"/>
                    <a:pt x="23" y="25"/>
                    <a:pt x="23" y="25"/>
                  </a:cubicBezTo>
                  <a:cubicBezTo>
                    <a:pt x="22" y="27"/>
                    <a:pt x="22" y="27"/>
                    <a:pt x="22" y="27"/>
                  </a:cubicBezTo>
                  <a:close/>
                  <a:moveTo>
                    <a:pt x="20" y="25"/>
                  </a:moveTo>
                  <a:cubicBezTo>
                    <a:pt x="21" y="25"/>
                    <a:pt x="21" y="25"/>
                    <a:pt x="21" y="25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0" y="25"/>
                    <a:pt x="20" y="25"/>
                    <a:pt x="20" y="25"/>
                  </a:cubicBezTo>
                  <a:close/>
                  <a:moveTo>
                    <a:pt x="14" y="22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9"/>
                    <a:pt x="20" y="6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4"/>
                    <a:pt x="19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7" y="6"/>
                    <a:pt x="15" y="8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0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7" y="13"/>
                    <a:pt x="17" y="14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8"/>
                    <a:pt x="14" y="20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25" y="16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5" y="16"/>
                    <a:pt x="25" y="16"/>
                    <a:pt x="25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3881"/>
            <p:cNvSpPr/>
            <p:nvPr/>
          </p:nvSpPr>
          <p:spPr bwMode="auto">
            <a:xfrm>
              <a:off x="2697164" y="1423988"/>
              <a:ext cx="0" cy="25400"/>
            </a:xfrm>
            <a:custGeom>
              <a:avLst/>
              <a:gdLst>
                <a:gd name="T0" fmla="*/ 16 h 16"/>
                <a:gd name="T1" fmla="*/ 0 h 16"/>
                <a:gd name="T2" fmla="*/ 16 h 1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6">
                  <a:moveTo>
                    <a:pt x="0" y="16"/>
                  </a:move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Line 3882"/>
            <p:cNvSpPr>
              <a:spLocks noChangeShapeType="1"/>
            </p:cNvSpPr>
            <p:nvPr/>
          </p:nvSpPr>
          <p:spPr bwMode="auto">
            <a:xfrm flipV="1">
              <a:off x="2697164" y="1423988"/>
              <a:ext cx="0" cy="2540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3883"/>
            <p:cNvSpPr/>
            <p:nvPr/>
          </p:nvSpPr>
          <p:spPr bwMode="auto">
            <a:xfrm>
              <a:off x="2693989" y="1423988"/>
              <a:ext cx="6350" cy="25400"/>
            </a:xfrm>
            <a:custGeom>
              <a:avLst/>
              <a:gdLst>
                <a:gd name="T0" fmla="*/ 0 w 4"/>
                <a:gd name="T1" fmla="*/ 16 h 16"/>
                <a:gd name="T2" fmla="*/ 0 w 4"/>
                <a:gd name="T3" fmla="*/ 0 h 16"/>
                <a:gd name="T4" fmla="*/ 4 w 4"/>
                <a:gd name="T5" fmla="*/ 0 h 16"/>
                <a:gd name="T6" fmla="*/ 4 w 4"/>
                <a:gd name="T7" fmla="*/ 16 h 16"/>
                <a:gd name="T8" fmla="*/ 0 w 4"/>
                <a:gd name="T9" fmla="*/ 16 h 16"/>
                <a:gd name="T10" fmla="*/ 0 w 4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6">
                  <a:moveTo>
                    <a:pt x="0" y="16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3884"/>
            <p:cNvSpPr/>
            <p:nvPr/>
          </p:nvSpPr>
          <p:spPr bwMode="auto">
            <a:xfrm>
              <a:off x="2693989" y="1423988"/>
              <a:ext cx="6350" cy="25400"/>
            </a:xfrm>
            <a:custGeom>
              <a:avLst/>
              <a:gdLst>
                <a:gd name="T0" fmla="*/ 0 w 4"/>
                <a:gd name="T1" fmla="*/ 16 h 16"/>
                <a:gd name="T2" fmla="*/ 0 w 4"/>
                <a:gd name="T3" fmla="*/ 0 h 16"/>
                <a:gd name="T4" fmla="*/ 4 w 4"/>
                <a:gd name="T5" fmla="*/ 0 h 16"/>
                <a:gd name="T6" fmla="*/ 4 w 4"/>
                <a:gd name="T7" fmla="*/ 16 h 16"/>
                <a:gd name="T8" fmla="*/ 0 w 4"/>
                <a:gd name="T9" fmla="*/ 16 h 16"/>
                <a:gd name="T10" fmla="*/ 0 w 4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6">
                  <a:moveTo>
                    <a:pt x="0" y="16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3885"/>
            <p:cNvSpPr>
              <a:spLocks noEditPoints="1"/>
            </p:cNvSpPr>
            <p:nvPr/>
          </p:nvSpPr>
          <p:spPr bwMode="auto">
            <a:xfrm>
              <a:off x="2690814" y="1420813"/>
              <a:ext cx="14288" cy="31750"/>
            </a:xfrm>
            <a:custGeom>
              <a:avLst/>
              <a:gdLst>
                <a:gd name="T0" fmla="*/ 6 w 9"/>
                <a:gd name="T1" fmla="*/ 20 h 20"/>
                <a:gd name="T2" fmla="*/ 2 w 9"/>
                <a:gd name="T3" fmla="*/ 20 h 20"/>
                <a:gd name="T4" fmla="*/ 2 w 9"/>
                <a:gd name="T5" fmla="*/ 18 h 20"/>
                <a:gd name="T6" fmla="*/ 4 w 9"/>
                <a:gd name="T7" fmla="*/ 18 h 20"/>
                <a:gd name="T8" fmla="*/ 2 w 9"/>
                <a:gd name="T9" fmla="*/ 18 h 20"/>
                <a:gd name="T10" fmla="*/ 2 w 9"/>
                <a:gd name="T11" fmla="*/ 20 h 20"/>
                <a:gd name="T12" fmla="*/ 0 w 9"/>
                <a:gd name="T13" fmla="*/ 20 h 20"/>
                <a:gd name="T14" fmla="*/ 0 w 9"/>
                <a:gd name="T15" fmla="*/ 0 h 20"/>
                <a:gd name="T16" fmla="*/ 9 w 9"/>
                <a:gd name="T17" fmla="*/ 0 h 20"/>
                <a:gd name="T18" fmla="*/ 9 w 9"/>
                <a:gd name="T19" fmla="*/ 20 h 20"/>
                <a:gd name="T20" fmla="*/ 6 w 9"/>
                <a:gd name="T21" fmla="*/ 20 h 20"/>
                <a:gd name="T22" fmla="*/ 6 w 9"/>
                <a:gd name="T23" fmla="*/ 20 h 20"/>
                <a:gd name="T24" fmla="*/ 4 w 9"/>
                <a:gd name="T25" fmla="*/ 15 h 20"/>
                <a:gd name="T26" fmla="*/ 4 w 9"/>
                <a:gd name="T27" fmla="*/ 4 h 20"/>
                <a:gd name="T28" fmla="*/ 4 w 9"/>
                <a:gd name="T29" fmla="*/ 4 h 20"/>
                <a:gd name="T30" fmla="*/ 4 w 9"/>
                <a:gd name="T31" fmla="*/ 15 h 20"/>
                <a:gd name="T32" fmla="*/ 4 w 9"/>
                <a:gd name="T33" fmla="*/ 15 h 20"/>
                <a:gd name="T34" fmla="*/ 4 w 9"/>
                <a:gd name="T35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" h="20">
                  <a:moveTo>
                    <a:pt x="6" y="20"/>
                  </a:moveTo>
                  <a:lnTo>
                    <a:pt x="2" y="20"/>
                  </a:lnTo>
                  <a:lnTo>
                    <a:pt x="2" y="18"/>
                  </a:lnTo>
                  <a:lnTo>
                    <a:pt x="4" y="18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20"/>
                  </a:lnTo>
                  <a:lnTo>
                    <a:pt x="6" y="20"/>
                  </a:lnTo>
                  <a:lnTo>
                    <a:pt x="6" y="20"/>
                  </a:lnTo>
                  <a:close/>
                  <a:moveTo>
                    <a:pt x="4" y="15"/>
                  </a:moveTo>
                  <a:lnTo>
                    <a:pt x="4" y="4"/>
                  </a:lnTo>
                  <a:lnTo>
                    <a:pt x="4" y="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3886"/>
            <p:cNvSpPr/>
            <p:nvPr/>
          </p:nvSpPr>
          <p:spPr bwMode="auto">
            <a:xfrm>
              <a:off x="2678114" y="1449388"/>
              <a:ext cx="52388" cy="23813"/>
            </a:xfrm>
            <a:custGeom>
              <a:avLst/>
              <a:gdLst>
                <a:gd name="T0" fmla="*/ 0 w 30"/>
                <a:gd name="T1" fmla="*/ 9 h 14"/>
                <a:gd name="T2" fmla="*/ 0 w 30"/>
                <a:gd name="T3" fmla="*/ 4 h 14"/>
                <a:gd name="T4" fmla="*/ 0 w 30"/>
                <a:gd name="T5" fmla="*/ 4 h 14"/>
                <a:gd name="T6" fmla="*/ 0 w 30"/>
                <a:gd name="T7" fmla="*/ 2 h 14"/>
                <a:gd name="T8" fmla="*/ 0 w 30"/>
                <a:gd name="T9" fmla="*/ 2 h 14"/>
                <a:gd name="T10" fmla="*/ 4 w 30"/>
                <a:gd name="T11" fmla="*/ 2 h 14"/>
                <a:gd name="T12" fmla="*/ 4 w 30"/>
                <a:gd name="T13" fmla="*/ 4 h 14"/>
                <a:gd name="T14" fmla="*/ 4 w 30"/>
                <a:gd name="T15" fmla="*/ 4 h 14"/>
                <a:gd name="T16" fmla="*/ 5 w 30"/>
                <a:gd name="T17" fmla="*/ 10 h 14"/>
                <a:gd name="T18" fmla="*/ 5 w 30"/>
                <a:gd name="T19" fmla="*/ 10 h 14"/>
                <a:gd name="T20" fmla="*/ 5 w 30"/>
                <a:gd name="T21" fmla="*/ 10 h 14"/>
                <a:gd name="T22" fmla="*/ 5 w 30"/>
                <a:gd name="T23" fmla="*/ 10 h 14"/>
                <a:gd name="T24" fmla="*/ 5 w 30"/>
                <a:gd name="T25" fmla="*/ 10 h 14"/>
                <a:gd name="T26" fmla="*/ 5 w 30"/>
                <a:gd name="T27" fmla="*/ 10 h 14"/>
                <a:gd name="T28" fmla="*/ 10 w 30"/>
                <a:gd name="T29" fmla="*/ 5 h 14"/>
                <a:gd name="T30" fmla="*/ 10 w 30"/>
                <a:gd name="T31" fmla="*/ 5 h 14"/>
                <a:gd name="T32" fmla="*/ 11 w 30"/>
                <a:gd name="T33" fmla="*/ 2 h 14"/>
                <a:gd name="T34" fmla="*/ 11 w 30"/>
                <a:gd name="T35" fmla="*/ 2 h 14"/>
                <a:gd name="T36" fmla="*/ 15 w 30"/>
                <a:gd name="T37" fmla="*/ 2 h 14"/>
                <a:gd name="T38" fmla="*/ 16 w 30"/>
                <a:gd name="T39" fmla="*/ 5 h 14"/>
                <a:gd name="T40" fmla="*/ 16 w 30"/>
                <a:gd name="T41" fmla="*/ 5 h 14"/>
                <a:gd name="T42" fmla="*/ 20 w 30"/>
                <a:gd name="T43" fmla="*/ 8 h 14"/>
                <a:gd name="T44" fmla="*/ 20 w 30"/>
                <a:gd name="T45" fmla="*/ 8 h 14"/>
                <a:gd name="T46" fmla="*/ 21 w 30"/>
                <a:gd name="T47" fmla="*/ 8 h 14"/>
                <a:gd name="T48" fmla="*/ 21 w 30"/>
                <a:gd name="T49" fmla="*/ 8 h 14"/>
                <a:gd name="T50" fmla="*/ 25 w 30"/>
                <a:gd name="T51" fmla="*/ 4 h 14"/>
                <a:gd name="T52" fmla="*/ 25 w 30"/>
                <a:gd name="T53" fmla="*/ 4 h 14"/>
                <a:gd name="T54" fmla="*/ 26 w 30"/>
                <a:gd name="T55" fmla="*/ 0 h 14"/>
                <a:gd name="T56" fmla="*/ 26 w 30"/>
                <a:gd name="T57" fmla="*/ 0 h 14"/>
                <a:gd name="T58" fmla="*/ 30 w 30"/>
                <a:gd name="T59" fmla="*/ 0 h 14"/>
                <a:gd name="T60" fmla="*/ 22 w 30"/>
                <a:gd name="T61" fmla="*/ 12 h 14"/>
                <a:gd name="T62" fmla="*/ 22 w 30"/>
                <a:gd name="T63" fmla="*/ 12 h 14"/>
                <a:gd name="T64" fmla="*/ 20 w 30"/>
                <a:gd name="T65" fmla="*/ 12 h 14"/>
                <a:gd name="T66" fmla="*/ 20 w 30"/>
                <a:gd name="T67" fmla="*/ 12 h 14"/>
                <a:gd name="T68" fmla="*/ 13 w 30"/>
                <a:gd name="T69" fmla="*/ 7 h 14"/>
                <a:gd name="T70" fmla="*/ 13 w 30"/>
                <a:gd name="T71" fmla="*/ 7 h 14"/>
                <a:gd name="T72" fmla="*/ 7 w 30"/>
                <a:gd name="T73" fmla="*/ 14 h 14"/>
                <a:gd name="T74" fmla="*/ 7 w 30"/>
                <a:gd name="T75" fmla="*/ 14 h 14"/>
                <a:gd name="T76" fmla="*/ 5 w 30"/>
                <a:gd name="T77" fmla="*/ 14 h 14"/>
                <a:gd name="T78" fmla="*/ 5 w 30"/>
                <a:gd name="T79" fmla="*/ 14 h 14"/>
                <a:gd name="T80" fmla="*/ 0 w 30"/>
                <a:gd name="T8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0" h="14">
                  <a:moveTo>
                    <a:pt x="0" y="9"/>
                  </a:moveTo>
                  <a:cubicBezTo>
                    <a:pt x="0" y="7"/>
                    <a:pt x="0" y="5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4" y="9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7" y="9"/>
                    <a:pt x="9" y="7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3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3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6"/>
                    <a:pt x="19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3" y="7"/>
                    <a:pt x="24" y="6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6" y="2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10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7" y="11"/>
                    <a:pt x="14" y="9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10"/>
                    <a:pt x="10" y="12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1" y="11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3887"/>
            <p:cNvSpPr>
              <a:spLocks noEditPoints="1"/>
            </p:cNvSpPr>
            <p:nvPr/>
          </p:nvSpPr>
          <p:spPr bwMode="auto">
            <a:xfrm>
              <a:off x="2674939" y="1444626"/>
              <a:ext cx="58738" cy="31750"/>
            </a:xfrm>
            <a:custGeom>
              <a:avLst/>
              <a:gdLst>
                <a:gd name="T0" fmla="*/ 0 w 34"/>
                <a:gd name="T1" fmla="*/ 6 h 18"/>
                <a:gd name="T2" fmla="*/ 0 w 34"/>
                <a:gd name="T3" fmla="*/ 4 h 18"/>
                <a:gd name="T4" fmla="*/ 8 w 34"/>
                <a:gd name="T5" fmla="*/ 5 h 18"/>
                <a:gd name="T6" fmla="*/ 8 w 34"/>
                <a:gd name="T7" fmla="*/ 6 h 18"/>
                <a:gd name="T8" fmla="*/ 8 w 34"/>
                <a:gd name="T9" fmla="*/ 9 h 18"/>
                <a:gd name="T10" fmla="*/ 11 w 34"/>
                <a:gd name="T11" fmla="*/ 4 h 18"/>
                <a:gd name="T12" fmla="*/ 13 w 34"/>
                <a:gd name="T13" fmla="*/ 2 h 18"/>
                <a:gd name="T14" fmla="*/ 18 w 34"/>
                <a:gd name="T15" fmla="*/ 3 h 18"/>
                <a:gd name="T16" fmla="*/ 19 w 34"/>
                <a:gd name="T17" fmla="*/ 3 h 18"/>
                <a:gd name="T18" fmla="*/ 19 w 34"/>
                <a:gd name="T19" fmla="*/ 3 h 18"/>
                <a:gd name="T20" fmla="*/ 20 w 34"/>
                <a:gd name="T21" fmla="*/ 6 h 18"/>
                <a:gd name="T22" fmla="*/ 22 w 34"/>
                <a:gd name="T23" fmla="*/ 8 h 18"/>
                <a:gd name="T24" fmla="*/ 22 w 34"/>
                <a:gd name="T25" fmla="*/ 8 h 18"/>
                <a:gd name="T26" fmla="*/ 25 w 34"/>
                <a:gd name="T27" fmla="*/ 5 h 18"/>
                <a:gd name="T28" fmla="*/ 26 w 34"/>
                <a:gd name="T29" fmla="*/ 2 h 18"/>
                <a:gd name="T30" fmla="*/ 27 w 34"/>
                <a:gd name="T31" fmla="*/ 1 h 18"/>
                <a:gd name="T32" fmla="*/ 28 w 34"/>
                <a:gd name="T33" fmla="*/ 0 h 18"/>
                <a:gd name="T34" fmla="*/ 32 w 34"/>
                <a:gd name="T35" fmla="*/ 2 h 18"/>
                <a:gd name="T36" fmla="*/ 34 w 34"/>
                <a:gd name="T37" fmla="*/ 2 h 18"/>
                <a:gd name="T38" fmla="*/ 34 w 34"/>
                <a:gd name="T39" fmla="*/ 2 h 18"/>
                <a:gd name="T40" fmla="*/ 34 w 34"/>
                <a:gd name="T41" fmla="*/ 4 h 18"/>
                <a:gd name="T42" fmla="*/ 33 w 34"/>
                <a:gd name="T43" fmla="*/ 8 h 18"/>
                <a:gd name="T44" fmla="*/ 22 w 34"/>
                <a:gd name="T45" fmla="*/ 16 h 18"/>
                <a:gd name="T46" fmla="*/ 15 w 34"/>
                <a:gd name="T47" fmla="*/ 13 h 18"/>
                <a:gd name="T48" fmla="*/ 7 w 34"/>
                <a:gd name="T49" fmla="*/ 18 h 18"/>
                <a:gd name="T50" fmla="*/ 6 w 34"/>
                <a:gd name="T51" fmla="*/ 14 h 18"/>
                <a:gd name="T52" fmla="*/ 6 w 34"/>
                <a:gd name="T53" fmla="*/ 14 h 18"/>
                <a:gd name="T54" fmla="*/ 5 w 34"/>
                <a:gd name="T55" fmla="*/ 13 h 18"/>
                <a:gd name="T56" fmla="*/ 22 w 34"/>
                <a:gd name="T57" fmla="*/ 12 h 18"/>
                <a:gd name="T58" fmla="*/ 22 w 34"/>
                <a:gd name="T59" fmla="*/ 12 h 18"/>
                <a:gd name="T60" fmla="*/ 23 w 34"/>
                <a:gd name="T61" fmla="*/ 12 h 18"/>
                <a:gd name="T62" fmla="*/ 23 w 34"/>
                <a:gd name="T63" fmla="*/ 12 h 18"/>
                <a:gd name="T64" fmla="*/ 4 w 34"/>
                <a:gd name="T65" fmla="*/ 11 h 18"/>
                <a:gd name="T66" fmla="*/ 4 w 34"/>
                <a:gd name="T67" fmla="*/ 11 h 18"/>
                <a:gd name="T68" fmla="*/ 4 w 34"/>
                <a:gd name="T69" fmla="*/ 10 h 18"/>
                <a:gd name="T70" fmla="*/ 4 w 34"/>
                <a:gd name="T71" fmla="*/ 11 h 18"/>
                <a:gd name="T72" fmla="*/ 18 w 34"/>
                <a:gd name="T73" fmla="*/ 10 h 18"/>
                <a:gd name="T74" fmla="*/ 15 w 34"/>
                <a:gd name="T75" fmla="*/ 6 h 18"/>
                <a:gd name="T76" fmla="*/ 17 w 34"/>
                <a:gd name="T77" fmla="*/ 8 h 18"/>
                <a:gd name="T78" fmla="*/ 12 w 34"/>
                <a:gd name="T79" fmla="*/ 10 h 18"/>
                <a:gd name="T80" fmla="*/ 15 w 34"/>
                <a:gd name="T81" fmla="*/ 6 h 18"/>
                <a:gd name="T82" fmla="*/ 29 w 34"/>
                <a:gd name="T83" fmla="*/ 7 h 18"/>
                <a:gd name="T84" fmla="*/ 29 w 34"/>
                <a:gd name="T85" fmla="*/ 5 h 18"/>
                <a:gd name="T86" fmla="*/ 11 w 34"/>
                <a:gd name="T87" fmla="*/ 4 h 18"/>
                <a:gd name="T88" fmla="*/ 11 w 34"/>
                <a:gd name="T89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4" h="18"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7"/>
                    <a:pt x="8" y="8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8"/>
                    <a:pt x="9" y="7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9" y="2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5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7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7"/>
                    <a:pt x="25" y="7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4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0"/>
                    <a:pt x="27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3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5"/>
                    <a:pt x="33" y="6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11"/>
                    <a:pt x="29" y="14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3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9" y="16"/>
                    <a:pt x="17" y="14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4"/>
                    <a:pt x="12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8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2" y="18"/>
                    <a:pt x="1" y="14"/>
                    <a:pt x="0" y="12"/>
                  </a:cubicBezTo>
                  <a:close/>
                  <a:moveTo>
                    <a:pt x="6" y="14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4"/>
                    <a:pt x="6" y="14"/>
                  </a:cubicBezTo>
                  <a:close/>
                  <a:moveTo>
                    <a:pt x="22" y="12"/>
                  </a:moveTo>
                  <a:cubicBezTo>
                    <a:pt x="22" y="12"/>
                    <a:pt x="22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lose/>
                  <a:moveTo>
                    <a:pt x="23" y="12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lose/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0"/>
                    <a:pt x="4" y="10"/>
                    <a:pt x="4" y="11"/>
                  </a:cubicBezTo>
                  <a:close/>
                  <a:moveTo>
                    <a:pt x="17" y="8"/>
                  </a:moveTo>
                  <a:cubicBezTo>
                    <a:pt x="17" y="9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7"/>
                    <a:pt x="16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7" y="8"/>
                    <a:pt x="17" y="8"/>
                    <a:pt x="17" y="8"/>
                  </a:cubicBezTo>
                  <a:close/>
                  <a:moveTo>
                    <a:pt x="13" y="8"/>
                  </a:moveTo>
                  <a:cubicBezTo>
                    <a:pt x="13" y="9"/>
                    <a:pt x="13" y="9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3" y="9"/>
                    <a:pt x="13" y="9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7"/>
                    <a:pt x="13" y="8"/>
                  </a:cubicBezTo>
                  <a:close/>
                  <a:moveTo>
                    <a:pt x="29" y="7"/>
                  </a:moveTo>
                  <a:cubicBezTo>
                    <a:pt x="29" y="7"/>
                    <a:pt x="28" y="8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7"/>
                    <a:pt x="29" y="6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6"/>
                    <a:pt x="29" y="7"/>
                  </a:cubicBezTo>
                  <a:close/>
                  <a:moveTo>
                    <a:pt x="11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3888"/>
            <p:cNvSpPr/>
            <p:nvPr/>
          </p:nvSpPr>
          <p:spPr bwMode="auto">
            <a:xfrm>
              <a:off x="2687639" y="1465263"/>
              <a:ext cx="46038" cy="173038"/>
            </a:xfrm>
            <a:custGeom>
              <a:avLst/>
              <a:gdLst>
                <a:gd name="T0" fmla="*/ 0 w 29"/>
                <a:gd name="T1" fmla="*/ 80 h 109"/>
                <a:gd name="T2" fmla="*/ 4 w 29"/>
                <a:gd name="T3" fmla="*/ 0 h 109"/>
                <a:gd name="T4" fmla="*/ 8 w 29"/>
                <a:gd name="T5" fmla="*/ 0 h 109"/>
                <a:gd name="T6" fmla="*/ 4 w 29"/>
                <a:gd name="T7" fmla="*/ 79 h 109"/>
                <a:gd name="T8" fmla="*/ 11 w 29"/>
                <a:gd name="T9" fmla="*/ 99 h 109"/>
                <a:gd name="T10" fmla="*/ 25 w 29"/>
                <a:gd name="T11" fmla="*/ 79 h 109"/>
                <a:gd name="T12" fmla="*/ 12 w 29"/>
                <a:gd name="T13" fmla="*/ 1 h 109"/>
                <a:gd name="T14" fmla="*/ 12 w 29"/>
                <a:gd name="T15" fmla="*/ 1 h 109"/>
                <a:gd name="T16" fmla="*/ 16 w 29"/>
                <a:gd name="T17" fmla="*/ 0 h 109"/>
                <a:gd name="T18" fmla="*/ 29 w 29"/>
                <a:gd name="T19" fmla="*/ 80 h 109"/>
                <a:gd name="T20" fmla="*/ 10 w 29"/>
                <a:gd name="T21" fmla="*/ 109 h 109"/>
                <a:gd name="T22" fmla="*/ 0 w 29"/>
                <a:gd name="T23" fmla="*/ 80 h 109"/>
                <a:gd name="T24" fmla="*/ 0 w 29"/>
                <a:gd name="T25" fmla="*/ 8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09">
                  <a:moveTo>
                    <a:pt x="0" y="8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4" y="79"/>
                  </a:lnTo>
                  <a:lnTo>
                    <a:pt x="11" y="99"/>
                  </a:lnTo>
                  <a:lnTo>
                    <a:pt x="25" y="79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29" y="80"/>
                  </a:lnTo>
                  <a:lnTo>
                    <a:pt x="10" y="109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3889"/>
            <p:cNvSpPr>
              <a:spLocks noEditPoints="1"/>
            </p:cNvSpPr>
            <p:nvPr/>
          </p:nvSpPr>
          <p:spPr bwMode="auto">
            <a:xfrm>
              <a:off x="2684464" y="1455738"/>
              <a:ext cx="53975" cy="190500"/>
            </a:xfrm>
            <a:custGeom>
              <a:avLst/>
              <a:gdLst>
                <a:gd name="T0" fmla="*/ 0 w 34"/>
                <a:gd name="T1" fmla="*/ 86 h 120"/>
                <a:gd name="T2" fmla="*/ 2 w 34"/>
                <a:gd name="T3" fmla="*/ 86 h 120"/>
                <a:gd name="T4" fmla="*/ 4 w 34"/>
                <a:gd name="T5" fmla="*/ 86 h 120"/>
                <a:gd name="T6" fmla="*/ 2 w 34"/>
                <a:gd name="T7" fmla="*/ 86 h 120"/>
                <a:gd name="T8" fmla="*/ 0 w 34"/>
                <a:gd name="T9" fmla="*/ 86 h 120"/>
                <a:gd name="T10" fmla="*/ 0 w 34"/>
                <a:gd name="T11" fmla="*/ 86 h 120"/>
                <a:gd name="T12" fmla="*/ 4 w 34"/>
                <a:gd name="T13" fmla="*/ 3 h 120"/>
                <a:gd name="T14" fmla="*/ 12 w 34"/>
                <a:gd name="T15" fmla="*/ 3 h 120"/>
                <a:gd name="T16" fmla="*/ 10 w 34"/>
                <a:gd name="T17" fmla="*/ 0 h 120"/>
                <a:gd name="T18" fmla="*/ 15 w 34"/>
                <a:gd name="T19" fmla="*/ 3 h 120"/>
                <a:gd name="T20" fmla="*/ 20 w 34"/>
                <a:gd name="T21" fmla="*/ 3 h 120"/>
                <a:gd name="T22" fmla="*/ 34 w 34"/>
                <a:gd name="T23" fmla="*/ 86 h 120"/>
                <a:gd name="T24" fmla="*/ 10 w 34"/>
                <a:gd name="T25" fmla="*/ 120 h 120"/>
                <a:gd name="T26" fmla="*/ 0 w 34"/>
                <a:gd name="T27" fmla="*/ 86 h 120"/>
                <a:gd name="T28" fmla="*/ 0 w 34"/>
                <a:gd name="T29" fmla="*/ 86 h 120"/>
                <a:gd name="T30" fmla="*/ 13 w 34"/>
                <a:gd name="T31" fmla="*/ 110 h 120"/>
                <a:gd name="T32" fmla="*/ 13 w 34"/>
                <a:gd name="T33" fmla="*/ 110 h 120"/>
                <a:gd name="T34" fmla="*/ 4 w 34"/>
                <a:gd name="T35" fmla="*/ 85 h 120"/>
                <a:gd name="T36" fmla="*/ 8 w 34"/>
                <a:gd name="T37" fmla="*/ 8 h 120"/>
                <a:gd name="T38" fmla="*/ 4 w 34"/>
                <a:gd name="T39" fmla="*/ 85 h 120"/>
                <a:gd name="T40" fmla="*/ 13 w 34"/>
                <a:gd name="T41" fmla="*/ 110 h 120"/>
                <a:gd name="T42" fmla="*/ 13 w 34"/>
                <a:gd name="T43" fmla="*/ 110 h 120"/>
                <a:gd name="T44" fmla="*/ 8 w 34"/>
                <a:gd name="T45" fmla="*/ 85 h 120"/>
                <a:gd name="T46" fmla="*/ 14 w 34"/>
                <a:gd name="T47" fmla="*/ 100 h 120"/>
                <a:gd name="T48" fmla="*/ 25 w 34"/>
                <a:gd name="T49" fmla="*/ 83 h 120"/>
                <a:gd name="T50" fmla="*/ 13 w 34"/>
                <a:gd name="T51" fmla="*/ 8 h 120"/>
                <a:gd name="T52" fmla="*/ 8 w 34"/>
                <a:gd name="T53" fmla="*/ 85 h 120"/>
                <a:gd name="T54" fmla="*/ 8 w 34"/>
                <a:gd name="T55" fmla="*/ 85 h 120"/>
                <a:gd name="T56" fmla="*/ 29 w 34"/>
                <a:gd name="T57" fmla="*/ 85 h 120"/>
                <a:gd name="T58" fmla="*/ 29 w 34"/>
                <a:gd name="T59" fmla="*/ 85 h 120"/>
                <a:gd name="T60" fmla="*/ 17 w 34"/>
                <a:gd name="T61" fmla="*/ 8 h 120"/>
                <a:gd name="T62" fmla="*/ 17 w 34"/>
                <a:gd name="T63" fmla="*/ 8 h 120"/>
                <a:gd name="T64" fmla="*/ 29 w 34"/>
                <a:gd name="T65" fmla="*/ 85 h 120"/>
                <a:gd name="T66" fmla="*/ 29 w 34"/>
                <a:gd name="T67" fmla="*/ 8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120">
                  <a:moveTo>
                    <a:pt x="0" y="86"/>
                  </a:moveTo>
                  <a:lnTo>
                    <a:pt x="2" y="86"/>
                  </a:lnTo>
                  <a:lnTo>
                    <a:pt x="4" y="86"/>
                  </a:lnTo>
                  <a:lnTo>
                    <a:pt x="2" y="8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4" y="3"/>
                  </a:lnTo>
                  <a:lnTo>
                    <a:pt x="12" y="3"/>
                  </a:lnTo>
                  <a:lnTo>
                    <a:pt x="10" y="0"/>
                  </a:lnTo>
                  <a:lnTo>
                    <a:pt x="15" y="3"/>
                  </a:lnTo>
                  <a:lnTo>
                    <a:pt x="20" y="3"/>
                  </a:lnTo>
                  <a:lnTo>
                    <a:pt x="34" y="86"/>
                  </a:lnTo>
                  <a:lnTo>
                    <a:pt x="10" y="120"/>
                  </a:lnTo>
                  <a:lnTo>
                    <a:pt x="0" y="86"/>
                  </a:lnTo>
                  <a:lnTo>
                    <a:pt x="0" y="86"/>
                  </a:lnTo>
                  <a:close/>
                  <a:moveTo>
                    <a:pt x="13" y="110"/>
                  </a:moveTo>
                  <a:lnTo>
                    <a:pt x="13" y="110"/>
                  </a:lnTo>
                  <a:lnTo>
                    <a:pt x="4" y="85"/>
                  </a:lnTo>
                  <a:lnTo>
                    <a:pt x="8" y="8"/>
                  </a:lnTo>
                  <a:lnTo>
                    <a:pt x="4" y="85"/>
                  </a:lnTo>
                  <a:lnTo>
                    <a:pt x="13" y="110"/>
                  </a:lnTo>
                  <a:lnTo>
                    <a:pt x="13" y="110"/>
                  </a:lnTo>
                  <a:close/>
                  <a:moveTo>
                    <a:pt x="8" y="85"/>
                  </a:moveTo>
                  <a:lnTo>
                    <a:pt x="14" y="100"/>
                  </a:lnTo>
                  <a:lnTo>
                    <a:pt x="25" y="83"/>
                  </a:lnTo>
                  <a:lnTo>
                    <a:pt x="13" y="8"/>
                  </a:lnTo>
                  <a:lnTo>
                    <a:pt x="8" y="85"/>
                  </a:lnTo>
                  <a:lnTo>
                    <a:pt x="8" y="85"/>
                  </a:lnTo>
                  <a:close/>
                  <a:moveTo>
                    <a:pt x="29" y="85"/>
                  </a:moveTo>
                  <a:lnTo>
                    <a:pt x="29" y="85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29" y="85"/>
                  </a:lnTo>
                  <a:lnTo>
                    <a:pt x="29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3890"/>
            <p:cNvSpPr>
              <a:spLocks noEditPoints="1"/>
            </p:cNvSpPr>
            <p:nvPr/>
          </p:nvSpPr>
          <p:spPr bwMode="auto">
            <a:xfrm>
              <a:off x="2620964" y="1444626"/>
              <a:ext cx="166688" cy="298450"/>
            </a:xfrm>
            <a:custGeom>
              <a:avLst/>
              <a:gdLst>
                <a:gd name="T0" fmla="*/ 13 w 96"/>
                <a:gd name="T1" fmla="*/ 143 h 171"/>
                <a:gd name="T2" fmla="*/ 0 w 96"/>
                <a:gd name="T3" fmla="*/ 82 h 171"/>
                <a:gd name="T4" fmla="*/ 0 w 96"/>
                <a:gd name="T5" fmla="*/ 82 h 171"/>
                <a:gd name="T6" fmla="*/ 43 w 96"/>
                <a:gd name="T7" fmla="*/ 0 h 171"/>
                <a:gd name="T8" fmla="*/ 43 w 96"/>
                <a:gd name="T9" fmla="*/ 0 h 171"/>
                <a:gd name="T10" fmla="*/ 85 w 96"/>
                <a:gd name="T11" fmla="*/ 14 h 171"/>
                <a:gd name="T12" fmla="*/ 85 w 96"/>
                <a:gd name="T13" fmla="*/ 14 h 171"/>
                <a:gd name="T14" fmla="*/ 96 w 96"/>
                <a:gd name="T15" fmla="*/ 58 h 171"/>
                <a:gd name="T16" fmla="*/ 96 w 96"/>
                <a:gd name="T17" fmla="*/ 58 h 171"/>
                <a:gd name="T18" fmla="*/ 95 w 96"/>
                <a:gd name="T19" fmla="*/ 82 h 171"/>
                <a:gd name="T20" fmla="*/ 95 w 96"/>
                <a:gd name="T21" fmla="*/ 82 h 171"/>
                <a:gd name="T22" fmla="*/ 93 w 96"/>
                <a:gd name="T23" fmla="*/ 82 h 171"/>
                <a:gd name="T24" fmla="*/ 95 w 96"/>
                <a:gd name="T25" fmla="*/ 82 h 171"/>
                <a:gd name="T26" fmla="*/ 78 w 96"/>
                <a:gd name="T27" fmla="*/ 143 h 171"/>
                <a:gd name="T28" fmla="*/ 78 w 96"/>
                <a:gd name="T29" fmla="*/ 143 h 171"/>
                <a:gd name="T30" fmla="*/ 44 w 96"/>
                <a:gd name="T31" fmla="*/ 171 h 171"/>
                <a:gd name="T32" fmla="*/ 44 w 96"/>
                <a:gd name="T33" fmla="*/ 171 h 171"/>
                <a:gd name="T34" fmla="*/ 13 w 96"/>
                <a:gd name="T35" fmla="*/ 143 h 171"/>
                <a:gd name="T36" fmla="*/ 74 w 96"/>
                <a:gd name="T37" fmla="*/ 141 h 171"/>
                <a:gd name="T38" fmla="*/ 91 w 96"/>
                <a:gd name="T39" fmla="*/ 82 h 171"/>
                <a:gd name="T40" fmla="*/ 91 w 96"/>
                <a:gd name="T41" fmla="*/ 82 h 171"/>
                <a:gd name="T42" fmla="*/ 91 w 96"/>
                <a:gd name="T43" fmla="*/ 82 h 171"/>
                <a:gd name="T44" fmla="*/ 92 w 96"/>
                <a:gd name="T45" fmla="*/ 58 h 171"/>
                <a:gd name="T46" fmla="*/ 92 w 96"/>
                <a:gd name="T47" fmla="*/ 58 h 171"/>
                <a:gd name="T48" fmla="*/ 82 w 96"/>
                <a:gd name="T49" fmla="*/ 16 h 171"/>
                <a:gd name="T50" fmla="*/ 82 w 96"/>
                <a:gd name="T51" fmla="*/ 16 h 171"/>
                <a:gd name="T52" fmla="*/ 43 w 96"/>
                <a:gd name="T53" fmla="*/ 4 h 171"/>
                <a:gd name="T54" fmla="*/ 43 w 96"/>
                <a:gd name="T55" fmla="*/ 4 h 171"/>
                <a:gd name="T56" fmla="*/ 16 w 96"/>
                <a:gd name="T57" fmla="*/ 27 h 171"/>
                <a:gd name="T58" fmla="*/ 16 w 96"/>
                <a:gd name="T59" fmla="*/ 27 h 171"/>
                <a:gd name="T60" fmla="*/ 4 w 96"/>
                <a:gd name="T61" fmla="*/ 82 h 171"/>
                <a:gd name="T62" fmla="*/ 4 w 96"/>
                <a:gd name="T63" fmla="*/ 82 h 171"/>
                <a:gd name="T64" fmla="*/ 16 w 96"/>
                <a:gd name="T65" fmla="*/ 141 h 171"/>
                <a:gd name="T66" fmla="*/ 16 w 96"/>
                <a:gd name="T67" fmla="*/ 141 h 171"/>
                <a:gd name="T68" fmla="*/ 44 w 96"/>
                <a:gd name="T69" fmla="*/ 167 h 171"/>
                <a:gd name="T70" fmla="*/ 44 w 96"/>
                <a:gd name="T71" fmla="*/ 167 h 171"/>
                <a:gd name="T72" fmla="*/ 74 w 96"/>
                <a:gd name="T73" fmla="*/ 14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6" h="171">
                  <a:moveTo>
                    <a:pt x="13" y="143"/>
                  </a:moveTo>
                  <a:cubicBezTo>
                    <a:pt x="5" y="126"/>
                    <a:pt x="0" y="105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38"/>
                    <a:pt x="18" y="1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4" y="0"/>
                    <a:pt x="77" y="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94" y="24"/>
                    <a:pt x="96" y="38"/>
                    <a:pt x="96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6" y="66"/>
                    <a:pt x="96" y="74"/>
                    <a:pt x="95" y="82"/>
                  </a:cubicBez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3" y="82"/>
                    <a:pt x="93" y="82"/>
                  </a:cubicBezTo>
                  <a:cubicBezTo>
                    <a:pt x="95" y="82"/>
                    <a:pt x="95" y="82"/>
                    <a:pt x="95" y="82"/>
                  </a:cubicBezTo>
                  <a:cubicBezTo>
                    <a:pt x="94" y="105"/>
                    <a:pt x="87" y="127"/>
                    <a:pt x="78" y="143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68" y="159"/>
                    <a:pt x="56" y="171"/>
                    <a:pt x="44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31" y="171"/>
                    <a:pt x="20" y="159"/>
                    <a:pt x="13" y="143"/>
                  </a:cubicBezTo>
                  <a:close/>
                  <a:moveTo>
                    <a:pt x="74" y="141"/>
                  </a:moveTo>
                  <a:cubicBezTo>
                    <a:pt x="83" y="125"/>
                    <a:pt x="90" y="104"/>
                    <a:pt x="91" y="82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2" y="73"/>
                    <a:pt x="92" y="66"/>
                    <a:pt x="92" y="58"/>
                  </a:cubicBezTo>
                  <a:cubicBezTo>
                    <a:pt x="92" y="58"/>
                    <a:pt x="92" y="58"/>
                    <a:pt x="92" y="58"/>
                  </a:cubicBezTo>
                  <a:cubicBezTo>
                    <a:pt x="92" y="38"/>
                    <a:pt x="89" y="25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75" y="8"/>
                    <a:pt x="63" y="4"/>
                    <a:pt x="43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33" y="4"/>
                    <a:pt x="23" y="12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9" y="41"/>
                    <a:pt x="4" y="60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104"/>
                    <a:pt x="9" y="125"/>
                    <a:pt x="16" y="141"/>
                  </a:cubicBezTo>
                  <a:cubicBezTo>
                    <a:pt x="16" y="141"/>
                    <a:pt x="16" y="141"/>
                    <a:pt x="16" y="141"/>
                  </a:cubicBezTo>
                  <a:cubicBezTo>
                    <a:pt x="24" y="157"/>
                    <a:pt x="34" y="167"/>
                    <a:pt x="44" y="167"/>
                  </a:cubicBezTo>
                  <a:cubicBezTo>
                    <a:pt x="44" y="167"/>
                    <a:pt x="44" y="167"/>
                    <a:pt x="44" y="167"/>
                  </a:cubicBezTo>
                  <a:cubicBezTo>
                    <a:pt x="54" y="167"/>
                    <a:pt x="65" y="157"/>
                    <a:pt x="74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3891"/>
            <p:cNvSpPr>
              <a:spLocks noEditPoints="1"/>
            </p:cNvSpPr>
            <p:nvPr/>
          </p:nvSpPr>
          <p:spPr bwMode="auto">
            <a:xfrm>
              <a:off x="2617789" y="1441451"/>
              <a:ext cx="174625" cy="304800"/>
            </a:xfrm>
            <a:custGeom>
              <a:avLst/>
              <a:gdLst>
                <a:gd name="T0" fmla="*/ 15 w 100"/>
                <a:gd name="T1" fmla="*/ 145 h 175"/>
                <a:gd name="T2" fmla="*/ 11 w 100"/>
                <a:gd name="T3" fmla="*/ 130 h 175"/>
                <a:gd name="T4" fmla="*/ 16 w 100"/>
                <a:gd name="T5" fmla="*/ 144 h 175"/>
                <a:gd name="T6" fmla="*/ 15 w 100"/>
                <a:gd name="T7" fmla="*/ 145 h 175"/>
                <a:gd name="T8" fmla="*/ 0 w 100"/>
                <a:gd name="T9" fmla="*/ 84 h 175"/>
                <a:gd name="T10" fmla="*/ 45 w 100"/>
                <a:gd name="T11" fmla="*/ 0 h 175"/>
                <a:gd name="T12" fmla="*/ 45 w 100"/>
                <a:gd name="T13" fmla="*/ 0 h 175"/>
                <a:gd name="T14" fmla="*/ 89 w 100"/>
                <a:gd name="T15" fmla="*/ 15 h 175"/>
                <a:gd name="T16" fmla="*/ 100 w 100"/>
                <a:gd name="T17" fmla="*/ 60 h 175"/>
                <a:gd name="T18" fmla="*/ 99 w 100"/>
                <a:gd name="T19" fmla="*/ 82 h 175"/>
                <a:gd name="T20" fmla="*/ 99 w 100"/>
                <a:gd name="T21" fmla="*/ 82 h 175"/>
                <a:gd name="T22" fmla="*/ 99 w 100"/>
                <a:gd name="T23" fmla="*/ 85 h 175"/>
                <a:gd name="T24" fmla="*/ 99 w 100"/>
                <a:gd name="T25" fmla="*/ 86 h 175"/>
                <a:gd name="T26" fmla="*/ 81 w 100"/>
                <a:gd name="T27" fmla="*/ 146 h 175"/>
                <a:gd name="T28" fmla="*/ 46 w 100"/>
                <a:gd name="T29" fmla="*/ 175 h 175"/>
                <a:gd name="T30" fmla="*/ 13 w 100"/>
                <a:gd name="T31" fmla="*/ 146 h 175"/>
                <a:gd name="T32" fmla="*/ 78 w 100"/>
                <a:gd name="T33" fmla="*/ 144 h 175"/>
                <a:gd name="T34" fmla="*/ 78 w 100"/>
                <a:gd name="T35" fmla="*/ 143 h 175"/>
                <a:gd name="T36" fmla="*/ 78 w 100"/>
                <a:gd name="T37" fmla="*/ 144 h 175"/>
                <a:gd name="T38" fmla="*/ 46 w 100"/>
                <a:gd name="T39" fmla="*/ 171 h 175"/>
                <a:gd name="T40" fmla="*/ 45 w 100"/>
                <a:gd name="T41" fmla="*/ 171 h 175"/>
                <a:gd name="T42" fmla="*/ 45 w 100"/>
                <a:gd name="T43" fmla="*/ 171 h 175"/>
                <a:gd name="T44" fmla="*/ 34 w 100"/>
                <a:gd name="T45" fmla="*/ 167 h 175"/>
                <a:gd name="T46" fmla="*/ 34 w 100"/>
                <a:gd name="T47" fmla="*/ 167 h 175"/>
                <a:gd name="T48" fmla="*/ 34 w 100"/>
                <a:gd name="T49" fmla="*/ 167 h 175"/>
                <a:gd name="T50" fmla="*/ 20 w 100"/>
                <a:gd name="T51" fmla="*/ 142 h 175"/>
                <a:gd name="T52" fmla="*/ 45 w 100"/>
                <a:gd name="T53" fmla="*/ 167 h 175"/>
                <a:gd name="T54" fmla="*/ 46 w 100"/>
                <a:gd name="T55" fmla="*/ 167 h 175"/>
                <a:gd name="T56" fmla="*/ 46 w 100"/>
                <a:gd name="T57" fmla="*/ 167 h 175"/>
                <a:gd name="T58" fmla="*/ 46 w 100"/>
                <a:gd name="T59" fmla="*/ 167 h 175"/>
                <a:gd name="T60" fmla="*/ 74 w 100"/>
                <a:gd name="T61" fmla="*/ 142 h 175"/>
                <a:gd name="T62" fmla="*/ 74 w 100"/>
                <a:gd name="T63" fmla="*/ 142 h 175"/>
                <a:gd name="T64" fmla="*/ 91 w 100"/>
                <a:gd name="T65" fmla="*/ 84 h 175"/>
                <a:gd name="T66" fmla="*/ 92 w 100"/>
                <a:gd name="T67" fmla="*/ 60 h 175"/>
                <a:gd name="T68" fmla="*/ 92 w 100"/>
                <a:gd name="T69" fmla="*/ 60 h 175"/>
                <a:gd name="T70" fmla="*/ 83 w 100"/>
                <a:gd name="T71" fmla="*/ 20 h 175"/>
                <a:gd name="T72" fmla="*/ 45 w 100"/>
                <a:gd name="T73" fmla="*/ 8 h 175"/>
                <a:gd name="T74" fmla="*/ 20 w 100"/>
                <a:gd name="T75" fmla="*/ 29 h 175"/>
                <a:gd name="T76" fmla="*/ 8 w 100"/>
                <a:gd name="T77" fmla="*/ 84 h 175"/>
                <a:gd name="T78" fmla="*/ 8 w 100"/>
                <a:gd name="T79" fmla="*/ 84 h 175"/>
                <a:gd name="T80" fmla="*/ 20 w 100"/>
                <a:gd name="T81" fmla="*/ 142 h 175"/>
                <a:gd name="T82" fmla="*/ 34 w 100"/>
                <a:gd name="T83" fmla="*/ 167 h 175"/>
                <a:gd name="T84" fmla="*/ 34 w 100"/>
                <a:gd name="T85" fmla="*/ 167 h 175"/>
                <a:gd name="T86" fmla="*/ 11 w 100"/>
                <a:gd name="T87" fmla="*/ 130 h 175"/>
                <a:gd name="T88" fmla="*/ 11 w 100"/>
                <a:gd name="T89" fmla="*/ 130 h 175"/>
                <a:gd name="T90" fmla="*/ 4 w 100"/>
                <a:gd name="T91" fmla="*/ 84 h 175"/>
                <a:gd name="T92" fmla="*/ 4 w 100"/>
                <a:gd name="T93" fmla="*/ 84 h 175"/>
                <a:gd name="T94" fmla="*/ 4 w 100"/>
                <a:gd name="T95" fmla="*/ 84 h 175"/>
                <a:gd name="T96" fmla="*/ 4 w 100"/>
                <a:gd name="T97" fmla="*/ 84 h 175"/>
                <a:gd name="T98" fmla="*/ 96 w 100"/>
                <a:gd name="T99" fmla="*/ 60 h 175"/>
                <a:gd name="T100" fmla="*/ 86 w 100"/>
                <a:gd name="T101" fmla="*/ 17 h 175"/>
                <a:gd name="T102" fmla="*/ 96 w 100"/>
                <a:gd name="T103" fmla="*/ 60 h 175"/>
                <a:gd name="T104" fmla="*/ 10 w 100"/>
                <a:gd name="T105" fmla="*/ 44 h 175"/>
                <a:gd name="T106" fmla="*/ 10 w 100"/>
                <a:gd name="T107" fmla="*/ 44 h 175"/>
                <a:gd name="T108" fmla="*/ 16 w 100"/>
                <a:gd name="T109" fmla="*/ 28 h 175"/>
                <a:gd name="T110" fmla="*/ 24 w 100"/>
                <a:gd name="T111" fmla="*/ 16 h 175"/>
                <a:gd name="T112" fmla="*/ 10 w 100"/>
                <a:gd name="T113" fmla="*/ 43 h 175"/>
                <a:gd name="T114" fmla="*/ 86 w 100"/>
                <a:gd name="T115" fmla="*/ 17 h 175"/>
                <a:gd name="T116" fmla="*/ 45 w 100"/>
                <a:gd name="T117" fmla="*/ 4 h 175"/>
                <a:gd name="T118" fmla="*/ 45 w 100"/>
                <a:gd name="T119" fmla="*/ 4 h 175"/>
                <a:gd name="T120" fmla="*/ 45 w 100"/>
                <a:gd name="T121" fmla="*/ 4 h 175"/>
                <a:gd name="T122" fmla="*/ 24 w 100"/>
                <a:gd name="T123" fmla="*/ 16 h 175"/>
                <a:gd name="T124" fmla="*/ 24 w 100"/>
                <a:gd name="T125" fmla="*/ 1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" h="175">
                  <a:moveTo>
                    <a:pt x="13" y="146"/>
                  </a:moveTo>
                  <a:cubicBezTo>
                    <a:pt x="15" y="145"/>
                    <a:pt x="15" y="145"/>
                    <a:pt x="15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4" y="140"/>
                    <a:pt x="13" y="135"/>
                    <a:pt x="11" y="130"/>
                  </a:cubicBezTo>
                  <a:cubicBezTo>
                    <a:pt x="11" y="130"/>
                    <a:pt x="11" y="130"/>
                    <a:pt x="11" y="130"/>
                  </a:cubicBezTo>
                  <a:cubicBezTo>
                    <a:pt x="13" y="135"/>
                    <a:pt x="14" y="140"/>
                    <a:pt x="16" y="144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5"/>
                    <a:pt x="15" y="145"/>
                    <a:pt x="15" y="145"/>
                  </a:cubicBezTo>
                  <a:cubicBezTo>
                    <a:pt x="13" y="146"/>
                    <a:pt x="13" y="146"/>
                    <a:pt x="13" y="146"/>
                  </a:cubicBezTo>
                  <a:cubicBezTo>
                    <a:pt x="5" y="129"/>
                    <a:pt x="0" y="107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39"/>
                    <a:pt x="18" y="1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6" y="0"/>
                    <a:pt x="80" y="4"/>
                    <a:pt x="89" y="15"/>
                  </a:cubicBezTo>
                  <a:cubicBezTo>
                    <a:pt x="89" y="15"/>
                    <a:pt x="89" y="15"/>
                    <a:pt x="89" y="15"/>
                  </a:cubicBezTo>
                  <a:cubicBezTo>
                    <a:pt x="98" y="25"/>
                    <a:pt x="100" y="40"/>
                    <a:pt x="100" y="60"/>
                  </a:cubicBezTo>
                  <a:cubicBezTo>
                    <a:pt x="100" y="60"/>
                    <a:pt x="100" y="60"/>
                    <a:pt x="100" y="60"/>
                  </a:cubicBezTo>
                  <a:cubicBezTo>
                    <a:pt x="100" y="67"/>
                    <a:pt x="100" y="74"/>
                    <a:pt x="99" y="82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99" y="84"/>
                    <a:pt x="99" y="84"/>
                    <a:pt x="99" y="84"/>
                  </a:cubicBezTo>
                  <a:cubicBezTo>
                    <a:pt x="99" y="84"/>
                    <a:pt x="99" y="85"/>
                    <a:pt x="99" y="85"/>
                  </a:cubicBezTo>
                  <a:cubicBezTo>
                    <a:pt x="99" y="85"/>
                    <a:pt x="99" y="85"/>
                    <a:pt x="99" y="85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97" y="109"/>
                    <a:pt x="91" y="130"/>
                    <a:pt x="81" y="146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72" y="163"/>
                    <a:pt x="60" y="175"/>
                    <a:pt x="46" y="175"/>
                  </a:cubicBezTo>
                  <a:cubicBezTo>
                    <a:pt x="46" y="175"/>
                    <a:pt x="46" y="175"/>
                    <a:pt x="46" y="175"/>
                  </a:cubicBezTo>
                  <a:cubicBezTo>
                    <a:pt x="32" y="175"/>
                    <a:pt x="21" y="162"/>
                    <a:pt x="13" y="146"/>
                  </a:cubicBezTo>
                  <a:close/>
                  <a:moveTo>
                    <a:pt x="46" y="171"/>
                  </a:moveTo>
                  <a:cubicBezTo>
                    <a:pt x="57" y="171"/>
                    <a:pt x="69" y="160"/>
                    <a:pt x="78" y="144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8" y="144"/>
                    <a:pt x="78" y="144"/>
                    <a:pt x="78" y="143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78" y="144"/>
                    <a:pt x="78" y="144"/>
                    <a:pt x="78" y="144"/>
                  </a:cubicBezTo>
                  <a:cubicBezTo>
                    <a:pt x="69" y="160"/>
                    <a:pt x="57" y="171"/>
                    <a:pt x="46" y="171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6" y="171"/>
                    <a:pt x="46" y="171"/>
                    <a:pt x="45" y="171"/>
                  </a:cubicBezTo>
                  <a:cubicBezTo>
                    <a:pt x="45" y="171"/>
                    <a:pt x="45" y="171"/>
                    <a:pt x="45" y="171"/>
                  </a:cubicBezTo>
                  <a:cubicBezTo>
                    <a:pt x="45" y="171"/>
                    <a:pt x="45" y="171"/>
                    <a:pt x="45" y="171"/>
                  </a:cubicBezTo>
                  <a:cubicBezTo>
                    <a:pt x="41" y="171"/>
                    <a:pt x="38" y="169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8" y="170"/>
                    <a:pt x="42" y="171"/>
                    <a:pt x="46" y="171"/>
                  </a:cubicBezTo>
                  <a:close/>
                  <a:moveTo>
                    <a:pt x="34" y="167"/>
                  </a:moveTo>
                  <a:cubicBezTo>
                    <a:pt x="34" y="167"/>
                    <a:pt x="34" y="167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lose/>
                  <a:moveTo>
                    <a:pt x="20" y="142"/>
                  </a:moveTo>
                  <a:cubicBezTo>
                    <a:pt x="27" y="158"/>
                    <a:pt x="37" y="167"/>
                    <a:pt x="45" y="167"/>
                  </a:cubicBezTo>
                  <a:cubicBezTo>
                    <a:pt x="45" y="167"/>
                    <a:pt x="45" y="167"/>
                    <a:pt x="45" y="167"/>
                  </a:cubicBezTo>
                  <a:cubicBezTo>
                    <a:pt x="45" y="167"/>
                    <a:pt x="45" y="167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54" y="167"/>
                    <a:pt x="66" y="158"/>
                    <a:pt x="74" y="142"/>
                  </a:cubicBezTo>
                  <a:cubicBezTo>
                    <a:pt x="74" y="142"/>
                    <a:pt x="74" y="142"/>
                    <a:pt x="74" y="142"/>
                  </a:cubicBezTo>
                  <a:cubicBezTo>
                    <a:pt x="76" y="143"/>
                    <a:pt x="76" y="143"/>
                    <a:pt x="76" y="143"/>
                  </a:cubicBezTo>
                  <a:cubicBezTo>
                    <a:pt x="74" y="142"/>
                    <a:pt x="74" y="142"/>
                    <a:pt x="74" y="142"/>
                  </a:cubicBezTo>
                  <a:cubicBezTo>
                    <a:pt x="83" y="127"/>
                    <a:pt x="90" y="105"/>
                    <a:pt x="91" y="84"/>
                  </a:cubicBezTo>
                  <a:cubicBezTo>
                    <a:pt x="91" y="84"/>
                    <a:pt x="91" y="84"/>
                    <a:pt x="91" y="84"/>
                  </a:cubicBezTo>
                  <a:cubicBezTo>
                    <a:pt x="92" y="75"/>
                    <a:pt x="92" y="67"/>
                    <a:pt x="92" y="60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2" y="40"/>
                    <a:pt x="89" y="27"/>
                    <a:pt x="83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76" y="12"/>
                    <a:pt x="6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36" y="8"/>
                    <a:pt x="27" y="16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3" y="43"/>
                    <a:pt x="8" y="62"/>
                    <a:pt x="8" y="84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106"/>
                    <a:pt x="13" y="127"/>
                    <a:pt x="20" y="142"/>
                  </a:cubicBezTo>
                  <a:close/>
                  <a:moveTo>
                    <a:pt x="34" y="167"/>
                  </a:moveTo>
                  <a:cubicBezTo>
                    <a:pt x="34" y="167"/>
                    <a:pt x="34" y="167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lose/>
                  <a:moveTo>
                    <a:pt x="11" y="130"/>
                  </a:moveTo>
                  <a:cubicBezTo>
                    <a:pt x="11" y="130"/>
                    <a:pt x="11" y="130"/>
                    <a:pt x="11" y="130"/>
                  </a:cubicBezTo>
                  <a:cubicBezTo>
                    <a:pt x="11" y="130"/>
                    <a:pt x="11" y="130"/>
                    <a:pt x="11" y="130"/>
                  </a:cubicBezTo>
                  <a:cubicBezTo>
                    <a:pt x="11" y="130"/>
                    <a:pt x="11" y="130"/>
                    <a:pt x="11" y="130"/>
                  </a:cubicBezTo>
                  <a:close/>
                  <a:moveTo>
                    <a:pt x="4" y="84"/>
                  </a:moveTo>
                  <a:cubicBezTo>
                    <a:pt x="4" y="84"/>
                    <a:pt x="4" y="84"/>
                    <a:pt x="4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4" y="84"/>
                    <a:pt x="4" y="84"/>
                    <a:pt x="4" y="84"/>
                  </a:cubicBezTo>
                  <a:close/>
                  <a:moveTo>
                    <a:pt x="4" y="84"/>
                  </a:moveTo>
                  <a:cubicBezTo>
                    <a:pt x="4" y="84"/>
                    <a:pt x="4" y="84"/>
                    <a:pt x="4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4" y="84"/>
                    <a:pt x="4" y="84"/>
                    <a:pt x="4" y="84"/>
                  </a:cubicBezTo>
                  <a:close/>
                  <a:moveTo>
                    <a:pt x="96" y="60"/>
                  </a:moveTo>
                  <a:cubicBezTo>
                    <a:pt x="96" y="60"/>
                    <a:pt x="96" y="60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40"/>
                    <a:pt x="94" y="26"/>
                    <a:pt x="86" y="17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93" y="26"/>
                    <a:pt x="96" y="40"/>
                    <a:pt x="96" y="60"/>
                  </a:cubicBezTo>
                  <a:close/>
                  <a:moveTo>
                    <a:pt x="10" y="44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lose/>
                  <a:moveTo>
                    <a:pt x="10" y="43"/>
                  </a:moveTo>
                  <a:cubicBezTo>
                    <a:pt x="12" y="38"/>
                    <a:pt x="14" y="32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8" y="23"/>
                    <a:pt x="21" y="19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18" y="23"/>
                    <a:pt x="13" y="32"/>
                    <a:pt x="10" y="43"/>
                  </a:cubicBezTo>
                  <a:close/>
                  <a:moveTo>
                    <a:pt x="45" y="4"/>
                  </a:moveTo>
                  <a:cubicBezTo>
                    <a:pt x="65" y="4"/>
                    <a:pt x="78" y="8"/>
                    <a:pt x="86" y="17"/>
                  </a:cubicBezTo>
                  <a:cubicBezTo>
                    <a:pt x="86" y="17"/>
                    <a:pt x="86" y="17"/>
                    <a:pt x="86" y="17"/>
                  </a:cubicBezTo>
                  <a:cubicBezTo>
                    <a:pt x="78" y="8"/>
                    <a:pt x="65" y="4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4"/>
                    <a:pt x="45" y="4"/>
                    <a:pt x="45" y="4"/>
                  </a:cubicBezTo>
                  <a:close/>
                  <a:moveTo>
                    <a:pt x="24" y="16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3892"/>
            <p:cNvSpPr/>
            <p:nvPr/>
          </p:nvSpPr>
          <p:spPr bwMode="auto">
            <a:xfrm>
              <a:off x="2511427" y="1316038"/>
              <a:ext cx="149225" cy="160338"/>
            </a:xfrm>
            <a:custGeom>
              <a:avLst/>
              <a:gdLst>
                <a:gd name="T0" fmla="*/ 32 w 86"/>
                <a:gd name="T1" fmla="*/ 79 h 92"/>
                <a:gd name="T2" fmla="*/ 0 w 86"/>
                <a:gd name="T3" fmla="*/ 22 h 92"/>
                <a:gd name="T4" fmla="*/ 0 w 86"/>
                <a:gd name="T5" fmla="*/ 22 h 92"/>
                <a:gd name="T6" fmla="*/ 0 w 86"/>
                <a:gd name="T7" fmla="*/ 18 h 92"/>
                <a:gd name="T8" fmla="*/ 0 w 86"/>
                <a:gd name="T9" fmla="*/ 18 h 92"/>
                <a:gd name="T10" fmla="*/ 10 w 86"/>
                <a:gd name="T11" fmla="*/ 0 h 92"/>
                <a:gd name="T12" fmla="*/ 10 w 86"/>
                <a:gd name="T13" fmla="*/ 0 h 92"/>
                <a:gd name="T14" fmla="*/ 13 w 86"/>
                <a:gd name="T15" fmla="*/ 2 h 92"/>
                <a:gd name="T16" fmla="*/ 10 w 86"/>
                <a:gd name="T17" fmla="*/ 7 h 92"/>
                <a:gd name="T18" fmla="*/ 10 w 86"/>
                <a:gd name="T19" fmla="*/ 7 h 92"/>
                <a:gd name="T20" fmla="*/ 4 w 86"/>
                <a:gd name="T21" fmla="*/ 19 h 92"/>
                <a:gd name="T22" fmla="*/ 4 w 86"/>
                <a:gd name="T23" fmla="*/ 19 h 92"/>
                <a:gd name="T24" fmla="*/ 4 w 86"/>
                <a:gd name="T25" fmla="*/ 22 h 92"/>
                <a:gd name="T26" fmla="*/ 4 w 86"/>
                <a:gd name="T27" fmla="*/ 22 h 92"/>
                <a:gd name="T28" fmla="*/ 35 w 86"/>
                <a:gd name="T29" fmla="*/ 77 h 92"/>
                <a:gd name="T30" fmla="*/ 35 w 86"/>
                <a:gd name="T31" fmla="*/ 77 h 92"/>
                <a:gd name="T32" fmla="*/ 60 w 86"/>
                <a:gd name="T33" fmla="*/ 88 h 92"/>
                <a:gd name="T34" fmla="*/ 60 w 86"/>
                <a:gd name="T35" fmla="*/ 88 h 92"/>
                <a:gd name="T36" fmla="*/ 84 w 86"/>
                <a:gd name="T37" fmla="*/ 83 h 92"/>
                <a:gd name="T38" fmla="*/ 84 w 86"/>
                <a:gd name="T39" fmla="*/ 83 h 92"/>
                <a:gd name="T40" fmla="*/ 86 w 86"/>
                <a:gd name="T41" fmla="*/ 87 h 92"/>
                <a:gd name="T42" fmla="*/ 60 w 86"/>
                <a:gd name="T43" fmla="*/ 92 h 92"/>
                <a:gd name="T44" fmla="*/ 60 w 86"/>
                <a:gd name="T45" fmla="*/ 92 h 92"/>
                <a:gd name="T46" fmla="*/ 60 w 86"/>
                <a:gd name="T47" fmla="*/ 92 h 92"/>
                <a:gd name="T48" fmla="*/ 60 w 86"/>
                <a:gd name="T49" fmla="*/ 92 h 92"/>
                <a:gd name="T50" fmla="*/ 32 w 86"/>
                <a:gd name="T51" fmla="*/ 7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6" h="92">
                  <a:moveTo>
                    <a:pt x="32" y="79"/>
                  </a:moveTo>
                  <a:cubicBezTo>
                    <a:pt x="17" y="59"/>
                    <a:pt x="0" y="36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1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4" y="6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2" y="4"/>
                    <a:pt x="10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8" y="10"/>
                    <a:pt x="6" y="14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20"/>
                    <a:pt x="4" y="21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33"/>
                    <a:pt x="20" y="57"/>
                    <a:pt x="35" y="77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41" y="86"/>
                    <a:pt x="51" y="88"/>
                    <a:pt x="60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73" y="88"/>
                    <a:pt x="84" y="83"/>
                    <a:pt x="84" y="83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6" y="87"/>
                    <a:pt x="86" y="87"/>
                    <a:pt x="86" y="87"/>
                  </a:cubicBezTo>
                  <a:cubicBezTo>
                    <a:pt x="86" y="87"/>
                    <a:pt x="74" y="92"/>
                    <a:pt x="60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0" y="92"/>
                    <a:pt x="39" y="89"/>
                    <a:pt x="32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893"/>
            <p:cNvSpPr>
              <a:spLocks noEditPoints="1"/>
            </p:cNvSpPr>
            <p:nvPr/>
          </p:nvSpPr>
          <p:spPr bwMode="auto">
            <a:xfrm>
              <a:off x="2508252" y="1311276"/>
              <a:ext cx="158750" cy="168275"/>
            </a:xfrm>
            <a:custGeom>
              <a:avLst/>
              <a:gdLst>
                <a:gd name="T0" fmla="*/ 34 w 91"/>
                <a:gd name="T1" fmla="*/ 82 h 97"/>
                <a:gd name="T2" fmla="*/ 0 w 91"/>
                <a:gd name="T3" fmla="*/ 25 h 97"/>
                <a:gd name="T4" fmla="*/ 0 w 91"/>
                <a:gd name="T5" fmla="*/ 21 h 97"/>
                <a:gd name="T6" fmla="*/ 11 w 91"/>
                <a:gd name="T7" fmla="*/ 1 h 97"/>
                <a:gd name="T8" fmla="*/ 12 w 91"/>
                <a:gd name="T9" fmla="*/ 0 h 97"/>
                <a:gd name="T10" fmla="*/ 16 w 91"/>
                <a:gd name="T11" fmla="*/ 7 h 97"/>
                <a:gd name="T12" fmla="*/ 16 w 91"/>
                <a:gd name="T13" fmla="*/ 8 h 97"/>
                <a:gd name="T14" fmla="*/ 13 w 91"/>
                <a:gd name="T15" fmla="*/ 11 h 97"/>
                <a:gd name="T16" fmla="*/ 8 w 91"/>
                <a:gd name="T17" fmla="*/ 23 h 97"/>
                <a:gd name="T18" fmla="*/ 8 w 91"/>
                <a:gd name="T19" fmla="*/ 25 h 97"/>
                <a:gd name="T20" fmla="*/ 8 w 91"/>
                <a:gd name="T21" fmla="*/ 25 h 97"/>
                <a:gd name="T22" fmla="*/ 38 w 91"/>
                <a:gd name="T23" fmla="*/ 79 h 97"/>
                <a:gd name="T24" fmla="*/ 62 w 91"/>
                <a:gd name="T25" fmla="*/ 89 h 97"/>
                <a:gd name="T26" fmla="*/ 86 w 91"/>
                <a:gd name="T27" fmla="*/ 85 h 97"/>
                <a:gd name="T28" fmla="*/ 86 w 91"/>
                <a:gd name="T29" fmla="*/ 84 h 97"/>
                <a:gd name="T30" fmla="*/ 88 w 91"/>
                <a:gd name="T31" fmla="*/ 84 h 97"/>
                <a:gd name="T32" fmla="*/ 89 w 91"/>
                <a:gd name="T33" fmla="*/ 92 h 97"/>
                <a:gd name="T34" fmla="*/ 81 w 91"/>
                <a:gd name="T35" fmla="*/ 95 h 97"/>
                <a:gd name="T36" fmla="*/ 62 w 91"/>
                <a:gd name="T37" fmla="*/ 97 h 97"/>
                <a:gd name="T38" fmla="*/ 62 w 91"/>
                <a:gd name="T39" fmla="*/ 97 h 97"/>
                <a:gd name="T40" fmla="*/ 32 w 91"/>
                <a:gd name="T41" fmla="*/ 84 h 97"/>
                <a:gd name="T42" fmla="*/ 62 w 91"/>
                <a:gd name="T43" fmla="*/ 93 h 97"/>
                <a:gd name="T44" fmla="*/ 68 w 91"/>
                <a:gd name="T45" fmla="*/ 93 h 97"/>
                <a:gd name="T46" fmla="*/ 62 w 91"/>
                <a:gd name="T47" fmla="*/ 93 h 97"/>
                <a:gd name="T48" fmla="*/ 49 w 91"/>
                <a:gd name="T49" fmla="*/ 91 h 97"/>
                <a:gd name="T50" fmla="*/ 62 w 91"/>
                <a:gd name="T51" fmla="*/ 93 h 97"/>
                <a:gd name="T52" fmla="*/ 49 w 91"/>
                <a:gd name="T53" fmla="*/ 91 h 97"/>
                <a:gd name="T54" fmla="*/ 49 w 91"/>
                <a:gd name="T55" fmla="*/ 91 h 97"/>
                <a:gd name="T56" fmla="*/ 80 w 91"/>
                <a:gd name="T57" fmla="*/ 91 h 97"/>
                <a:gd name="T58" fmla="*/ 85 w 91"/>
                <a:gd name="T59" fmla="*/ 89 h 97"/>
                <a:gd name="T60" fmla="*/ 85 w 91"/>
                <a:gd name="T61" fmla="*/ 89 h 97"/>
                <a:gd name="T62" fmla="*/ 4 w 91"/>
                <a:gd name="T63" fmla="*/ 24 h 97"/>
                <a:gd name="T64" fmla="*/ 4 w 91"/>
                <a:gd name="T65" fmla="*/ 25 h 97"/>
                <a:gd name="T66" fmla="*/ 4 w 91"/>
                <a:gd name="T67" fmla="*/ 24 h 97"/>
                <a:gd name="T68" fmla="*/ 4 w 91"/>
                <a:gd name="T69" fmla="*/ 2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" h="97">
                  <a:moveTo>
                    <a:pt x="32" y="84"/>
                  </a:moveTo>
                  <a:cubicBezTo>
                    <a:pt x="34" y="82"/>
                    <a:pt x="34" y="82"/>
                    <a:pt x="34" y="82"/>
                  </a:cubicBezTo>
                  <a:cubicBezTo>
                    <a:pt x="32" y="84"/>
                    <a:pt x="32" y="84"/>
                    <a:pt x="32" y="84"/>
                  </a:cubicBezTo>
                  <a:cubicBezTo>
                    <a:pt x="17" y="63"/>
                    <a:pt x="0" y="40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3"/>
                    <a:pt x="0" y="22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8"/>
                    <a:pt x="10" y="2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8"/>
                    <a:pt x="14" y="9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14"/>
                    <a:pt x="9" y="18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4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35"/>
                    <a:pt x="23" y="59"/>
                    <a:pt x="38" y="79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44" y="87"/>
                    <a:pt x="53" y="89"/>
                    <a:pt x="62" y="89"/>
                  </a:cubicBezTo>
                  <a:cubicBezTo>
                    <a:pt x="62" y="89"/>
                    <a:pt x="62" y="89"/>
                    <a:pt x="62" y="89"/>
                  </a:cubicBezTo>
                  <a:cubicBezTo>
                    <a:pt x="62" y="89"/>
                    <a:pt x="62" y="89"/>
                    <a:pt x="62" y="89"/>
                  </a:cubicBezTo>
                  <a:cubicBezTo>
                    <a:pt x="74" y="89"/>
                    <a:pt x="85" y="85"/>
                    <a:pt x="86" y="8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6" y="85"/>
                    <a:pt x="86" y="85"/>
                    <a:pt x="86" y="84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91" y="91"/>
                    <a:pt x="91" y="91"/>
                    <a:pt x="91" y="91"/>
                  </a:cubicBezTo>
                  <a:cubicBezTo>
                    <a:pt x="89" y="92"/>
                    <a:pt x="89" y="92"/>
                    <a:pt x="89" y="92"/>
                  </a:cubicBezTo>
                  <a:cubicBezTo>
                    <a:pt x="89" y="92"/>
                    <a:pt x="85" y="93"/>
                    <a:pt x="81" y="95"/>
                  </a:cubicBezTo>
                  <a:cubicBezTo>
                    <a:pt x="81" y="95"/>
                    <a:pt x="81" y="95"/>
                    <a:pt x="81" y="95"/>
                  </a:cubicBezTo>
                  <a:cubicBezTo>
                    <a:pt x="76" y="96"/>
                    <a:pt x="69" y="97"/>
                    <a:pt x="62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52" y="97"/>
                    <a:pt x="40" y="94"/>
                    <a:pt x="32" y="84"/>
                  </a:cubicBezTo>
                  <a:close/>
                  <a:moveTo>
                    <a:pt x="62" y="93"/>
                  </a:moveTo>
                  <a:cubicBezTo>
                    <a:pt x="62" y="93"/>
                    <a:pt x="62" y="93"/>
                    <a:pt x="62" y="93"/>
                  </a:cubicBezTo>
                  <a:cubicBezTo>
                    <a:pt x="64" y="93"/>
                    <a:pt x="66" y="93"/>
                    <a:pt x="68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6" y="93"/>
                    <a:pt x="64" y="93"/>
                    <a:pt x="62" y="93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58" y="93"/>
                    <a:pt x="54" y="93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54" y="93"/>
                    <a:pt x="58" y="93"/>
                    <a:pt x="62" y="93"/>
                  </a:cubicBezTo>
                  <a:close/>
                  <a:moveTo>
                    <a:pt x="49" y="91"/>
                  </a:moveTo>
                  <a:cubicBezTo>
                    <a:pt x="49" y="91"/>
                    <a:pt x="49" y="91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ubicBezTo>
                    <a:pt x="49" y="91"/>
                    <a:pt x="49" y="91"/>
                    <a:pt x="49" y="91"/>
                  </a:cubicBezTo>
                  <a:close/>
                  <a:moveTo>
                    <a:pt x="85" y="89"/>
                  </a:moveTo>
                  <a:cubicBezTo>
                    <a:pt x="84" y="90"/>
                    <a:pt x="82" y="90"/>
                    <a:pt x="80" y="91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82" y="90"/>
                    <a:pt x="84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lose/>
                  <a:moveTo>
                    <a:pt x="4" y="25"/>
                  </a:moveTo>
                  <a:cubicBezTo>
                    <a:pt x="4" y="25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5"/>
                    <a:pt x="4" y="25"/>
                  </a:cubicBezTo>
                  <a:close/>
                  <a:moveTo>
                    <a:pt x="4" y="24"/>
                  </a:move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894"/>
            <p:cNvSpPr>
              <a:spLocks noEditPoints="1"/>
            </p:cNvSpPr>
            <p:nvPr/>
          </p:nvSpPr>
          <p:spPr bwMode="auto">
            <a:xfrm>
              <a:off x="2489202" y="1314451"/>
              <a:ext cx="31750" cy="33338"/>
            </a:xfrm>
            <a:custGeom>
              <a:avLst/>
              <a:gdLst>
                <a:gd name="T0" fmla="*/ 0 w 20"/>
                <a:gd name="T1" fmla="*/ 14 h 21"/>
                <a:gd name="T2" fmla="*/ 2 w 20"/>
                <a:gd name="T3" fmla="*/ 10 h 21"/>
                <a:gd name="T4" fmla="*/ 15 w 20"/>
                <a:gd name="T5" fmla="*/ 14 h 21"/>
                <a:gd name="T6" fmla="*/ 14 w 20"/>
                <a:gd name="T7" fmla="*/ 0 h 21"/>
                <a:gd name="T8" fmla="*/ 18 w 20"/>
                <a:gd name="T9" fmla="*/ 0 h 21"/>
                <a:gd name="T10" fmla="*/ 20 w 20"/>
                <a:gd name="T11" fmla="*/ 21 h 21"/>
                <a:gd name="T12" fmla="*/ 0 w 20"/>
                <a:gd name="T13" fmla="*/ 14 h 21"/>
                <a:gd name="T14" fmla="*/ 0 w 20"/>
                <a:gd name="T15" fmla="*/ 14 h 21"/>
                <a:gd name="T16" fmla="*/ 14 w 20"/>
                <a:gd name="T17" fmla="*/ 0 h 21"/>
                <a:gd name="T18" fmla="*/ 14 w 20"/>
                <a:gd name="T19" fmla="*/ 0 h 21"/>
                <a:gd name="T20" fmla="*/ 14 w 20"/>
                <a:gd name="T21" fmla="*/ 0 h 21"/>
                <a:gd name="T22" fmla="*/ 14 w 20"/>
                <a:gd name="T23" fmla="*/ 0 h 21"/>
                <a:gd name="T24" fmla="*/ 14 w 20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0" y="14"/>
                  </a:moveTo>
                  <a:lnTo>
                    <a:pt x="2" y="10"/>
                  </a:lnTo>
                  <a:lnTo>
                    <a:pt x="15" y="1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0" y="21"/>
                  </a:lnTo>
                  <a:lnTo>
                    <a:pt x="0" y="14"/>
                  </a:lnTo>
                  <a:lnTo>
                    <a:pt x="0" y="14"/>
                  </a:lnTo>
                  <a:close/>
                  <a:moveTo>
                    <a:pt x="14" y="0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895"/>
            <p:cNvSpPr>
              <a:spLocks noEditPoints="1"/>
            </p:cNvSpPr>
            <p:nvPr/>
          </p:nvSpPr>
          <p:spPr bwMode="auto">
            <a:xfrm>
              <a:off x="2484439" y="1311276"/>
              <a:ext cx="41275" cy="41275"/>
            </a:xfrm>
            <a:custGeom>
              <a:avLst/>
              <a:gdLst>
                <a:gd name="T0" fmla="*/ 3 w 26"/>
                <a:gd name="T1" fmla="*/ 19 h 26"/>
                <a:gd name="T2" fmla="*/ 3 w 26"/>
                <a:gd name="T3" fmla="*/ 16 h 26"/>
                <a:gd name="T4" fmla="*/ 5 w 26"/>
                <a:gd name="T5" fmla="*/ 16 h 26"/>
                <a:gd name="T6" fmla="*/ 3 w 26"/>
                <a:gd name="T7" fmla="*/ 16 h 26"/>
                <a:gd name="T8" fmla="*/ 3 w 26"/>
                <a:gd name="T9" fmla="*/ 19 h 26"/>
                <a:gd name="T10" fmla="*/ 0 w 26"/>
                <a:gd name="T11" fmla="*/ 18 h 26"/>
                <a:gd name="T12" fmla="*/ 4 w 26"/>
                <a:gd name="T13" fmla="*/ 9 h 26"/>
                <a:gd name="T14" fmla="*/ 16 w 26"/>
                <a:gd name="T15" fmla="*/ 13 h 26"/>
                <a:gd name="T16" fmla="*/ 15 w 26"/>
                <a:gd name="T17" fmla="*/ 4 h 26"/>
                <a:gd name="T18" fmla="*/ 15 w 26"/>
                <a:gd name="T19" fmla="*/ 4 h 26"/>
                <a:gd name="T20" fmla="*/ 15 w 26"/>
                <a:gd name="T21" fmla="*/ 2 h 26"/>
                <a:gd name="T22" fmla="*/ 15 w 26"/>
                <a:gd name="T23" fmla="*/ 0 h 26"/>
                <a:gd name="T24" fmla="*/ 23 w 26"/>
                <a:gd name="T25" fmla="*/ 0 h 26"/>
                <a:gd name="T26" fmla="*/ 26 w 26"/>
                <a:gd name="T27" fmla="*/ 26 h 26"/>
                <a:gd name="T28" fmla="*/ 3 w 26"/>
                <a:gd name="T29" fmla="*/ 19 h 26"/>
                <a:gd name="T30" fmla="*/ 3 w 26"/>
                <a:gd name="T31" fmla="*/ 19 h 26"/>
                <a:gd name="T32" fmla="*/ 20 w 26"/>
                <a:gd name="T33" fmla="*/ 20 h 26"/>
                <a:gd name="T34" fmla="*/ 19 w 26"/>
                <a:gd name="T35" fmla="*/ 4 h 26"/>
                <a:gd name="T36" fmla="*/ 19 w 26"/>
                <a:gd name="T37" fmla="*/ 4 h 26"/>
                <a:gd name="T38" fmla="*/ 20 w 26"/>
                <a:gd name="T39" fmla="*/ 20 h 26"/>
                <a:gd name="T40" fmla="*/ 20 w 26"/>
                <a:gd name="T41" fmla="*/ 20 h 26"/>
                <a:gd name="T42" fmla="*/ 20 w 26"/>
                <a:gd name="T43" fmla="*/ 20 h 26"/>
                <a:gd name="T44" fmla="*/ 8 w 26"/>
                <a:gd name="T45" fmla="*/ 15 h 26"/>
                <a:gd name="T46" fmla="*/ 6 w 26"/>
                <a:gd name="T47" fmla="*/ 14 h 26"/>
                <a:gd name="T48" fmla="*/ 6 w 26"/>
                <a:gd name="T49" fmla="*/ 14 h 26"/>
                <a:gd name="T50" fmla="*/ 8 w 26"/>
                <a:gd name="T51" fmla="*/ 15 h 26"/>
                <a:gd name="T52" fmla="*/ 8 w 26"/>
                <a:gd name="T53" fmla="*/ 15 h 26"/>
                <a:gd name="T54" fmla="*/ 17 w 26"/>
                <a:gd name="T55" fmla="*/ 2 h 26"/>
                <a:gd name="T56" fmla="*/ 17 w 26"/>
                <a:gd name="T57" fmla="*/ 0 h 26"/>
                <a:gd name="T58" fmla="*/ 17 w 26"/>
                <a:gd name="T59" fmla="*/ 2 h 26"/>
                <a:gd name="T60" fmla="*/ 17 w 26"/>
                <a:gd name="T61" fmla="*/ 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" h="26">
                  <a:moveTo>
                    <a:pt x="3" y="19"/>
                  </a:moveTo>
                  <a:lnTo>
                    <a:pt x="3" y="16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9"/>
                  </a:lnTo>
                  <a:lnTo>
                    <a:pt x="0" y="18"/>
                  </a:lnTo>
                  <a:lnTo>
                    <a:pt x="4" y="9"/>
                  </a:lnTo>
                  <a:lnTo>
                    <a:pt x="16" y="13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26" y="26"/>
                  </a:lnTo>
                  <a:lnTo>
                    <a:pt x="3" y="19"/>
                  </a:lnTo>
                  <a:lnTo>
                    <a:pt x="3" y="19"/>
                  </a:lnTo>
                  <a:close/>
                  <a:moveTo>
                    <a:pt x="20" y="20"/>
                  </a:moveTo>
                  <a:lnTo>
                    <a:pt x="19" y="4"/>
                  </a:lnTo>
                  <a:lnTo>
                    <a:pt x="19" y="4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0" y="20"/>
                  </a:lnTo>
                  <a:close/>
                  <a:moveTo>
                    <a:pt x="8" y="15"/>
                  </a:moveTo>
                  <a:lnTo>
                    <a:pt x="6" y="14"/>
                  </a:lnTo>
                  <a:lnTo>
                    <a:pt x="6" y="14"/>
                  </a:lnTo>
                  <a:lnTo>
                    <a:pt x="8" y="15"/>
                  </a:lnTo>
                  <a:lnTo>
                    <a:pt x="8" y="15"/>
                  </a:lnTo>
                  <a:close/>
                  <a:moveTo>
                    <a:pt x="17" y="2"/>
                  </a:moveTo>
                  <a:lnTo>
                    <a:pt x="17" y="0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896"/>
            <p:cNvSpPr>
              <a:spLocks noEditPoints="1"/>
            </p:cNvSpPr>
            <p:nvPr/>
          </p:nvSpPr>
          <p:spPr bwMode="auto">
            <a:xfrm>
              <a:off x="2743202" y="1347788"/>
              <a:ext cx="160338" cy="122238"/>
            </a:xfrm>
            <a:custGeom>
              <a:avLst/>
              <a:gdLst>
                <a:gd name="T0" fmla="*/ 26 w 92"/>
                <a:gd name="T1" fmla="*/ 70 h 70"/>
                <a:gd name="T2" fmla="*/ 0 w 92"/>
                <a:gd name="T3" fmla="*/ 61 h 70"/>
                <a:gd name="T4" fmla="*/ 0 w 92"/>
                <a:gd name="T5" fmla="*/ 61 h 70"/>
                <a:gd name="T6" fmla="*/ 2 w 92"/>
                <a:gd name="T7" fmla="*/ 58 h 70"/>
                <a:gd name="T8" fmla="*/ 9 w 92"/>
                <a:gd name="T9" fmla="*/ 62 h 70"/>
                <a:gd name="T10" fmla="*/ 9 w 92"/>
                <a:gd name="T11" fmla="*/ 62 h 70"/>
                <a:gd name="T12" fmla="*/ 26 w 92"/>
                <a:gd name="T13" fmla="*/ 66 h 70"/>
                <a:gd name="T14" fmla="*/ 26 w 92"/>
                <a:gd name="T15" fmla="*/ 66 h 70"/>
                <a:gd name="T16" fmla="*/ 47 w 92"/>
                <a:gd name="T17" fmla="*/ 61 h 70"/>
                <a:gd name="T18" fmla="*/ 47 w 92"/>
                <a:gd name="T19" fmla="*/ 61 h 70"/>
                <a:gd name="T20" fmla="*/ 88 w 92"/>
                <a:gd name="T21" fmla="*/ 12 h 70"/>
                <a:gd name="T22" fmla="*/ 88 w 92"/>
                <a:gd name="T23" fmla="*/ 12 h 70"/>
                <a:gd name="T24" fmla="*/ 81 w 92"/>
                <a:gd name="T25" fmla="*/ 2 h 70"/>
                <a:gd name="T26" fmla="*/ 84 w 92"/>
                <a:gd name="T27" fmla="*/ 0 h 70"/>
                <a:gd name="T28" fmla="*/ 92 w 92"/>
                <a:gd name="T29" fmla="*/ 10 h 70"/>
                <a:gd name="T30" fmla="*/ 92 w 92"/>
                <a:gd name="T31" fmla="*/ 11 h 70"/>
                <a:gd name="T32" fmla="*/ 49 w 92"/>
                <a:gd name="T33" fmla="*/ 64 h 70"/>
                <a:gd name="T34" fmla="*/ 49 w 92"/>
                <a:gd name="T35" fmla="*/ 64 h 70"/>
                <a:gd name="T36" fmla="*/ 26 w 92"/>
                <a:gd name="T37" fmla="*/ 70 h 70"/>
                <a:gd name="T38" fmla="*/ 26 w 92"/>
                <a:gd name="T39" fmla="*/ 70 h 70"/>
                <a:gd name="T40" fmla="*/ 26 w 92"/>
                <a:gd name="T41" fmla="*/ 70 h 70"/>
                <a:gd name="T42" fmla="*/ 81 w 92"/>
                <a:gd name="T43" fmla="*/ 2 h 70"/>
                <a:gd name="T44" fmla="*/ 81 w 92"/>
                <a:gd name="T45" fmla="*/ 2 h 70"/>
                <a:gd name="T46" fmla="*/ 81 w 92"/>
                <a:gd name="T47" fmla="*/ 2 h 70"/>
                <a:gd name="T48" fmla="*/ 81 w 92"/>
                <a:gd name="T4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2" h="70">
                  <a:moveTo>
                    <a:pt x="26" y="70"/>
                  </a:moveTo>
                  <a:cubicBezTo>
                    <a:pt x="10" y="70"/>
                    <a:pt x="0" y="62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2" y="58"/>
                    <a:pt x="4" y="60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3" y="64"/>
                    <a:pt x="19" y="66"/>
                    <a:pt x="26" y="66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32" y="66"/>
                    <a:pt x="40" y="65"/>
                    <a:pt x="47" y="6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73" y="47"/>
                    <a:pt x="87" y="19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1" y="2"/>
                    <a:pt x="81" y="2"/>
                    <a:pt x="81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1" y="20"/>
                    <a:pt x="77" y="49"/>
                    <a:pt x="49" y="64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1" y="69"/>
                    <a:pt x="33" y="70"/>
                    <a:pt x="26" y="70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6" y="70"/>
                    <a:pt x="26" y="70"/>
                    <a:pt x="26" y="70"/>
                  </a:cubicBezTo>
                  <a:close/>
                  <a:moveTo>
                    <a:pt x="81" y="2"/>
                  </a:moveTo>
                  <a:cubicBezTo>
                    <a:pt x="81" y="2"/>
                    <a:pt x="81" y="2"/>
                    <a:pt x="81" y="2"/>
                  </a:cubicBezTo>
                  <a:cubicBezTo>
                    <a:pt x="81" y="2"/>
                    <a:pt x="81" y="2"/>
                    <a:pt x="81" y="2"/>
                  </a:cubicBezTo>
                  <a:cubicBezTo>
                    <a:pt x="81" y="2"/>
                    <a:pt x="81" y="2"/>
                    <a:pt x="8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897"/>
            <p:cNvSpPr>
              <a:spLocks noEditPoints="1"/>
            </p:cNvSpPr>
            <p:nvPr/>
          </p:nvSpPr>
          <p:spPr bwMode="auto">
            <a:xfrm>
              <a:off x="2738439" y="1343026"/>
              <a:ext cx="168275" cy="130175"/>
            </a:xfrm>
            <a:custGeom>
              <a:avLst/>
              <a:gdLst>
                <a:gd name="T0" fmla="*/ 29 w 97"/>
                <a:gd name="T1" fmla="*/ 73 h 75"/>
                <a:gd name="T2" fmla="*/ 29 w 97"/>
                <a:gd name="T3" fmla="*/ 73 h 75"/>
                <a:gd name="T4" fmla="*/ 1 w 97"/>
                <a:gd name="T5" fmla="*/ 66 h 75"/>
                <a:gd name="T6" fmla="*/ 0 w 97"/>
                <a:gd name="T7" fmla="*/ 65 h 75"/>
                <a:gd name="T8" fmla="*/ 4 w 97"/>
                <a:gd name="T9" fmla="*/ 60 h 75"/>
                <a:gd name="T10" fmla="*/ 5 w 97"/>
                <a:gd name="T11" fmla="*/ 59 h 75"/>
                <a:gd name="T12" fmla="*/ 6 w 97"/>
                <a:gd name="T13" fmla="*/ 60 h 75"/>
                <a:gd name="T14" fmla="*/ 6 w 97"/>
                <a:gd name="T15" fmla="*/ 60 h 75"/>
                <a:gd name="T16" fmla="*/ 6 w 97"/>
                <a:gd name="T17" fmla="*/ 60 h 75"/>
                <a:gd name="T18" fmla="*/ 7 w 97"/>
                <a:gd name="T19" fmla="*/ 60 h 75"/>
                <a:gd name="T20" fmla="*/ 7 w 97"/>
                <a:gd name="T21" fmla="*/ 60 h 75"/>
                <a:gd name="T22" fmla="*/ 8 w 97"/>
                <a:gd name="T23" fmla="*/ 61 h 75"/>
                <a:gd name="T24" fmla="*/ 13 w 97"/>
                <a:gd name="T25" fmla="*/ 64 h 75"/>
                <a:gd name="T26" fmla="*/ 29 w 97"/>
                <a:gd name="T27" fmla="*/ 67 h 75"/>
                <a:gd name="T28" fmla="*/ 29 w 97"/>
                <a:gd name="T29" fmla="*/ 67 h 75"/>
                <a:gd name="T30" fmla="*/ 29 w 97"/>
                <a:gd name="T31" fmla="*/ 67 h 75"/>
                <a:gd name="T32" fmla="*/ 50 w 97"/>
                <a:gd name="T33" fmla="*/ 62 h 75"/>
                <a:gd name="T34" fmla="*/ 89 w 97"/>
                <a:gd name="T35" fmla="*/ 15 h 75"/>
                <a:gd name="T36" fmla="*/ 82 w 97"/>
                <a:gd name="T37" fmla="*/ 4 h 75"/>
                <a:gd name="T38" fmla="*/ 83 w 97"/>
                <a:gd name="T39" fmla="*/ 3 h 75"/>
                <a:gd name="T40" fmla="*/ 97 w 97"/>
                <a:gd name="T41" fmla="*/ 13 h 75"/>
                <a:gd name="T42" fmla="*/ 97 w 97"/>
                <a:gd name="T43" fmla="*/ 14 h 75"/>
                <a:gd name="T44" fmla="*/ 53 w 97"/>
                <a:gd name="T45" fmla="*/ 69 h 75"/>
                <a:gd name="T46" fmla="*/ 29 w 97"/>
                <a:gd name="T47" fmla="*/ 75 h 75"/>
                <a:gd name="T48" fmla="*/ 51 w 97"/>
                <a:gd name="T49" fmla="*/ 65 h 75"/>
                <a:gd name="T50" fmla="*/ 33 w 97"/>
                <a:gd name="T51" fmla="*/ 71 h 75"/>
                <a:gd name="T52" fmla="*/ 51 w 97"/>
                <a:gd name="T53" fmla="*/ 65 h 75"/>
                <a:gd name="T54" fmla="*/ 53 w 97"/>
                <a:gd name="T55" fmla="*/ 64 h 75"/>
                <a:gd name="T56" fmla="*/ 12 w 97"/>
                <a:gd name="T57" fmla="*/ 68 h 75"/>
                <a:gd name="T58" fmla="*/ 11 w 97"/>
                <a:gd name="T59" fmla="*/ 67 h 75"/>
                <a:gd name="T60" fmla="*/ 6 w 97"/>
                <a:gd name="T61" fmla="*/ 64 h 75"/>
                <a:gd name="T62" fmla="*/ 12 w 97"/>
                <a:gd name="T63" fmla="*/ 68 h 75"/>
                <a:gd name="T64" fmla="*/ 53 w 97"/>
                <a:gd name="T65" fmla="*/ 64 h 75"/>
                <a:gd name="T66" fmla="*/ 53 w 97"/>
                <a:gd name="T67" fmla="*/ 64 h 75"/>
                <a:gd name="T68" fmla="*/ 3 w 97"/>
                <a:gd name="T69" fmla="*/ 62 h 75"/>
                <a:gd name="T70" fmla="*/ 4 w 97"/>
                <a:gd name="T71" fmla="*/ 63 h 75"/>
                <a:gd name="T72" fmla="*/ 72 w 97"/>
                <a:gd name="T73" fmla="*/ 49 h 75"/>
                <a:gd name="T74" fmla="*/ 72 w 97"/>
                <a:gd name="T75" fmla="*/ 49 h 75"/>
                <a:gd name="T76" fmla="*/ 93 w 97"/>
                <a:gd name="T77" fmla="*/ 17 h 75"/>
                <a:gd name="T78" fmla="*/ 73 w 97"/>
                <a:gd name="T79" fmla="*/ 49 h 75"/>
                <a:gd name="T80" fmla="*/ 93 w 97"/>
                <a:gd name="T81" fmla="*/ 14 h 75"/>
                <a:gd name="T82" fmla="*/ 84 w 97"/>
                <a:gd name="T83" fmla="*/ 7 h 75"/>
                <a:gd name="T84" fmla="*/ 84 w 97"/>
                <a:gd name="T85" fmla="*/ 7 h 75"/>
                <a:gd name="T86" fmla="*/ 84 w 97"/>
                <a:gd name="T87" fmla="*/ 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7" h="75">
                  <a:moveTo>
                    <a:pt x="29" y="75"/>
                  </a:moveTo>
                  <a:cubicBezTo>
                    <a:pt x="29" y="73"/>
                    <a:pt x="29" y="73"/>
                    <a:pt x="29" y="73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12" y="75"/>
                    <a:pt x="2" y="66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0"/>
                    <a:pt x="5" y="59"/>
                    <a:pt x="5" y="59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5" y="59"/>
                    <a:pt x="6" y="59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7" y="60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60"/>
                    <a:pt x="7" y="61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2"/>
                    <a:pt x="11" y="63"/>
                    <a:pt x="13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6" y="66"/>
                    <a:pt x="22" y="67"/>
                    <a:pt x="29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35" y="67"/>
                    <a:pt x="42" y="66"/>
                    <a:pt x="50" y="62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74" y="49"/>
                    <a:pt x="87" y="23"/>
                    <a:pt x="89" y="15"/>
                  </a:cubicBezTo>
                  <a:cubicBezTo>
                    <a:pt x="89" y="15"/>
                    <a:pt x="89" y="15"/>
                    <a:pt x="89" y="1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7" y="13"/>
                    <a:pt x="97" y="13"/>
                    <a:pt x="97" y="13"/>
                  </a:cubicBezTo>
                  <a:cubicBezTo>
                    <a:pt x="97" y="14"/>
                    <a:pt x="97" y="14"/>
                    <a:pt x="97" y="14"/>
                  </a:cubicBezTo>
                  <a:cubicBezTo>
                    <a:pt x="96" y="25"/>
                    <a:pt x="82" y="53"/>
                    <a:pt x="53" y="69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5" y="74"/>
                    <a:pt x="36" y="75"/>
                    <a:pt x="29" y="75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29" y="75"/>
                    <a:pt x="29" y="75"/>
                    <a:pt x="29" y="75"/>
                  </a:cubicBezTo>
                  <a:close/>
                  <a:moveTo>
                    <a:pt x="51" y="65"/>
                  </a:moveTo>
                  <a:cubicBezTo>
                    <a:pt x="45" y="69"/>
                    <a:pt x="39" y="71"/>
                    <a:pt x="33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9" y="71"/>
                    <a:pt x="45" y="69"/>
                    <a:pt x="51" y="6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2" y="65"/>
                    <a:pt x="53" y="65"/>
                    <a:pt x="53" y="64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53" y="65"/>
                    <a:pt x="52" y="65"/>
                    <a:pt x="51" y="65"/>
                  </a:cubicBezTo>
                  <a:close/>
                  <a:moveTo>
                    <a:pt x="12" y="68"/>
                  </a:moveTo>
                  <a:cubicBezTo>
                    <a:pt x="12" y="68"/>
                    <a:pt x="11" y="67"/>
                    <a:pt x="11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8" y="66"/>
                    <a:pt x="7" y="65"/>
                    <a:pt x="6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7" y="65"/>
                    <a:pt x="9" y="67"/>
                    <a:pt x="12" y="68"/>
                  </a:cubicBezTo>
                  <a:close/>
                  <a:moveTo>
                    <a:pt x="53" y="64"/>
                  </a:moveTo>
                  <a:cubicBezTo>
                    <a:pt x="53" y="64"/>
                    <a:pt x="53" y="64"/>
                    <a:pt x="53" y="64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53" y="64"/>
                    <a:pt x="53" y="64"/>
                    <a:pt x="53" y="64"/>
                  </a:cubicBezTo>
                  <a:close/>
                  <a:moveTo>
                    <a:pt x="4" y="63"/>
                  </a:moveTo>
                  <a:cubicBezTo>
                    <a:pt x="3" y="62"/>
                    <a:pt x="3" y="62"/>
                    <a:pt x="3" y="62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3" y="62"/>
                    <a:pt x="3" y="62"/>
                    <a:pt x="4" y="63"/>
                  </a:cubicBezTo>
                  <a:close/>
                  <a:moveTo>
                    <a:pt x="72" y="49"/>
                  </a:moveTo>
                  <a:cubicBezTo>
                    <a:pt x="72" y="49"/>
                    <a:pt x="72" y="49"/>
                    <a:pt x="72" y="49"/>
                  </a:cubicBezTo>
                  <a:cubicBezTo>
                    <a:pt x="72" y="49"/>
                    <a:pt x="72" y="49"/>
                    <a:pt x="72" y="49"/>
                  </a:cubicBezTo>
                  <a:cubicBezTo>
                    <a:pt x="72" y="49"/>
                    <a:pt x="72" y="49"/>
                    <a:pt x="72" y="49"/>
                  </a:cubicBezTo>
                  <a:close/>
                  <a:moveTo>
                    <a:pt x="73" y="49"/>
                  </a:moveTo>
                  <a:cubicBezTo>
                    <a:pt x="84" y="37"/>
                    <a:pt x="91" y="24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1" y="24"/>
                    <a:pt x="84" y="37"/>
                    <a:pt x="73" y="49"/>
                  </a:cubicBezTo>
                  <a:close/>
                  <a:moveTo>
                    <a:pt x="93" y="14"/>
                  </a:moveTo>
                  <a:cubicBezTo>
                    <a:pt x="93" y="14"/>
                    <a:pt x="93" y="14"/>
                    <a:pt x="93" y="14"/>
                  </a:cubicBezTo>
                  <a:cubicBezTo>
                    <a:pt x="93" y="14"/>
                    <a:pt x="93" y="14"/>
                    <a:pt x="93" y="14"/>
                  </a:cubicBezTo>
                  <a:close/>
                  <a:moveTo>
                    <a:pt x="84" y="7"/>
                  </a:moveTo>
                  <a:cubicBezTo>
                    <a:pt x="84" y="5"/>
                    <a:pt x="84" y="5"/>
                    <a:pt x="84" y="5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4" y="7"/>
                    <a:pt x="84" y="7"/>
                    <a:pt x="84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3898"/>
            <p:cNvSpPr/>
            <p:nvPr/>
          </p:nvSpPr>
          <p:spPr bwMode="auto">
            <a:xfrm>
              <a:off x="2895602" y="1344613"/>
              <a:ext cx="23813" cy="33338"/>
            </a:xfrm>
            <a:custGeom>
              <a:avLst/>
              <a:gdLst>
                <a:gd name="T0" fmla="*/ 0 w 13"/>
                <a:gd name="T1" fmla="*/ 0 h 19"/>
                <a:gd name="T2" fmla="*/ 0 w 13"/>
                <a:gd name="T3" fmla="*/ 0 h 19"/>
                <a:gd name="T4" fmla="*/ 4 w 13"/>
                <a:gd name="T5" fmla="*/ 0 h 19"/>
                <a:gd name="T6" fmla="*/ 4 w 13"/>
                <a:gd name="T7" fmla="*/ 8 h 19"/>
                <a:gd name="T8" fmla="*/ 10 w 13"/>
                <a:gd name="T9" fmla="*/ 1 h 19"/>
                <a:gd name="T10" fmla="*/ 10 w 13"/>
                <a:gd name="T11" fmla="*/ 1 h 19"/>
                <a:gd name="T12" fmla="*/ 13 w 13"/>
                <a:gd name="T13" fmla="*/ 4 h 19"/>
                <a:gd name="T14" fmla="*/ 4 w 13"/>
                <a:gd name="T15" fmla="*/ 14 h 19"/>
                <a:gd name="T16" fmla="*/ 4 w 13"/>
                <a:gd name="T17" fmla="*/ 14 h 19"/>
                <a:gd name="T18" fmla="*/ 0 w 13"/>
                <a:gd name="T19" fmla="*/ 19 h 19"/>
                <a:gd name="T20" fmla="*/ 0 w 13"/>
                <a:gd name="T2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5"/>
                    <a:pt x="8" y="3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0" y="7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3899"/>
            <p:cNvSpPr>
              <a:spLocks noEditPoints="1"/>
            </p:cNvSpPr>
            <p:nvPr/>
          </p:nvSpPr>
          <p:spPr bwMode="auto">
            <a:xfrm>
              <a:off x="2892427" y="1341438"/>
              <a:ext cx="31750" cy="44450"/>
            </a:xfrm>
            <a:custGeom>
              <a:avLst/>
              <a:gdLst>
                <a:gd name="T0" fmla="*/ 0 w 18"/>
                <a:gd name="T1" fmla="*/ 2 h 26"/>
                <a:gd name="T2" fmla="*/ 0 w 18"/>
                <a:gd name="T3" fmla="*/ 0 h 26"/>
                <a:gd name="T4" fmla="*/ 2 w 18"/>
                <a:gd name="T5" fmla="*/ 0 h 26"/>
                <a:gd name="T6" fmla="*/ 2 w 18"/>
                <a:gd name="T7" fmla="*/ 0 h 26"/>
                <a:gd name="T8" fmla="*/ 8 w 18"/>
                <a:gd name="T9" fmla="*/ 0 h 26"/>
                <a:gd name="T10" fmla="*/ 8 w 18"/>
                <a:gd name="T11" fmla="*/ 4 h 26"/>
                <a:gd name="T12" fmla="*/ 11 w 18"/>
                <a:gd name="T13" fmla="*/ 2 h 26"/>
                <a:gd name="T14" fmla="*/ 11 w 18"/>
                <a:gd name="T15" fmla="*/ 2 h 26"/>
                <a:gd name="T16" fmla="*/ 13 w 18"/>
                <a:gd name="T17" fmla="*/ 0 h 26"/>
                <a:gd name="T18" fmla="*/ 18 w 18"/>
                <a:gd name="T19" fmla="*/ 7 h 26"/>
                <a:gd name="T20" fmla="*/ 16 w 18"/>
                <a:gd name="T21" fmla="*/ 8 h 26"/>
                <a:gd name="T22" fmla="*/ 8 w 18"/>
                <a:gd name="T23" fmla="*/ 17 h 26"/>
                <a:gd name="T24" fmla="*/ 8 w 18"/>
                <a:gd name="T25" fmla="*/ 17 h 26"/>
                <a:gd name="T26" fmla="*/ 8 w 18"/>
                <a:gd name="T27" fmla="*/ 17 h 26"/>
                <a:gd name="T28" fmla="*/ 0 w 18"/>
                <a:gd name="T29" fmla="*/ 26 h 26"/>
                <a:gd name="T30" fmla="*/ 0 w 18"/>
                <a:gd name="T31" fmla="*/ 2 h 26"/>
                <a:gd name="T32" fmla="*/ 4 w 18"/>
                <a:gd name="T33" fmla="*/ 15 h 26"/>
                <a:gd name="T34" fmla="*/ 4 w 18"/>
                <a:gd name="T35" fmla="*/ 15 h 26"/>
                <a:gd name="T36" fmla="*/ 4 w 18"/>
                <a:gd name="T37" fmla="*/ 15 h 26"/>
                <a:gd name="T38" fmla="*/ 4 w 18"/>
                <a:gd name="T39" fmla="*/ 15 h 26"/>
                <a:gd name="T40" fmla="*/ 4 w 18"/>
                <a:gd name="T41" fmla="*/ 15 h 26"/>
                <a:gd name="T42" fmla="*/ 5 w 18"/>
                <a:gd name="T43" fmla="*/ 14 h 26"/>
                <a:gd name="T44" fmla="*/ 5 w 18"/>
                <a:gd name="T45" fmla="*/ 14 h 26"/>
                <a:gd name="T46" fmla="*/ 8 w 18"/>
                <a:gd name="T47" fmla="*/ 11 h 26"/>
                <a:gd name="T48" fmla="*/ 8 w 18"/>
                <a:gd name="T49" fmla="*/ 11 h 26"/>
                <a:gd name="T50" fmla="*/ 4 w 18"/>
                <a:gd name="T51" fmla="*/ 15 h 26"/>
                <a:gd name="T52" fmla="*/ 4 w 18"/>
                <a:gd name="T53" fmla="*/ 4 h 26"/>
                <a:gd name="T54" fmla="*/ 4 w 18"/>
                <a:gd name="T55" fmla="*/ 4 h 26"/>
                <a:gd name="T56" fmla="*/ 4 w 18"/>
                <a:gd name="T57" fmla="*/ 15 h 26"/>
                <a:gd name="T58" fmla="*/ 8 w 18"/>
                <a:gd name="T59" fmla="*/ 11 h 26"/>
                <a:gd name="T60" fmla="*/ 9 w 18"/>
                <a:gd name="T61" fmla="*/ 9 h 26"/>
                <a:gd name="T62" fmla="*/ 9 w 18"/>
                <a:gd name="T63" fmla="*/ 9 h 26"/>
                <a:gd name="T64" fmla="*/ 8 w 18"/>
                <a:gd name="T65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" h="26">
                  <a:moveTo>
                    <a:pt x="0" y="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3"/>
                    <a:pt x="10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4" y="9"/>
                    <a:pt x="9" y="15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"/>
                    <a:pt x="0" y="2"/>
                    <a:pt x="0" y="2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7" y="12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8" y="11"/>
                  </a:moveTo>
                  <a:cubicBezTo>
                    <a:pt x="8" y="10"/>
                    <a:pt x="9" y="10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8" y="10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3900"/>
            <p:cNvSpPr/>
            <p:nvPr/>
          </p:nvSpPr>
          <p:spPr bwMode="auto">
            <a:xfrm>
              <a:off x="2892427" y="1246188"/>
              <a:ext cx="11113" cy="169863"/>
            </a:xfrm>
            <a:custGeom>
              <a:avLst/>
              <a:gdLst>
                <a:gd name="T0" fmla="*/ 0 w 7"/>
                <a:gd name="T1" fmla="*/ 0 h 107"/>
                <a:gd name="T2" fmla="*/ 5 w 7"/>
                <a:gd name="T3" fmla="*/ 0 h 107"/>
                <a:gd name="T4" fmla="*/ 7 w 7"/>
                <a:gd name="T5" fmla="*/ 107 h 107"/>
                <a:gd name="T6" fmla="*/ 2 w 7"/>
                <a:gd name="T7" fmla="*/ 107 h 107"/>
                <a:gd name="T8" fmla="*/ 0 w 7"/>
                <a:gd name="T9" fmla="*/ 0 h 107"/>
                <a:gd name="T10" fmla="*/ 0 w 7"/>
                <a:gd name="T1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07">
                  <a:moveTo>
                    <a:pt x="0" y="0"/>
                  </a:moveTo>
                  <a:lnTo>
                    <a:pt x="5" y="0"/>
                  </a:lnTo>
                  <a:lnTo>
                    <a:pt x="7" y="107"/>
                  </a:lnTo>
                  <a:lnTo>
                    <a:pt x="2" y="10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3901"/>
            <p:cNvSpPr>
              <a:spLocks noEditPoints="1"/>
            </p:cNvSpPr>
            <p:nvPr/>
          </p:nvSpPr>
          <p:spPr bwMode="auto">
            <a:xfrm>
              <a:off x="2889252" y="1243013"/>
              <a:ext cx="17463" cy="176213"/>
            </a:xfrm>
            <a:custGeom>
              <a:avLst/>
              <a:gdLst>
                <a:gd name="T0" fmla="*/ 0 w 11"/>
                <a:gd name="T1" fmla="*/ 2 h 111"/>
                <a:gd name="T2" fmla="*/ 2 w 11"/>
                <a:gd name="T3" fmla="*/ 2 h 111"/>
                <a:gd name="T4" fmla="*/ 2 w 11"/>
                <a:gd name="T5" fmla="*/ 5 h 111"/>
                <a:gd name="T6" fmla="*/ 2 w 11"/>
                <a:gd name="T7" fmla="*/ 2 h 111"/>
                <a:gd name="T8" fmla="*/ 0 w 11"/>
                <a:gd name="T9" fmla="*/ 2 h 111"/>
                <a:gd name="T10" fmla="*/ 0 w 11"/>
                <a:gd name="T11" fmla="*/ 0 h 111"/>
                <a:gd name="T12" fmla="*/ 9 w 11"/>
                <a:gd name="T13" fmla="*/ 0 h 111"/>
                <a:gd name="T14" fmla="*/ 11 w 11"/>
                <a:gd name="T15" fmla="*/ 111 h 111"/>
                <a:gd name="T16" fmla="*/ 2 w 11"/>
                <a:gd name="T17" fmla="*/ 111 h 111"/>
                <a:gd name="T18" fmla="*/ 0 w 11"/>
                <a:gd name="T19" fmla="*/ 2 h 111"/>
                <a:gd name="T20" fmla="*/ 0 w 11"/>
                <a:gd name="T21" fmla="*/ 2 h 111"/>
                <a:gd name="T22" fmla="*/ 7 w 11"/>
                <a:gd name="T23" fmla="*/ 107 h 111"/>
                <a:gd name="T24" fmla="*/ 4 w 11"/>
                <a:gd name="T25" fmla="*/ 5 h 111"/>
                <a:gd name="T26" fmla="*/ 4 w 11"/>
                <a:gd name="T27" fmla="*/ 5 h 111"/>
                <a:gd name="T28" fmla="*/ 7 w 11"/>
                <a:gd name="T29" fmla="*/ 107 h 111"/>
                <a:gd name="T30" fmla="*/ 7 w 11"/>
                <a:gd name="T31" fmla="*/ 107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11">
                  <a:moveTo>
                    <a:pt x="0" y="2"/>
                  </a:moveTo>
                  <a:lnTo>
                    <a:pt x="2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0"/>
                  </a:lnTo>
                  <a:lnTo>
                    <a:pt x="11" y="111"/>
                  </a:lnTo>
                  <a:lnTo>
                    <a:pt x="2" y="111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7" y="107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107"/>
                  </a:lnTo>
                  <a:lnTo>
                    <a:pt x="7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3902"/>
            <p:cNvSpPr/>
            <p:nvPr/>
          </p:nvSpPr>
          <p:spPr bwMode="auto">
            <a:xfrm>
              <a:off x="2663827" y="1736726"/>
              <a:ext cx="41275" cy="298450"/>
            </a:xfrm>
            <a:custGeom>
              <a:avLst/>
              <a:gdLst>
                <a:gd name="T0" fmla="*/ 0 w 26"/>
                <a:gd name="T1" fmla="*/ 184 h 188"/>
                <a:gd name="T2" fmla="*/ 20 w 26"/>
                <a:gd name="T3" fmla="*/ 183 h 188"/>
                <a:gd name="T4" fmla="*/ 10 w 26"/>
                <a:gd name="T5" fmla="*/ 0 h 188"/>
                <a:gd name="T6" fmla="*/ 15 w 26"/>
                <a:gd name="T7" fmla="*/ 0 h 188"/>
                <a:gd name="T8" fmla="*/ 26 w 26"/>
                <a:gd name="T9" fmla="*/ 186 h 188"/>
                <a:gd name="T10" fmla="*/ 0 w 26"/>
                <a:gd name="T11" fmla="*/ 188 h 188"/>
                <a:gd name="T12" fmla="*/ 0 w 26"/>
                <a:gd name="T13" fmla="*/ 184 h 188"/>
                <a:gd name="T14" fmla="*/ 0 w 26"/>
                <a:gd name="T15" fmla="*/ 184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188">
                  <a:moveTo>
                    <a:pt x="0" y="184"/>
                  </a:moveTo>
                  <a:lnTo>
                    <a:pt x="20" y="183"/>
                  </a:lnTo>
                  <a:lnTo>
                    <a:pt x="10" y="0"/>
                  </a:lnTo>
                  <a:lnTo>
                    <a:pt x="15" y="0"/>
                  </a:lnTo>
                  <a:lnTo>
                    <a:pt x="26" y="186"/>
                  </a:lnTo>
                  <a:lnTo>
                    <a:pt x="0" y="188"/>
                  </a:lnTo>
                  <a:lnTo>
                    <a:pt x="0" y="184"/>
                  </a:lnTo>
                  <a:lnTo>
                    <a:pt x="0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3903"/>
            <p:cNvSpPr>
              <a:spLocks noEditPoints="1"/>
            </p:cNvSpPr>
            <p:nvPr/>
          </p:nvSpPr>
          <p:spPr bwMode="auto">
            <a:xfrm>
              <a:off x="2660652" y="1731963"/>
              <a:ext cx="47625" cy="307975"/>
            </a:xfrm>
            <a:custGeom>
              <a:avLst/>
              <a:gdLst>
                <a:gd name="T0" fmla="*/ 0 w 30"/>
                <a:gd name="T1" fmla="*/ 191 h 194"/>
                <a:gd name="T2" fmla="*/ 0 w 30"/>
                <a:gd name="T3" fmla="*/ 187 h 194"/>
                <a:gd name="T4" fmla="*/ 2 w 30"/>
                <a:gd name="T5" fmla="*/ 187 h 194"/>
                <a:gd name="T6" fmla="*/ 2 w 30"/>
                <a:gd name="T7" fmla="*/ 189 h 194"/>
                <a:gd name="T8" fmla="*/ 2 w 30"/>
                <a:gd name="T9" fmla="*/ 187 h 194"/>
                <a:gd name="T10" fmla="*/ 0 w 30"/>
                <a:gd name="T11" fmla="*/ 187 h 194"/>
                <a:gd name="T12" fmla="*/ 0 w 30"/>
                <a:gd name="T13" fmla="*/ 185 h 194"/>
                <a:gd name="T14" fmla="*/ 20 w 30"/>
                <a:gd name="T15" fmla="*/ 184 h 194"/>
                <a:gd name="T16" fmla="*/ 10 w 30"/>
                <a:gd name="T17" fmla="*/ 0 h 194"/>
                <a:gd name="T18" fmla="*/ 18 w 30"/>
                <a:gd name="T19" fmla="*/ 0 h 194"/>
                <a:gd name="T20" fmla="*/ 30 w 30"/>
                <a:gd name="T21" fmla="*/ 191 h 194"/>
                <a:gd name="T22" fmla="*/ 0 w 30"/>
                <a:gd name="T23" fmla="*/ 194 h 194"/>
                <a:gd name="T24" fmla="*/ 0 w 30"/>
                <a:gd name="T25" fmla="*/ 191 h 194"/>
                <a:gd name="T26" fmla="*/ 0 w 30"/>
                <a:gd name="T27" fmla="*/ 191 h 194"/>
                <a:gd name="T28" fmla="*/ 24 w 30"/>
                <a:gd name="T29" fmla="*/ 188 h 194"/>
                <a:gd name="T30" fmla="*/ 24 w 30"/>
                <a:gd name="T31" fmla="*/ 188 h 194"/>
                <a:gd name="T32" fmla="*/ 18 w 30"/>
                <a:gd name="T33" fmla="*/ 64 h 194"/>
                <a:gd name="T34" fmla="*/ 24 w 30"/>
                <a:gd name="T35" fmla="*/ 188 h 194"/>
                <a:gd name="T36" fmla="*/ 24 w 30"/>
                <a:gd name="T37" fmla="*/ 188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" h="194">
                  <a:moveTo>
                    <a:pt x="0" y="191"/>
                  </a:moveTo>
                  <a:lnTo>
                    <a:pt x="0" y="187"/>
                  </a:lnTo>
                  <a:lnTo>
                    <a:pt x="2" y="187"/>
                  </a:lnTo>
                  <a:lnTo>
                    <a:pt x="2" y="189"/>
                  </a:lnTo>
                  <a:lnTo>
                    <a:pt x="2" y="187"/>
                  </a:lnTo>
                  <a:lnTo>
                    <a:pt x="0" y="187"/>
                  </a:lnTo>
                  <a:lnTo>
                    <a:pt x="0" y="185"/>
                  </a:lnTo>
                  <a:lnTo>
                    <a:pt x="20" y="184"/>
                  </a:lnTo>
                  <a:lnTo>
                    <a:pt x="10" y="0"/>
                  </a:lnTo>
                  <a:lnTo>
                    <a:pt x="18" y="0"/>
                  </a:lnTo>
                  <a:lnTo>
                    <a:pt x="30" y="191"/>
                  </a:lnTo>
                  <a:lnTo>
                    <a:pt x="0" y="194"/>
                  </a:lnTo>
                  <a:lnTo>
                    <a:pt x="0" y="191"/>
                  </a:lnTo>
                  <a:lnTo>
                    <a:pt x="0" y="191"/>
                  </a:lnTo>
                  <a:close/>
                  <a:moveTo>
                    <a:pt x="24" y="188"/>
                  </a:moveTo>
                  <a:lnTo>
                    <a:pt x="24" y="188"/>
                  </a:lnTo>
                  <a:lnTo>
                    <a:pt x="18" y="64"/>
                  </a:lnTo>
                  <a:lnTo>
                    <a:pt x="24" y="188"/>
                  </a:lnTo>
                  <a:lnTo>
                    <a:pt x="24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3904"/>
            <p:cNvSpPr>
              <a:spLocks noEditPoints="1"/>
            </p:cNvSpPr>
            <p:nvPr/>
          </p:nvSpPr>
          <p:spPr bwMode="auto">
            <a:xfrm>
              <a:off x="2709864" y="1735138"/>
              <a:ext cx="76200" cy="292100"/>
            </a:xfrm>
            <a:custGeom>
              <a:avLst/>
              <a:gdLst>
                <a:gd name="T0" fmla="*/ 0 w 48"/>
                <a:gd name="T1" fmla="*/ 1 h 184"/>
                <a:gd name="T2" fmla="*/ 4 w 48"/>
                <a:gd name="T3" fmla="*/ 0 h 184"/>
                <a:gd name="T4" fmla="*/ 18 w 48"/>
                <a:gd name="T5" fmla="*/ 178 h 184"/>
                <a:gd name="T6" fmla="*/ 47 w 48"/>
                <a:gd name="T7" fmla="*/ 169 h 184"/>
                <a:gd name="T8" fmla="*/ 48 w 48"/>
                <a:gd name="T9" fmla="*/ 173 h 184"/>
                <a:gd name="T10" fmla="*/ 13 w 48"/>
                <a:gd name="T11" fmla="*/ 184 h 184"/>
                <a:gd name="T12" fmla="*/ 0 w 48"/>
                <a:gd name="T13" fmla="*/ 1 h 184"/>
                <a:gd name="T14" fmla="*/ 0 w 48"/>
                <a:gd name="T15" fmla="*/ 1 h 184"/>
                <a:gd name="T16" fmla="*/ 0 w 48"/>
                <a:gd name="T17" fmla="*/ 1 h 184"/>
                <a:gd name="T18" fmla="*/ 0 w 48"/>
                <a:gd name="T19" fmla="*/ 1 h 184"/>
                <a:gd name="T20" fmla="*/ 0 w 48"/>
                <a:gd name="T21" fmla="*/ 1 h 184"/>
                <a:gd name="T22" fmla="*/ 0 w 48"/>
                <a:gd name="T23" fmla="*/ 1 h 184"/>
                <a:gd name="T24" fmla="*/ 0 w 48"/>
                <a:gd name="T25" fmla="*/ 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184">
                  <a:moveTo>
                    <a:pt x="0" y="1"/>
                  </a:moveTo>
                  <a:lnTo>
                    <a:pt x="4" y="0"/>
                  </a:lnTo>
                  <a:lnTo>
                    <a:pt x="18" y="178"/>
                  </a:lnTo>
                  <a:lnTo>
                    <a:pt x="47" y="169"/>
                  </a:lnTo>
                  <a:lnTo>
                    <a:pt x="48" y="173"/>
                  </a:lnTo>
                  <a:lnTo>
                    <a:pt x="13" y="184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3905"/>
            <p:cNvSpPr>
              <a:spLocks noEditPoints="1"/>
            </p:cNvSpPr>
            <p:nvPr/>
          </p:nvSpPr>
          <p:spPr bwMode="auto">
            <a:xfrm>
              <a:off x="2706689" y="1730376"/>
              <a:ext cx="82550" cy="301625"/>
            </a:xfrm>
            <a:custGeom>
              <a:avLst/>
              <a:gdLst>
                <a:gd name="T0" fmla="*/ 0 w 52"/>
                <a:gd name="T1" fmla="*/ 4 h 190"/>
                <a:gd name="T2" fmla="*/ 2 w 52"/>
                <a:gd name="T3" fmla="*/ 4 h 190"/>
                <a:gd name="T4" fmla="*/ 3 w 52"/>
                <a:gd name="T5" fmla="*/ 5 h 190"/>
                <a:gd name="T6" fmla="*/ 2 w 52"/>
                <a:gd name="T7" fmla="*/ 4 h 190"/>
                <a:gd name="T8" fmla="*/ 0 w 52"/>
                <a:gd name="T9" fmla="*/ 4 h 190"/>
                <a:gd name="T10" fmla="*/ 0 w 52"/>
                <a:gd name="T11" fmla="*/ 1 h 190"/>
                <a:gd name="T12" fmla="*/ 9 w 52"/>
                <a:gd name="T13" fmla="*/ 0 h 190"/>
                <a:gd name="T14" fmla="*/ 22 w 52"/>
                <a:gd name="T15" fmla="*/ 178 h 190"/>
                <a:gd name="T16" fmla="*/ 50 w 52"/>
                <a:gd name="T17" fmla="*/ 168 h 190"/>
                <a:gd name="T18" fmla="*/ 52 w 52"/>
                <a:gd name="T19" fmla="*/ 177 h 190"/>
                <a:gd name="T20" fmla="*/ 13 w 52"/>
                <a:gd name="T21" fmla="*/ 190 h 190"/>
                <a:gd name="T22" fmla="*/ 0 w 52"/>
                <a:gd name="T23" fmla="*/ 4 h 190"/>
                <a:gd name="T24" fmla="*/ 0 w 52"/>
                <a:gd name="T25" fmla="*/ 4 h 190"/>
                <a:gd name="T26" fmla="*/ 17 w 52"/>
                <a:gd name="T27" fmla="*/ 184 h 190"/>
                <a:gd name="T28" fmla="*/ 17 w 52"/>
                <a:gd name="T29" fmla="*/ 184 h 190"/>
                <a:gd name="T30" fmla="*/ 6 w 52"/>
                <a:gd name="T31" fmla="*/ 28 h 190"/>
                <a:gd name="T32" fmla="*/ 17 w 52"/>
                <a:gd name="T33" fmla="*/ 184 h 190"/>
                <a:gd name="T34" fmla="*/ 17 w 52"/>
                <a:gd name="T35" fmla="*/ 18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190">
                  <a:moveTo>
                    <a:pt x="0" y="4"/>
                  </a:moveTo>
                  <a:lnTo>
                    <a:pt x="2" y="4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9" y="0"/>
                  </a:lnTo>
                  <a:lnTo>
                    <a:pt x="22" y="178"/>
                  </a:lnTo>
                  <a:lnTo>
                    <a:pt x="50" y="168"/>
                  </a:lnTo>
                  <a:lnTo>
                    <a:pt x="52" y="177"/>
                  </a:lnTo>
                  <a:lnTo>
                    <a:pt x="13" y="190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17" y="184"/>
                  </a:moveTo>
                  <a:lnTo>
                    <a:pt x="17" y="184"/>
                  </a:lnTo>
                  <a:lnTo>
                    <a:pt x="6" y="28"/>
                  </a:lnTo>
                  <a:lnTo>
                    <a:pt x="17" y="184"/>
                  </a:lnTo>
                  <a:lnTo>
                    <a:pt x="17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907"/>
            <p:cNvSpPr>
              <a:spLocks noEditPoints="1"/>
            </p:cNvSpPr>
            <p:nvPr/>
          </p:nvSpPr>
          <p:spPr bwMode="auto">
            <a:xfrm>
              <a:off x="2759078" y="925513"/>
              <a:ext cx="380751" cy="328613"/>
            </a:xfrm>
            <a:custGeom>
              <a:avLst/>
              <a:gdLst>
                <a:gd name="T0" fmla="*/ 1 w 185"/>
                <a:gd name="T1" fmla="*/ 14 h 234"/>
                <a:gd name="T2" fmla="*/ 3 w 185"/>
                <a:gd name="T3" fmla="*/ 14 h 234"/>
                <a:gd name="T4" fmla="*/ 6 w 185"/>
                <a:gd name="T5" fmla="*/ 14 h 234"/>
                <a:gd name="T6" fmla="*/ 3 w 185"/>
                <a:gd name="T7" fmla="*/ 14 h 234"/>
                <a:gd name="T8" fmla="*/ 1 w 185"/>
                <a:gd name="T9" fmla="*/ 14 h 234"/>
                <a:gd name="T10" fmla="*/ 0 w 185"/>
                <a:gd name="T11" fmla="*/ 10 h 234"/>
                <a:gd name="T12" fmla="*/ 180 w 185"/>
                <a:gd name="T13" fmla="*/ 0 h 234"/>
                <a:gd name="T14" fmla="*/ 185 w 185"/>
                <a:gd name="T15" fmla="*/ 227 h 234"/>
                <a:gd name="T16" fmla="*/ 18 w 185"/>
                <a:gd name="T17" fmla="*/ 234 h 234"/>
                <a:gd name="T18" fmla="*/ 1 w 185"/>
                <a:gd name="T19" fmla="*/ 14 h 234"/>
                <a:gd name="T20" fmla="*/ 1 w 185"/>
                <a:gd name="T21" fmla="*/ 14 h 234"/>
                <a:gd name="T22" fmla="*/ 22 w 185"/>
                <a:gd name="T23" fmla="*/ 229 h 234"/>
                <a:gd name="T24" fmla="*/ 59 w 185"/>
                <a:gd name="T25" fmla="*/ 227 h 234"/>
                <a:gd name="T26" fmla="*/ 24 w 185"/>
                <a:gd name="T27" fmla="*/ 229 h 234"/>
                <a:gd name="T28" fmla="*/ 22 w 185"/>
                <a:gd name="T29" fmla="*/ 229 h 234"/>
                <a:gd name="T30" fmla="*/ 13 w 185"/>
                <a:gd name="T31" fmla="*/ 117 h 234"/>
                <a:gd name="T32" fmla="*/ 22 w 185"/>
                <a:gd name="T33" fmla="*/ 229 h 234"/>
                <a:gd name="T34" fmla="*/ 22 w 185"/>
                <a:gd name="T35" fmla="*/ 229 h 234"/>
                <a:gd name="T36" fmla="*/ 23 w 185"/>
                <a:gd name="T37" fmla="*/ 227 h 234"/>
                <a:gd name="T38" fmla="*/ 25 w 185"/>
                <a:gd name="T39" fmla="*/ 227 h 234"/>
                <a:gd name="T40" fmla="*/ 23 w 185"/>
                <a:gd name="T41" fmla="*/ 227 h 234"/>
                <a:gd name="T42" fmla="*/ 23 w 185"/>
                <a:gd name="T43" fmla="*/ 227 h 234"/>
                <a:gd name="T44" fmla="*/ 10 w 185"/>
                <a:gd name="T45" fmla="*/ 19 h 234"/>
                <a:gd name="T46" fmla="*/ 25 w 185"/>
                <a:gd name="T47" fmla="*/ 225 h 234"/>
                <a:gd name="T48" fmla="*/ 177 w 185"/>
                <a:gd name="T49" fmla="*/ 218 h 234"/>
                <a:gd name="T50" fmla="*/ 171 w 185"/>
                <a:gd name="T51" fmla="*/ 9 h 234"/>
                <a:gd name="T52" fmla="*/ 10 w 185"/>
                <a:gd name="T53" fmla="*/ 19 h 234"/>
                <a:gd name="T54" fmla="*/ 10 w 185"/>
                <a:gd name="T55" fmla="*/ 19 h 234"/>
                <a:gd name="T56" fmla="*/ 181 w 185"/>
                <a:gd name="T57" fmla="*/ 223 h 234"/>
                <a:gd name="T58" fmla="*/ 176 w 185"/>
                <a:gd name="T59" fmla="*/ 4 h 234"/>
                <a:gd name="T60" fmla="*/ 176 w 185"/>
                <a:gd name="T61" fmla="*/ 4 h 234"/>
                <a:gd name="T62" fmla="*/ 181 w 185"/>
                <a:gd name="T63" fmla="*/ 223 h 234"/>
                <a:gd name="T64" fmla="*/ 181 w 185"/>
                <a:gd name="T65" fmla="*/ 22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5" h="234">
                  <a:moveTo>
                    <a:pt x="1" y="14"/>
                  </a:moveTo>
                  <a:lnTo>
                    <a:pt x="3" y="14"/>
                  </a:lnTo>
                  <a:lnTo>
                    <a:pt x="6" y="14"/>
                  </a:lnTo>
                  <a:lnTo>
                    <a:pt x="3" y="14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180" y="0"/>
                  </a:lnTo>
                  <a:lnTo>
                    <a:pt x="185" y="227"/>
                  </a:lnTo>
                  <a:lnTo>
                    <a:pt x="18" y="234"/>
                  </a:lnTo>
                  <a:lnTo>
                    <a:pt x="1" y="14"/>
                  </a:lnTo>
                  <a:lnTo>
                    <a:pt x="1" y="14"/>
                  </a:lnTo>
                  <a:close/>
                  <a:moveTo>
                    <a:pt x="22" y="229"/>
                  </a:moveTo>
                  <a:lnTo>
                    <a:pt x="59" y="227"/>
                  </a:lnTo>
                  <a:lnTo>
                    <a:pt x="24" y="229"/>
                  </a:lnTo>
                  <a:lnTo>
                    <a:pt x="22" y="229"/>
                  </a:lnTo>
                  <a:lnTo>
                    <a:pt x="13" y="117"/>
                  </a:lnTo>
                  <a:lnTo>
                    <a:pt x="22" y="229"/>
                  </a:lnTo>
                  <a:lnTo>
                    <a:pt x="22" y="229"/>
                  </a:lnTo>
                  <a:close/>
                  <a:moveTo>
                    <a:pt x="23" y="227"/>
                  </a:moveTo>
                  <a:lnTo>
                    <a:pt x="25" y="227"/>
                  </a:lnTo>
                  <a:lnTo>
                    <a:pt x="23" y="227"/>
                  </a:lnTo>
                  <a:lnTo>
                    <a:pt x="23" y="227"/>
                  </a:lnTo>
                  <a:close/>
                  <a:moveTo>
                    <a:pt x="10" y="19"/>
                  </a:moveTo>
                  <a:lnTo>
                    <a:pt x="25" y="225"/>
                  </a:lnTo>
                  <a:lnTo>
                    <a:pt x="177" y="218"/>
                  </a:lnTo>
                  <a:lnTo>
                    <a:pt x="171" y="9"/>
                  </a:lnTo>
                  <a:lnTo>
                    <a:pt x="10" y="19"/>
                  </a:lnTo>
                  <a:lnTo>
                    <a:pt x="10" y="19"/>
                  </a:lnTo>
                  <a:close/>
                  <a:moveTo>
                    <a:pt x="181" y="223"/>
                  </a:moveTo>
                  <a:lnTo>
                    <a:pt x="176" y="4"/>
                  </a:lnTo>
                  <a:lnTo>
                    <a:pt x="176" y="4"/>
                  </a:lnTo>
                  <a:lnTo>
                    <a:pt x="181" y="223"/>
                  </a:lnTo>
                  <a:lnTo>
                    <a:pt x="181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7" grpId="0"/>
      <p:bldP spid="58" grpId="0"/>
      <p:bldP spid="59" grpId="0"/>
      <p:bldP spid="61" grpId="0" bldLvl="0" animBg="1"/>
      <p:bldP spid="62" grpId="0" bldLvl="0" animBg="1"/>
      <p:bldP spid="6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5"/>
          <p:cNvSpPr txBox="1"/>
          <p:nvPr/>
        </p:nvSpPr>
        <p:spPr>
          <a:xfrm>
            <a:off x="2412204" y="2822795"/>
            <a:ext cx="1266825" cy="56070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sz="32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{title}</a:t>
            </a:r>
            <a:endParaRPr lang="en-US" altLang="zh-CN" sz="32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492375" y="2284730"/>
            <a:ext cx="1093470" cy="368300"/>
          </a:xfrm>
          <a:prstGeom prst="rect">
            <a:avLst/>
          </a:prstGeom>
          <a:solidFill>
            <a:srgbClr val="11419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敲</a:t>
            </a:r>
            <a:r>
              <a:rPr lang="en-US" altLang="zh-CN" dirty="0">
                <a:solidFill>
                  <a:schemeClr val="bg1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黑</a:t>
            </a:r>
            <a:r>
              <a:rPr lang="en-US" altLang="zh-CN" dirty="0">
                <a:solidFill>
                  <a:schemeClr val="bg1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Bradley Hand ITC" panose="03070402050302030203" pitchFamily="66" charset="0"/>
                <a:ea typeface="宋体" panose="02010600030101010101" pitchFamily="2" charset="-122"/>
              </a:rPr>
              <a:t>板</a:t>
            </a:r>
            <a:endParaRPr lang="zh-CN" altLang="en-US" dirty="0">
              <a:solidFill>
                <a:schemeClr val="bg1"/>
              </a:solidFill>
              <a:latin typeface="Bradley Hand ITC" panose="03070402050302030203" pitchFamily="66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688124" y="1131711"/>
            <a:ext cx="1306413" cy="2881666"/>
            <a:chOff x="9148764" y="4187826"/>
            <a:chExt cx="341312" cy="854075"/>
          </a:xfrm>
          <a:solidFill>
            <a:srgbClr val="114196"/>
          </a:solidFill>
        </p:grpSpPr>
        <p:sp>
          <p:nvSpPr>
            <p:cNvPr id="21" name="Freeform 4208"/>
            <p:cNvSpPr>
              <a:spLocks noEditPoints="1"/>
            </p:cNvSpPr>
            <p:nvPr/>
          </p:nvSpPr>
          <p:spPr bwMode="auto">
            <a:xfrm>
              <a:off x="9244014" y="4221163"/>
              <a:ext cx="204788" cy="249238"/>
            </a:xfrm>
            <a:custGeom>
              <a:avLst/>
              <a:gdLst>
                <a:gd name="T0" fmla="*/ 0 w 117"/>
                <a:gd name="T1" fmla="*/ 71 h 143"/>
                <a:gd name="T2" fmla="*/ 64 w 117"/>
                <a:gd name="T3" fmla="*/ 0 h 143"/>
                <a:gd name="T4" fmla="*/ 64 w 117"/>
                <a:gd name="T5" fmla="*/ 0 h 143"/>
                <a:gd name="T6" fmla="*/ 117 w 117"/>
                <a:gd name="T7" fmla="*/ 71 h 143"/>
                <a:gd name="T8" fmla="*/ 117 w 117"/>
                <a:gd name="T9" fmla="*/ 71 h 143"/>
                <a:gd name="T10" fmla="*/ 55 w 117"/>
                <a:gd name="T11" fmla="*/ 143 h 143"/>
                <a:gd name="T12" fmla="*/ 55 w 117"/>
                <a:gd name="T13" fmla="*/ 143 h 143"/>
                <a:gd name="T14" fmla="*/ 0 w 117"/>
                <a:gd name="T15" fmla="*/ 71 h 143"/>
                <a:gd name="T16" fmla="*/ 23 w 117"/>
                <a:gd name="T17" fmla="*/ 23 h 143"/>
                <a:gd name="T18" fmla="*/ 4 w 117"/>
                <a:gd name="T19" fmla="*/ 71 h 143"/>
                <a:gd name="T20" fmla="*/ 4 w 117"/>
                <a:gd name="T21" fmla="*/ 71 h 143"/>
                <a:gd name="T22" fmla="*/ 55 w 117"/>
                <a:gd name="T23" fmla="*/ 139 h 143"/>
                <a:gd name="T24" fmla="*/ 55 w 117"/>
                <a:gd name="T25" fmla="*/ 139 h 143"/>
                <a:gd name="T26" fmla="*/ 95 w 117"/>
                <a:gd name="T27" fmla="*/ 119 h 143"/>
                <a:gd name="T28" fmla="*/ 95 w 117"/>
                <a:gd name="T29" fmla="*/ 119 h 143"/>
                <a:gd name="T30" fmla="*/ 113 w 117"/>
                <a:gd name="T31" fmla="*/ 71 h 143"/>
                <a:gd name="T32" fmla="*/ 113 w 117"/>
                <a:gd name="T33" fmla="*/ 71 h 143"/>
                <a:gd name="T34" fmla="*/ 99 w 117"/>
                <a:gd name="T35" fmla="*/ 23 h 143"/>
                <a:gd name="T36" fmla="*/ 99 w 117"/>
                <a:gd name="T37" fmla="*/ 23 h 143"/>
                <a:gd name="T38" fmla="*/ 64 w 117"/>
                <a:gd name="T39" fmla="*/ 4 h 143"/>
                <a:gd name="T40" fmla="*/ 64 w 117"/>
                <a:gd name="T41" fmla="*/ 4 h 143"/>
                <a:gd name="T42" fmla="*/ 64 w 117"/>
                <a:gd name="T43" fmla="*/ 4 h 143"/>
                <a:gd name="T44" fmla="*/ 64 w 117"/>
                <a:gd name="T45" fmla="*/ 4 h 143"/>
                <a:gd name="T46" fmla="*/ 23 w 117"/>
                <a:gd name="T47" fmla="*/ 2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7" h="143">
                  <a:moveTo>
                    <a:pt x="0" y="71"/>
                  </a:moveTo>
                  <a:cubicBezTo>
                    <a:pt x="0" y="32"/>
                    <a:pt x="33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5" y="0"/>
                    <a:pt x="117" y="32"/>
                    <a:pt x="117" y="71"/>
                  </a:cubicBezTo>
                  <a:cubicBezTo>
                    <a:pt x="117" y="71"/>
                    <a:pt x="117" y="71"/>
                    <a:pt x="117" y="71"/>
                  </a:cubicBezTo>
                  <a:cubicBezTo>
                    <a:pt x="117" y="111"/>
                    <a:pt x="86" y="143"/>
                    <a:pt x="55" y="143"/>
                  </a:cubicBezTo>
                  <a:cubicBezTo>
                    <a:pt x="55" y="143"/>
                    <a:pt x="55" y="143"/>
                    <a:pt x="55" y="143"/>
                  </a:cubicBezTo>
                  <a:cubicBezTo>
                    <a:pt x="24" y="143"/>
                    <a:pt x="0" y="111"/>
                    <a:pt x="0" y="71"/>
                  </a:cubicBezTo>
                  <a:close/>
                  <a:moveTo>
                    <a:pt x="23" y="23"/>
                  </a:moveTo>
                  <a:cubicBezTo>
                    <a:pt x="12" y="36"/>
                    <a:pt x="4" y="53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109"/>
                    <a:pt x="27" y="139"/>
                    <a:pt x="55" y="139"/>
                  </a:cubicBezTo>
                  <a:cubicBezTo>
                    <a:pt x="55" y="139"/>
                    <a:pt x="55" y="139"/>
                    <a:pt x="55" y="139"/>
                  </a:cubicBezTo>
                  <a:cubicBezTo>
                    <a:pt x="69" y="139"/>
                    <a:pt x="84" y="132"/>
                    <a:pt x="95" y="119"/>
                  </a:cubicBezTo>
                  <a:cubicBezTo>
                    <a:pt x="95" y="119"/>
                    <a:pt x="95" y="119"/>
                    <a:pt x="95" y="119"/>
                  </a:cubicBezTo>
                  <a:cubicBezTo>
                    <a:pt x="106" y="107"/>
                    <a:pt x="113" y="90"/>
                    <a:pt x="113" y="71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13" y="52"/>
                    <a:pt x="108" y="35"/>
                    <a:pt x="99" y="23"/>
                  </a:cubicBezTo>
                  <a:cubicBezTo>
                    <a:pt x="99" y="23"/>
                    <a:pt x="99" y="23"/>
                    <a:pt x="99" y="23"/>
                  </a:cubicBezTo>
                  <a:cubicBezTo>
                    <a:pt x="90" y="11"/>
                    <a:pt x="78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0" y="4"/>
                    <a:pt x="35" y="11"/>
                    <a:pt x="2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209"/>
            <p:cNvSpPr>
              <a:spLocks noEditPoints="1"/>
            </p:cNvSpPr>
            <p:nvPr/>
          </p:nvSpPr>
          <p:spPr bwMode="auto">
            <a:xfrm>
              <a:off x="9240839" y="4217988"/>
              <a:ext cx="211138" cy="255588"/>
            </a:xfrm>
            <a:custGeom>
              <a:avLst/>
              <a:gdLst>
                <a:gd name="T0" fmla="*/ 2 w 121"/>
                <a:gd name="T1" fmla="*/ 73 h 147"/>
                <a:gd name="T2" fmla="*/ 66 w 121"/>
                <a:gd name="T3" fmla="*/ 0 h 147"/>
                <a:gd name="T4" fmla="*/ 121 w 121"/>
                <a:gd name="T5" fmla="*/ 73 h 147"/>
                <a:gd name="T6" fmla="*/ 57 w 121"/>
                <a:gd name="T7" fmla="*/ 147 h 147"/>
                <a:gd name="T8" fmla="*/ 0 w 121"/>
                <a:gd name="T9" fmla="*/ 73 h 147"/>
                <a:gd name="T10" fmla="*/ 97 w 121"/>
                <a:gd name="T11" fmla="*/ 124 h 147"/>
                <a:gd name="T12" fmla="*/ 57 w 121"/>
                <a:gd name="T13" fmla="*/ 143 h 147"/>
                <a:gd name="T14" fmla="*/ 57 w 121"/>
                <a:gd name="T15" fmla="*/ 143 h 147"/>
                <a:gd name="T16" fmla="*/ 13 w 121"/>
                <a:gd name="T17" fmla="*/ 113 h 147"/>
                <a:gd name="T18" fmla="*/ 57 w 121"/>
                <a:gd name="T19" fmla="*/ 143 h 147"/>
                <a:gd name="T20" fmla="*/ 57 w 121"/>
                <a:gd name="T21" fmla="*/ 139 h 147"/>
                <a:gd name="T22" fmla="*/ 57 w 121"/>
                <a:gd name="T23" fmla="*/ 139 h 147"/>
                <a:gd name="T24" fmla="*/ 95 w 121"/>
                <a:gd name="T25" fmla="*/ 120 h 147"/>
                <a:gd name="T26" fmla="*/ 113 w 121"/>
                <a:gd name="T27" fmla="*/ 73 h 147"/>
                <a:gd name="T28" fmla="*/ 100 w 121"/>
                <a:gd name="T29" fmla="*/ 26 h 147"/>
                <a:gd name="T30" fmla="*/ 66 w 121"/>
                <a:gd name="T31" fmla="*/ 8 h 147"/>
                <a:gd name="T32" fmla="*/ 27 w 121"/>
                <a:gd name="T33" fmla="*/ 27 h 147"/>
                <a:gd name="T34" fmla="*/ 8 w 121"/>
                <a:gd name="T35" fmla="*/ 73 h 147"/>
                <a:gd name="T36" fmla="*/ 109 w 121"/>
                <a:gd name="T37" fmla="*/ 106 h 147"/>
                <a:gd name="T38" fmla="*/ 102 w 121"/>
                <a:gd name="T39" fmla="*/ 118 h 147"/>
                <a:gd name="T40" fmla="*/ 24 w 121"/>
                <a:gd name="T41" fmla="*/ 24 h 147"/>
                <a:gd name="T42" fmla="*/ 47 w 121"/>
                <a:gd name="T43" fmla="*/ 8 h 147"/>
                <a:gd name="T44" fmla="*/ 9 w 121"/>
                <a:gd name="T45" fmla="*/ 48 h 147"/>
                <a:gd name="T46" fmla="*/ 47 w 121"/>
                <a:gd name="T47" fmla="*/ 8 h 147"/>
                <a:gd name="T48" fmla="*/ 47 w 121"/>
                <a:gd name="T49" fmla="*/ 8 h 147"/>
                <a:gd name="T50" fmla="*/ 47 w 121"/>
                <a:gd name="T51" fmla="*/ 8 h 147"/>
                <a:gd name="T52" fmla="*/ 47 w 121"/>
                <a:gd name="T53" fmla="*/ 8 h 147"/>
                <a:gd name="T54" fmla="*/ 70 w 121"/>
                <a:gd name="T55" fmla="*/ 4 h 147"/>
                <a:gd name="T56" fmla="*/ 84 w 121"/>
                <a:gd name="T57" fmla="*/ 8 h 147"/>
                <a:gd name="T58" fmla="*/ 47 w 121"/>
                <a:gd name="T59" fmla="*/ 8 h 147"/>
                <a:gd name="T60" fmla="*/ 47 w 121"/>
                <a:gd name="T61" fmla="*/ 8 h 147"/>
                <a:gd name="T62" fmla="*/ 69 w 121"/>
                <a:gd name="T63" fmla="*/ 4 h 147"/>
                <a:gd name="T64" fmla="*/ 69 w 121"/>
                <a:gd name="T65" fmla="*/ 4 h 147"/>
                <a:gd name="T66" fmla="*/ 69 w 121"/>
                <a:gd name="T67" fmla="*/ 4 h 147"/>
                <a:gd name="T68" fmla="*/ 69 w 121"/>
                <a:gd name="T69" fmla="*/ 4 h 147"/>
                <a:gd name="T70" fmla="*/ 64 w 121"/>
                <a:gd name="T71" fmla="*/ 4 h 147"/>
                <a:gd name="T72" fmla="*/ 64 w 121"/>
                <a:gd name="T73" fmla="*/ 4 h 147"/>
                <a:gd name="T74" fmla="*/ 64 w 121"/>
                <a:gd name="T75" fmla="*/ 4 h 147"/>
                <a:gd name="T76" fmla="*/ 64 w 121"/>
                <a:gd name="T77" fmla="*/ 4 h 147"/>
                <a:gd name="T78" fmla="*/ 65 w 121"/>
                <a:gd name="T79" fmla="*/ 4 h 147"/>
                <a:gd name="T80" fmla="*/ 65 w 121"/>
                <a:gd name="T81" fmla="*/ 4 h 147"/>
                <a:gd name="T82" fmla="*/ 68 w 121"/>
                <a:gd name="T83" fmla="*/ 4 h 147"/>
                <a:gd name="T84" fmla="*/ 68 w 121"/>
                <a:gd name="T85" fmla="*/ 4 h 147"/>
                <a:gd name="T86" fmla="*/ 65 w 121"/>
                <a:gd name="T87" fmla="*/ 4 h 147"/>
                <a:gd name="T88" fmla="*/ 65 w 121"/>
                <a:gd name="T89" fmla="*/ 4 h 147"/>
                <a:gd name="T90" fmla="*/ 67 w 121"/>
                <a:gd name="T91" fmla="*/ 4 h 147"/>
                <a:gd name="T92" fmla="*/ 67 w 121"/>
                <a:gd name="T93" fmla="*/ 4 h 147"/>
                <a:gd name="T94" fmla="*/ 66 w 121"/>
                <a:gd name="T95" fmla="*/ 4 h 147"/>
                <a:gd name="T96" fmla="*/ 65 w 121"/>
                <a:gd name="T97" fmla="*/ 4 h 147"/>
                <a:gd name="T98" fmla="*/ 66 w 121"/>
                <a:gd name="T99" fmla="*/ 4 h 147"/>
                <a:gd name="T100" fmla="*/ 66 w 121"/>
                <a:gd name="T101" fmla="*/ 4 h 147"/>
                <a:gd name="T102" fmla="*/ 67 w 121"/>
                <a:gd name="T103" fmla="*/ 4 h 147"/>
                <a:gd name="T104" fmla="*/ 67 w 121"/>
                <a:gd name="T105" fmla="*/ 4 h 147"/>
                <a:gd name="T106" fmla="*/ 66 w 121"/>
                <a:gd name="T107" fmla="*/ 4 h 147"/>
                <a:gd name="T108" fmla="*/ 66 w 121"/>
                <a:gd name="T109" fmla="*/ 4 h 147"/>
                <a:gd name="T110" fmla="*/ 66 w 121"/>
                <a:gd name="T111" fmla="*/ 4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1" h="147">
                  <a:moveTo>
                    <a:pt x="0" y="73"/>
                  </a:moveTo>
                  <a:cubicBezTo>
                    <a:pt x="2" y="73"/>
                    <a:pt x="2" y="73"/>
                    <a:pt x="2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33"/>
                    <a:pt x="34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99" y="0"/>
                    <a:pt x="121" y="34"/>
                    <a:pt x="121" y="73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114"/>
                    <a:pt x="90" y="147"/>
                    <a:pt x="57" y="147"/>
                  </a:cubicBezTo>
                  <a:cubicBezTo>
                    <a:pt x="57" y="147"/>
                    <a:pt x="57" y="147"/>
                    <a:pt x="57" y="147"/>
                  </a:cubicBezTo>
                  <a:cubicBezTo>
                    <a:pt x="25" y="147"/>
                    <a:pt x="0" y="113"/>
                    <a:pt x="0" y="73"/>
                  </a:cubicBezTo>
                  <a:close/>
                  <a:moveTo>
                    <a:pt x="57" y="143"/>
                  </a:moveTo>
                  <a:cubicBezTo>
                    <a:pt x="72" y="143"/>
                    <a:pt x="86" y="136"/>
                    <a:pt x="97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86" y="136"/>
                    <a:pt x="72" y="143"/>
                    <a:pt x="57" y="143"/>
                  </a:cubicBezTo>
                  <a:cubicBezTo>
                    <a:pt x="57" y="143"/>
                    <a:pt x="57" y="143"/>
                    <a:pt x="57" y="143"/>
                  </a:cubicBezTo>
                  <a:cubicBezTo>
                    <a:pt x="57" y="143"/>
                    <a:pt x="57" y="143"/>
                    <a:pt x="57" y="143"/>
                  </a:cubicBezTo>
                  <a:cubicBezTo>
                    <a:pt x="57" y="143"/>
                    <a:pt x="57" y="143"/>
                    <a:pt x="57" y="143"/>
                  </a:cubicBezTo>
                  <a:cubicBezTo>
                    <a:pt x="39" y="143"/>
                    <a:pt x="23" y="131"/>
                    <a:pt x="13" y="113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23" y="131"/>
                    <a:pt x="39" y="143"/>
                    <a:pt x="57" y="143"/>
                  </a:cubicBezTo>
                  <a:close/>
                  <a:moveTo>
                    <a:pt x="8" y="73"/>
                  </a:moveTo>
                  <a:cubicBezTo>
                    <a:pt x="8" y="110"/>
                    <a:pt x="31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57" y="139"/>
                    <a:pt x="57" y="139"/>
                    <a:pt x="57" y="139"/>
                  </a:cubicBezTo>
                  <a:cubicBezTo>
                    <a:pt x="71" y="139"/>
                    <a:pt x="85" y="132"/>
                    <a:pt x="95" y="120"/>
                  </a:cubicBezTo>
                  <a:cubicBezTo>
                    <a:pt x="95" y="120"/>
                    <a:pt x="95" y="120"/>
                    <a:pt x="95" y="120"/>
                  </a:cubicBezTo>
                  <a:cubicBezTo>
                    <a:pt x="106" y="108"/>
                    <a:pt x="113" y="92"/>
                    <a:pt x="113" y="73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5"/>
                    <a:pt x="108" y="38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1" y="15"/>
                    <a:pt x="79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53" y="8"/>
                    <a:pt x="38" y="15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15" y="39"/>
                    <a:pt x="8" y="55"/>
                    <a:pt x="8" y="73"/>
                  </a:cubicBezTo>
                  <a:close/>
                  <a:moveTo>
                    <a:pt x="102" y="118"/>
                  </a:moveTo>
                  <a:cubicBezTo>
                    <a:pt x="105" y="115"/>
                    <a:pt x="107" y="111"/>
                    <a:pt x="109" y="106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07" y="111"/>
                    <a:pt x="105" y="115"/>
                    <a:pt x="102" y="118"/>
                  </a:cubicBezTo>
                  <a:close/>
                  <a:moveTo>
                    <a:pt x="9" y="48"/>
                  </a:moveTo>
                  <a:cubicBezTo>
                    <a:pt x="12" y="39"/>
                    <a:pt x="17" y="31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31" y="17"/>
                    <a:pt x="38" y="11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30" y="15"/>
                    <a:pt x="16" y="30"/>
                    <a:pt x="9" y="48"/>
                  </a:cubicBezTo>
                  <a:close/>
                  <a:moveTo>
                    <a:pt x="47" y="8"/>
                  </a:move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lose/>
                  <a:moveTo>
                    <a:pt x="47" y="8"/>
                  </a:move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lose/>
                  <a:moveTo>
                    <a:pt x="84" y="8"/>
                  </a:moveTo>
                  <a:cubicBezTo>
                    <a:pt x="79" y="5"/>
                    <a:pt x="75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5" y="4"/>
                    <a:pt x="79" y="5"/>
                    <a:pt x="84" y="8"/>
                  </a:cubicBezTo>
                  <a:close/>
                  <a:moveTo>
                    <a:pt x="47" y="8"/>
                  </a:move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lose/>
                  <a:moveTo>
                    <a:pt x="69" y="4"/>
                  </a:moveTo>
                  <a:cubicBezTo>
                    <a:pt x="69" y="4"/>
                    <a:pt x="69" y="4"/>
                    <a:pt x="69" y="4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9" y="4"/>
                    <a:pt x="69" y="4"/>
                    <a:pt x="69" y="4"/>
                  </a:cubicBezTo>
                  <a:close/>
                  <a:moveTo>
                    <a:pt x="69" y="4"/>
                  </a:moveTo>
                  <a:cubicBezTo>
                    <a:pt x="69" y="4"/>
                    <a:pt x="69" y="4"/>
                    <a:pt x="69" y="4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9" y="4"/>
                    <a:pt x="69" y="4"/>
                    <a:pt x="69" y="4"/>
                  </a:cubicBezTo>
                  <a:close/>
                  <a:moveTo>
                    <a:pt x="64" y="4"/>
                  </a:move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lose/>
                  <a:moveTo>
                    <a:pt x="64" y="4"/>
                  </a:move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lose/>
                  <a:moveTo>
                    <a:pt x="65" y="4"/>
                  </a:move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lose/>
                  <a:moveTo>
                    <a:pt x="68" y="4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lose/>
                  <a:moveTo>
                    <a:pt x="65" y="4"/>
                  </a:move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lose/>
                  <a:moveTo>
                    <a:pt x="67" y="4"/>
                  </a:moveTo>
                  <a:cubicBezTo>
                    <a:pt x="67" y="4"/>
                    <a:pt x="67" y="4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lose/>
                  <a:moveTo>
                    <a:pt x="65" y="4"/>
                  </a:move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5" y="4"/>
                  </a:cubicBezTo>
                  <a:close/>
                  <a:moveTo>
                    <a:pt x="66" y="4"/>
                  </a:move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lose/>
                  <a:moveTo>
                    <a:pt x="67" y="4"/>
                  </a:moveTo>
                  <a:cubicBezTo>
                    <a:pt x="67" y="4"/>
                    <a:pt x="67" y="4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4"/>
                    <a:pt x="67" y="4"/>
                    <a:pt x="67" y="4"/>
                  </a:cubicBezTo>
                  <a:close/>
                  <a:moveTo>
                    <a:pt x="66" y="4"/>
                  </a:move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210"/>
            <p:cNvSpPr/>
            <p:nvPr/>
          </p:nvSpPr>
          <p:spPr bwMode="auto">
            <a:xfrm>
              <a:off x="9356726" y="4195763"/>
              <a:ext cx="46038" cy="36513"/>
            </a:xfrm>
            <a:custGeom>
              <a:avLst/>
              <a:gdLst>
                <a:gd name="T0" fmla="*/ 0 w 29"/>
                <a:gd name="T1" fmla="*/ 18 h 23"/>
                <a:gd name="T2" fmla="*/ 19 w 29"/>
                <a:gd name="T3" fmla="*/ 0 h 23"/>
                <a:gd name="T4" fmla="*/ 12 w 29"/>
                <a:gd name="T5" fmla="*/ 18 h 23"/>
                <a:gd name="T6" fmla="*/ 29 w 29"/>
                <a:gd name="T7" fmla="*/ 3 h 23"/>
                <a:gd name="T8" fmla="*/ 19 w 29"/>
                <a:gd name="T9" fmla="*/ 23 h 23"/>
                <a:gd name="T10" fmla="*/ 0 w 29"/>
                <a:gd name="T11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3">
                  <a:moveTo>
                    <a:pt x="0" y="18"/>
                  </a:moveTo>
                  <a:lnTo>
                    <a:pt x="19" y="0"/>
                  </a:lnTo>
                  <a:lnTo>
                    <a:pt x="12" y="18"/>
                  </a:lnTo>
                  <a:lnTo>
                    <a:pt x="29" y="3"/>
                  </a:lnTo>
                  <a:lnTo>
                    <a:pt x="19" y="23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211"/>
            <p:cNvSpPr/>
            <p:nvPr/>
          </p:nvSpPr>
          <p:spPr bwMode="auto">
            <a:xfrm>
              <a:off x="9356726" y="4195763"/>
              <a:ext cx="46038" cy="36513"/>
            </a:xfrm>
            <a:custGeom>
              <a:avLst/>
              <a:gdLst>
                <a:gd name="T0" fmla="*/ 0 w 29"/>
                <a:gd name="T1" fmla="*/ 18 h 23"/>
                <a:gd name="T2" fmla="*/ 19 w 29"/>
                <a:gd name="T3" fmla="*/ 0 h 23"/>
                <a:gd name="T4" fmla="*/ 12 w 29"/>
                <a:gd name="T5" fmla="*/ 18 h 23"/>
                <a:gd name="T6" fmla="*/ 29 w 29"/>
                <a:gd name="T7" fmla="*/ 3 h 23"/>
                <a:gd name="T8" fmla="*/ 19 w 29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3">
                  <a:moveTo>
                    <a:pt x="0" y="18"/>
                  </a:moveTo>
                  <a:lnTo>
                    <a:pt x="19" y="0"/>
                  </a:lnTo>
                  <a:lnTo>
                    <a:pt x="12" y="18"/>
                  </a:lnTo>
                  <a:lnTo>
                    <a:pt x="29" y="3"/>
                  </a:lnTo>
                  <a:lnTo>
                    <a:pt x="19" y="2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4212"/>
            <p:cNvSpPr>
              <a:spLocks noEditPoints="1"/>
            </p:cNvSpPr>
            <p:nvPr/>
          </p:nvSpPr>
          <p:spPr bwMode="auto">
            <a:xfrm>
              <a:off x="9353551" y="4192588"/>
              <a:ext cx="50800" cy="39688"/>
            </a:xfrm>
            <a:custGeom>
              <a:avLst/>
              <a:gdLst>
                <a:gd name="T0" fmla="*/ 19 w 32"/>
                <a:gd name="T1" fmla="*/ 24 h 25"/>
                <a:gd name="T2" fmla="*/ 23 w 32"/>
                <a:gd name="T3" fmla="*/ 14 h 25"/>
                <a:gd name="T4" fmla="*/ 15 w 32"/>
                <a:gd name="T5" fmla="*/ 21 h 25"/>
                <a:gd name="T6" fmla="*/ 11 w 32"/>
                <a:gd name="T7" fmla="*/ 19 h 25"/>
                <a:gd name="T8" fmla="*/ 15 w 32"/>
                <a:gd name="T9" fmla="*/ 10 h 25"/>
                <a:gd name="T10" fmla="*/ 4 w 32"/>
                <a:gd name="T11" fmla="*/ 21 h 25"/>
                <a:gd name="T12" fmla="*/ 0 w 32"/>
                <a:gd name="T13" fmla="*/ 18 h 25"/>
                <a:gd name="T14" fmla="*/ 19 w 32"/>
                <a:gd name="T15" fmla="*/ 0 h 25"/>
                <a:gd name="T16" fmla="*/ 23 w 32"/>
                <a:gd name="T17" fmla="*/ 2 h 25"/>
                <a:gd name="T18" fmla="*/ 19 w 32"/>
                <a:gd name="T19" fmla="*/ 13 h 25"/>
                <a:gd name="T20" fmla="*/ 29 w 32"/>
                <a:gd name="T21" fmla="*/ 3 h 25"/>
                <a:gd name="T22" fmla="*/ 32 w 32"/>
                <a:gd name="T23" fmla="*/ 6 h 25"/>
                <a:gd name="T24" fmla="*/ 23 w 32"/>
                <a:gd name="T25" fmla="*/ 25 h 25"/>
                <a:gd name="T26" fmla="*/ 19 w 32"/>
                <a:gd name="T27" fmla="*/ 24 h 25"/>
                <a:gd name="T28" fmla="*/ 19 w 32"/>
                <a:gd name="T29" fmla="*/ 24 h 25"/>
                <a:gd name="T30" fmla="*/ 4 w 32"/>
                <a:gd name="T31" fmla="*/ 21 h 25"/>
                <a:gd name="T32" fmla="*/ 4 w 32"/>
                <a:gd name="T33" fmla="*/ 21 h 25"/>
                <a:gd name="T34" fmla="*/ 4 w 32"/>
                <a:gd name="T35" fmla="*/ 21 h 25"/>
                <a:gd name="T36" fmla="*/ 4 w 32"/>
                <a:gd name="T37" fmla="*/ 21 h 25"/>
                <a:gd name="T38" fmla="*/ 4 w 32"/>
                <a:gd name="T3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25">
                  <a:moveTo>
                    <a:pt x="19" y="24"/>
                  </a:moveTo>
                  <a:lnTo>
                    <a:pt x="23" y="14"/>
                  </a:lnTo>
                  <a:lnTo>
                    <a:pt x="15" y="21"/>
                  </a:lnTo>
                  <a:lnTo>
                    <a:pt x="11" y="19"/>
                  </a:lnTo>
                  <a:lnTo>
                    <a:pt x="15" y="10"/>
                  </a:lnTo>
                  <a:lnTo>
                    <a:pt x="4" y="21"/>
                  </a:lnTo>
                  <a:lnTo>
                    <a:pt x="0" y="18"/>
                  </a:lnTo>
                  <a:lnTo>
                    <a:pt x="19" y="0"/>
                  </a:lnTo>
                  <a:lnTo>
                    <a:pt x="23" y="2"/>
                  </a:lnTo>
                  <a:lnTo>
                    <a:pt x="19" y="13"/>
                  </a:lnTo>
                  <a:lnTo>
                    <a:pt x="29" y="3"/>
                  </a:lnTo>
                  <a:lnTo>
                    <a:pt x="32" y="6"/>
                  </a:lnTo>
                  <a:lnTo>
                    <a:pt x="23" y="25"/>
                  </a:lnTo>
                  <a:lnTo>
                    <a:pt x="19" y="24"/>
                  </a:lnTo>
                  <a:lnTo>
                    <a:pt x="19" y="24"/>
                  </a:lnTo>
                  <a:close/>
                  <a:moveTo>
                    <a:pt x="4" y="21"/>
                  </a:move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4213"/>
            <p:cNvSpPr/>
            <p:nvPr/>
          </p:nvSpPr>
          <p:spPr bwMode="auto">
            <a:xfrm>
              <a:off x="9353551" y="4192588"/>
              <a:ext cx="50800" cy="39688"/>
            </a:xfrm>
            <a:custGeom>
              <a:avLst/>
              <a:gdLst>
                <a:gd name="T0" fmla="*/ 19 w 32"/>
                <a:gd name="T1" fmla="*/ 24 h 25"/>
                <a:gd name="T2" fmla="*/ 23 w 32"/>
                <a:gd name="T3" fmla="*/ 14 h 25"/>
                <a:gd name="T4" fmla="*/ 15 w 32"/>
                <a:gd name="T5" fmla="*/ 21 h 25"/>
                <a:gd name="T6" fmla="*/ 11 w 32"/>
                <a:gd name="T7" fmla="*/ 19 h 25"/>
                <a:gd name="T8" fmla="*/ 15 w 32"/>
                <a:gd name="T9" fmla="*/ 10 h 25"/>
                <a:gd name="T10" fmla="*/ 4 w 32"/>
                <a:gd name="T11" fmla="*/ 21 h 25"/>
                <a:gd name="T12" fmla="*/ 0 w 32"/>
                <a:gd name="T13" fmla="*/ 18 h 25"/>
                <a:gd name="T14" fmla="*/ 19 w 32"/>
                <a:gd name="T15" fmla="*/ 0 h 25"/>
                <a:gd name="T16" fmla="*/ 23 w 32"/>
                <a:gd name="T17" fmla="*/ 2 h 25"/>
                <a:gd name="T18" fmla="*/ 19 w 32"/>
                <a:gd name="T19" fmla="*/ 13 h 25"/>
                <a:gd name="T20" fmla="*/ 29 w 32"/>
                <a:gd name="T21" fmla="*/ 3 h 25"/>
                <a:gd name="T22" fmla="*/ 32 w 32"/>
                <a:gd name="T23" fmla="*/ 6 h 25"/>
                <a:gd name="T24" fmla="*/ 23 w 32"/>
                <a:gd name="T25" fmla="*/ 25 h 25"/>
                <a:gd name="T26" fmla="*/ 19 w 32"/>
                <a:gd name="T27" fmla="*/ 24 h 25"/>
                <a:gd name="T28" fmla="*/ 19 w 32"/>
                <a:gd name="T2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5">
                  <a:moveTo>
                    <a:pt x="19" y="24"/>
                  </a:moveTo>
                  <a:lnTo>
                    <a:pt x="23" y="14"/>
                  </a:lnTo>
                  <a:lnTo>
                    <a:pt x="15" y="21"/>
                  </a:lnTo>
                  <a:lnTo>
                    <a:pt x="11" y="19"/>
                  </a:lnTo>
                  <a:lnTo>
                    <a:pt x="15" y="10"/>
                  </a:lnTo>
                  <a:lnTo>
                    <a:pt x="4" y="21"/>
                  </a:lnTo>
                  <a:lnTo>
                    <a:pt x="0" y="18"/>
                  </a:lnTo>
                  <a:lnTo>
                    <a:pt x="19" y="0"/>
                  </a:lnTo>
                  <a:lnTo>
                    <a:pt x="23" y="2"/>
                  </a:lnTo>
                  <a:lnTo>
                    <a:pt x="19" y="13"/>
                  </a:lnTo>
                  <a:lnTo>
                    <a:pt x="29" y="3"/>
                  </a:lnTo>
                  <a:lnTo>
                    <a:pt x="32" y="6"/>
                  </a:lnTo>
                  <a:lnTo>
                    <a:pt x="23" y="25"/>
                  </a:lnTo>
                  <a:lnTo>
                    <a:pt x="19" y="24"/>
                  </a:lnTo>
                  <a:lnTo>
                    <a:pt x="19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4214"/>
            <p:cNvSpPr>
              <a:spLocks noEditPoints="1"/>
            </p:cNvSpPr>
            <p:nvPr/>
          </p:nvSpPr>
          <p:spPr bwMode="auto">
            <a:xfrm>
              <a:off x="9348789" y="4187826"/>
              <a:ext cx="61913" cy="49213"/>
            </a:xfrm>
            <a:custGeom>
              <a:avLst/>
              <a:gdLst>
                <a:gd name="T0" fmla="*/ 21 w 39"/>
                <a:gd name="T1" fmla="*/ 28 h 31"/>
                <a:gd name="T2" fmla="*/ 22 w 39"/>
                <a:gd name="T3" fmla="*/ 27 h 31"/>
                <a:gd name="T4" fmla="*/ 24 w 39"/>
                <a:gd name="T5" fmla="*/ 28 h 31"/>
                <a:gd name="T6" fmla="*/ 22 w 39"/>
                <a:gd name="T7" fmla="*/ 27 h 31"/>
                <a:gd name="T8" fmla="*/ 21 w 39"/>
                <a:gd name="T9" fmla="*/ 28 h 31"/>
                <a:gd name="T10" fmla="*/ 19 w 39"/>
                <a:gd name="T11" fmla="*/ 28 h 31"/>
                <a:gd name="T12" fmla="*/ 20 w 39"/>
                <a:gd name="T13" fmla="*/ 26 h 31"/>
                <a:gd name="T14" fmla="*/ 18 w 39"/>
                <a:gd name="T15" fmla="*/ 28 h 31"/>
                <a:gd name="T16" fmla="*/ 11 w 39"/>
                <a:gd name="T17" fmla="*/ 23 h 31"/>
                <a:gd name="T18" fmla="*/ 12 w 39"/>
                <a:gd name="T19" fmla="*/ 22 h 31"/>
                <a:gd name="T20" fmla="*/ 7 w 39"/>
                <a:gd name="T21" fmla="*/ 28 h 31"/>
                <a:gd name="T22" fmla="*/ 0 w 39"/>
                <a:gd name="T23" fmla="*/ 21 h 31"/>
                <a:gd name="T24" fmla="*/ 22 w 39"/>
                <a:gd name="T25" fmla="*/ 0 h 31"/>
                <a:gd name="T26" fmla="*/ 29 w 39"/>
                <a:gd name="T27" fmla="*/ 5 h 31"/>
                <a:gd name="T28" fmla="*/ 28 w 39"/>
                <a:gd name="T29" fmla="*/ 6 h 31"/>
                <a:gd name="T30" fmla="*/ 28 w 39"/>
                <a:gd name="T31" fmla="*/ 8 h 31"/>
                <a:gd name="T32" fmla="*/ 32 w 39"/>
                <a:gd name="T33" fmla="*/ 4 h 31"/>
                <a:gd name="T34" fmla="*/ 39 w 39"/>
                <a:gd name="T35" fmla="*/ 8 h 31"/>
                <a:gd name="T36" fmla="*/ 26 w 39"/>
                <a:gd name="T37" fmla="*/ 31 h 31"/>
                <a:gd name="T38" fmla="*/ 21 w 39"/>
                <a:gd name="T39" fmla="*/ 28 h 31"/>
                <a:gd name="T40" fmla="*/ 21 w 39"/>
                <a:gd name="T41" fmla="*/ 28 h 31"/>
                <a:gd name="T42" fmla="*/ 17 w 39"/>
                <a:gd name="T43" fmla="*/ 21 h 31"/>
                <a:gd name="T44" fmla="*/ 18 w 39"/>
                <a:gd name="T45" fmla="*/ 22 h 31"/>
                <a:gd name="T46" fmla="*/ 25 w 39"/>
                <a:gd name="T47" fmla="*/ 15 h 31"/>
                <a:gd name="T48" fmla="*/ 29 w 39"/>
                <a:gd name="T49" fmla="*/ 18 h 31"/>
                <a:gd name="T50" fmla="*/ 28 w 39"/>
                <a:gd name="T51" fmla="*/ 19 h 31"/>
                <a:gd name="T52" fmla="*/ 33 w 39"/>
                <a:gd name="T53" fmla="*/ 9 h 31"/>
                <a:gd name="T54" fmla="*/ 32 w 39"/>
                <a:gd name="T55" fmla="*/ 9 h 31"/>
                <a:gd name="T56" fmla="*/ 23 w 39"/>
                <a:gd name="T57" fmla="*/ 17 h 31"/>
                <a:gd name="T58" fmla="*/ 20 w 39"/>
                <a:gd name="T59" fmla="*/ 15 h 31"/>
                <a:gd name="T60" fmla="*/ 17 w 39"/>
                <a:gd name="T61" fmla="*/ 21 h 31"/>
                <a:gd name="T62" fmla="*/ 17 w 39"/>
                <a:gd name="T63" fmla="*/ 21 h 31"/>
                <a:gd name="T64" fmla="*/ 10 w 39"/>
                <a:gd name="T65" fmla="*/ 18 h 31"/>
                <a:gd name="T66" fmla="*/ 17 w 39"/>
                <a:gd name="T67" fmla="*/ 11 h 31"/>
                <a:gd name="T68" fmla="*/ 20 w 39"/>
                <a:gd name="T69" fmla="*/ 13 h 31"/>
                <a:gd name="T70" fmla="*/ 23 w 39"/>
                <a:gd name="T71" fmla="*/ 6 h 31"/>
                <a:gd name="T72" fmla="*/ 23 w 39"/>
                <a:gd name="T73" fmla="*/ 6 h 31"/>
                <a:gd name="T74" fmla="*/ 10 w 39"/>
                <a:gd name="T75" fmla="*/ 18 h 31"/>
                <a:gd name="T76" fmla="*/ 10 w 39"/>
                <a:gd name="T77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9" h="31">
                  <a:moveTo>
                    <a:pt x="21" y="28"/>
                  </a:moveTo>
                  <a:lnTo>
                    <a:pt x="22" y="27"/>
                  </a:lnTo>
                  <a:lnTo>
                    <a:pt x="24" y="28"/>
                  </a:lnTo>
                  <a:lnTo>
                    <a:pt x="22" y="27"/>
                  </a:lnTo>
                  <a:lnTo>
                    <a:pt x="21" y="28"/>
                  </a:lnTo>
                  <a:lnTo>
                    <a:pt x="19" y="28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1" y="23"/>
                  </a:lnTo>
                  <a:lnTo>
                    <a:pt x="12" y="22"/>
                  </a:lnTo>
                  <a:lnTo>
                    <a:pt x="7" y="28"/>
                  </a:lnTo>
                  <a:lnTo>
                    <a:pt x="0" y="21"/>
                  </a:lnTo>
                  <a:lnTo>
                    <a:pt x="22" y="0"/>
                  </a:lnTo>
                  <a:lnTo>
                    <a:pt x="29" y="5"/>
                  </a:lnTo>
                  <a:lnTo>
                    <a:pt x="28" y="6"/>
                  </a:lnTo>
                  <a:lnTo>
                    <a:pt x="28" y="8"/>
                  </a:lnTo>
                  <a:lnTo>
                    <a:pt x="32" y="4"/>
                  </a:lnTo>
                  <a:lnTo>
                    <a:pt x="39" y="8"/>
                  </a:lnTo>
                  <a:lnTo>
                    <a:pt x="26" y="31"/>
                  </a:lnTo>
                  <a:lnTo>
                    <a:pt x="21" y="28"/>
                  </a:lnTo>
                  <a:lnTo>
                    <a:pt x="21" y="28"/>
                  </a:lnTo>
                  <a:close/>
                  <a:moveTo>
                    <a:pt x="17" y="21"/>
                  </a:moveTo>
                  <a:lnTo>
                    <a:pt x="18" y="22"/>
                  </a:lnTo>
                  <a:lnTo>
                    <a:pt x="25" y="15"/>
                  </a:lnTo>
                  <a:lnTo>
                    <a:pt x="29" y="18"/>
                  </a:lnTo>
                  <a:lnTo>
                    <a:pt x="28" y="19"/>
                  </a:lnTo>
                  <a:lnTo>
                    <a:pt x="33" y="9"/>
                  </a:lnTo>
                  <a:lnTo>
                    <a:pt x="32" y="9"/>
                  </a:lnTo>
                  <a:lnTo>
                    <a:pt x="23" y="17"/>
                  </a:lnTo>
                  <a:lnTo>
                    <a:pt x="20" y="15"/>
                  </a:lnTo>
                  <a:lnTo>
                    <a:pt x="17" y="21"/>
                  </a:lnTo>
                  <a:lnTo>
                    <a:pt x="17" y="21"/>
                  </a:lnTo>
                  <a:close/>
                  <a:moveTo>
                    <a:pt x="10" y="18"/>
                  </a:moveTo>
                  <a:lnTo>
                    <a:pt x="17" y="11"/>
                  </a:lnTo>
                  <a:lnTo>
                    <a:pt x="20" y="13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10" y="18"/>
                  </a:lnTo>
                  <a:lnTo>
                    <a:pt x="1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215"/>
            <p:cNvSpPr/>
            <p:nvPr/>
          </p:nvSpPr>
          <p:spPr bwMode="auto">
            <a:xfrm>
              <a:off x="9309101" y="4284663"/>
              <a:ext cx="7938" cy="0"/>
            </a:xfrm>
            <a:custGeom>
              <a:avLst/>
              <a:gdLst>
                <a:gd name="T0" fmla="*/ 0 w 5"/>
                <a:gd name="T1" fmla="*/ 5 w 5"/>
                <a:gd name="T2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4216"/>
            <p:cNvSpPr>
              <a:spLocks noChangeShapeType="1"/>
            </p:cNvSpPr>
            <p:nvPr/>
          </p:nvSpPr>
          <p:spPr bwMode="auto">
            <a:xfrm>
              <a:off x="9309101" y="4284663"/>
              <a:ext cx="7938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217"/>
            <p:cNvSpPr/>
            <p:nvPr/>
          </p:nvSpPr>
          <p:spPr bwMode="auto">
            <a:xfrm>
              <a:off x="9309101" y="4279901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218"/>
            <p:cNvSpPr/>
            <p:nvPr/>
          </p:nvSpPr>
          <p:spPr bwMode="auto">
            <a:xfrm>
              <a:off x="9309101" y="4279901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219"/>
            <p:cNvSpPr>
              <a:spLocks noEditPoints="1"/>
            </p:cNvSpPr>
            <p:nvPr/>
          </p:nvSpPr>
          <p:spPr bwMode="auto">
            <a:xfrm>
              <a:off x="9305926" y="4276726"/>
              <a:ext cx="15875" cy="14288"/>
            </a:xfrm>
            <a:custGeom>
              <a:avLst/>
              <a:gdLst>
                <a:gd name="T0" fmla="*/ 7 w 10"/>
                <a:gd name="T1" fmla="*/ 9 h 9"/>
                <a:gd name="T2" fmla="*/ 2 w 10"/>
                <a:gd name="T3" fmla="*/ 9 h 9"/>
                <a:gd name="T4" fmla="*/ 2 w 10"/>
                <a:gd name="T5" fmla="*/ 7 h 9"/>
                <a:gd name="T6" fmla="*/ 4 w 10"/>
                <a:gd name="T7" fmla="*/ 7 h 9"/>
                <a:gd name="T8" fmla="*/ 2 w 10"/>
                <a:gd name="T9" fmla="*/ 7 h 9"/>
                <a:gd name="T10" fmla="*/ 2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7 w 10"/>
                <a:gd name="T21" fmla="*/ 9 h 9"/>
                <a:gd name="T22" fmla="*/ 7 w 10"/>
                <a:gd name="T23" fmla="*/ 9 h 9"/>
                <a:gd name="T24" fmla="*/ 5 w 10"/>
                <a:gd name="T25" fmla="*/ 5 h 9"/>
                <a:gd name="T26" fmla="*/ 4 w 10"/>
                <a:gd name="T27" fmla="*/ 5 h 9"/>
                <a:gd name="T28" fmla="*/ 5 w 10"/>
                <a:gd name="T29" fmla="*/ 5 h 9"/>
                <a:gd name="T30" fmla="*/ 5 w 10"/>
                <a:gd name="T31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" h="9">
                  <a:moveTo>
                    <a:pt x="7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7" y="9"/>
                  </a:lnTo>
                  <a:lnTo>
                    <a:pt x="7" y="9"/>
                  </a:lnTo>
                  <a:close/>
                  <a:moveTo>
                    <a:pt x="5" y="5"/>
                  </a:moveTo>
                  <a:lnTo>
                    <a:pt x="4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220"/>
            <p:cNvSpPr/>
            <p:nvPr/>
          </p:nvSpPr>
          <p:spPr bwMode="auto">
            <a:xfrm>
              <a:off x="9356726" y="4284663"/>
              <a:ext cx="7938" cy="0"/>
            </a:xfrm>
            <a:custGeom>
              <a:avLst/>
              <a:gdLst>
                <a:gd name="T0" fmla="*/ 0 w 5"/>
                <a:gd name="T1" fmla="*/ 5 w 5"/>
                <a:gd name="T2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4221"/>
            <p:cNvSpPr>
              <a:spLocks noChangeShapeType="1"/>
            </p:cNvSpPr>
            <p:nvPr/>
          </p:nvSpPr>
          <p:spPr bwMode="auto">
            <a:xfrm>
              <a:off x="9356726" y="4284663"/>
              <a:ext cx="7938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222"/>
            <p:cNvSpPr/>
            <p:nvPr/>
          </p:nvSpPr>
          <p:spPr bwMode="auto">
            <a:xfrm>
              <a:off x="9356726" y="4279901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223"/>
            <p:cNvSpPr/>
            <p:nvPr/>
          </p:nvSpPr>
          <p:spPr bwMode="auto">
            <a:xfrm>
              <a:off x="9356726" y="4279901"/>
              <a:ext cx="7938" cy="7938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224"/>
            <p:cNvSpPr>
              <a:spLocks noEditPoints="1"/>
            </p:cNvSpPr>
            <p:nvPr/>
          </p:nvSpPr>
          <p:spPr bwMode="auto">
            <a:xfrm>
              <a:off x="9351964" y="4276726"/>
              <a:ext cx="15875" cy="14288"/>
            </a:xfrm>
            <a:custGeom>
              <a:avLst/>
              <a:gdLst>
                <a:gd name="T0" fmla="*/ 8 w 10"/>
                <a:gd name="T1" fmla="*/ 9 h 9"/>
                <a:gd name="T2" fmla="*/ 3 w 10"/>
                <a:gd name="T3" fmla="*/ 9 h 9"/>
                <a:gd name="T4" fmla="*/ 3 w 10"/>
                <a:gd name="T5" fmla="*/ 7 h 9"/>
                <a:gd name="T6" fmla="*/ 5 w 10"/>
                <a:gd name="T7" fmla="*/ 7 h 9"/>
                <a:gd name="T8" fmla="*/ 3 w 10"/>
                <a:gd name="T9" fmla="*/ 7 h 9"/>
                <a:gd name="T10" fmla="*/ 3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8 w 10"/>
                <a:gd name="T21" fmla="*/ 9 h 9"/>
                <a:gd name="T22" fmla="*/ 8 w 10"/>
                <a:gd name="T23" fmla="*/ 9 h 9"/>
                <a:gd name="T24" fmla="*/ 6 w 10"/>
                <a:gd name="T25" fmla="*/ 5 h 9"/>
                <a:gd name="T26" fmla="*/ 6 w 10"/>
                <a:gd name="T27" fmla="*/ 5 h 9"/>
                <a:gd name="T28" fmla="*/ 5 w 10"/>
                <a:gd name="T29" fmla="*/ 5 h 9"/>
                <a:gd name="T30" fmla="*/ 5 w 10"/>
                <a:gd name="T31" fmla="*/ 5 h 9"/>
                <a:gd name="T32" fmla="*/ 6 w 10"/>
                <a:gd name="T33" fmla="*/ 5 h 9"/>
                <a:gd name="T34" fmla="*/ 6 w 10"/>
                <a:gd name="T3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9">
                  <a:moveTo>
                    <a:pt x="8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5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8" y="9"/>
                  </a:lnTo>
                  <a:lnTo>
                    <a:pt x="8" y="9"/>
                  </a:lnTo>
                  <a:close/>
                  <a:moveTo>
                    <a:pt x="6" y="5"/>
                  </a:move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226"/>
            <p:cNvSpPr/>
            <p:nvPr/>
          </p:nvSpPr>
          <p:spPr bwMode="auto">
            <a:xfrm>
              <a:off x="9280526" y="4365626"/>
              <a:ext cx="123825" cy="52388"/>
            </a:xfrm>
            <a:custGeom>
              <a:avLst/>
              <a:gdLst>
                <a:gd name="T0" fmla="*/ 0 w 71"/>
                <a:gd name="T1" fmla="*/ 6 h 30"/>
                <a:gd name="T2" fmla="*/ 4 w 71"/>
                <a:gd name="T3" fmla="*/ 4 h 30"/>
                <a:gd name="T4" fmla="*/ 13 w 71"/>
                <a:gd name="T5" fmla="*/ 15 h 30"/>
                <a:gd name="T6" fmla="*/ 13 w 71"/>
                <a:gd name="T7" fmla="*/ 15 h 30"/>
                <a:gd name="T8" fmla="*/ 35 w 71"/>
                <a:gd name="T9" fmla="*/ 26 h 30"/>
                <a:gd name="T10" fmla="*/ 35 w 71"/>
                <a:gd name="T11" fmla="*/ 26 h 30"/>
                <a:gd name="T12" fmla="*/ 37 w 71"/>
                <a:gd name="T13" fmla="*/ 26 h 30"/>
                <a:gd name="T14" fmla="*/ 37 w 71"/>
                <a:gd name="T15" fmla="*/ 26 h 30"/>
                <a:gd name="T16" fmla="*/ 60 w 71"/>
                <a:gd name="T17" fmla="*/ 13 h 30"/>
                <a:gd name="T18" fmla="*/ 60 w 71"/>
                <a:gd name="T19" fmla="*/ 13 h 30"/>
                <a:gd name="T20" fmla="*/ 68 w 71"/>
                <a:gd name="T21" fmla="*/ 0 h 30"/>
                <a:gd name="T22" fmla="*/ 68 w 71"/>
                <a:gd name="T23" fmla="*/ 0 h 30"/>
                <a:gd name="T24" fmla="*/ 71 w 71"/>
                <a:gd name="T25" fmla="*/ 2 h 30"/>
                <a:gd name="T26" fmla="*/ 38 w 71"/>
                <a:gd name="T27" fmla="*/ 30 h 30"/>
                <a:gd name="T28" fmla="*/ 38 w 71"/>
                <a:gd name="T29" fmla="*/ 30 h 30"/>
                <a:gd name="T30" fmla="*/ 35 w 71"/>
                <a:gd name="T31" fmla="*/ 30 h 30"/>
                <a:gd name="T32" fmla="*/ 35 w 71"/>
                <a:gd name="T33" fmla="*/ 30 h 30"/>
                <a:gd name="T34" fmla="*/ 0 w 71"/>
                <a:gd name="T35" fmla="*/ 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1" h="30">
                  <a:moveTo>
                    <a:pt x="0" y="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7" y="10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9" y="21"/>
                    <a:pt x="26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6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7" y="25"/>
                    <a:pt x="54" y="19"/>
                    <a:pt x="60" y="13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5" y="6"/>
                    <a:pt x="68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2"/>
                    <a:pt x="59" y="28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7" y="30"/>
                    <a:pt x="36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14" y="30"/>
                    <a:pt x="1" y="6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227"/>
            <p:cNvSpPr>
              <a:spLocks noEditPoints="1"/>
            </p:cNvSpPr>
            <p:nvPr/>
          </p:nvSpPr>
          <p:spPr bwMode="auto">
            <a:xfrm>
              <a:off x="9274176" y="4362451"/>
              <a:ext cx="139700" cy="58738"/>
            </a:xfrm>
            <a:custGeom>
              <a:avLst/>
              <a:gdLst>
                <a:gd name="T0" fmla="*/ 0 w 80"/>
                <a:gd name="T1" fmla="*/ 8 h 34"/>
                <a:gd name="T2" fmla="*/ 8 w 80"/>
                <a:gd name="T3" fmla="*/ 4 h 34"/>
                <a:gd name="T4" fmla="*/ 9 w 80"/>
                <a:gd name="T5" fmla="*/ 4 h 34"/>
                <a:gd name="T6" fmla="*/ 9 w 80"/>
                <a:gd name="T7" fmla="*/ 5 h 34"/>
                <a:gd name="T8" fmla="*/ 9 w 80"/>
                <a:gd name="T9" fmla="*/ 5 h 34"/>
                <a:gd name="T10" fmla="*/ 9 w 80"/>
                <a:gd name="T11" fmla="*/ 5 h 34"/>
                <a:gd name="T12" fmla="*/ 10 w 80"/>
                <a:gd name="T13" fmla="*/ 5 h 34"/>
                <a:gd name="T14" fmla="*/ 10 w 80"/>
                <a:gd name="T15" fmla="*/ 5 h 34"/>
                <a:gd name="T16" fmla="*/ 10 w 80"/>
                <a:gd name="T17" fmla="*/ 5 h 34"/>
                <a:gd name="T18" fmla="*/ 10 w 80"/>
                <a:gd name="T19" fmla="*/ 6 h 34"/>
                <a:gd name="T20" fmla="*/ 12 w 80"/>
                <a:gd name="T21" fmla="*/ 8 h 34"/>
                <a:gd name="T22" fmla="*/ 18 w 80"/>
                <a:gd name="T23" fmla="*/ 16 h 34"/>
                <a:gd name="T24" fmla="*/ 39 w 80"/>
                <a:gd name="T25" fmla="*/ 26 h 34"/>
                <a:gd name="T26" fmla="*/ 39 w 80"/>
                <a:gd name="T27" fmla="*/ 26 h 34"/>
                <a:gd name="T28" fmla="*/ 39 w 80"/>
                <a:gd name="T29" fmla="*/ 26 h 34"/>
                <a:gd name="T30" fmla="*/ 41 w 80"/>
                <a:gd name="T31" fmla="*/ 26 h 34"/>
                <a:gd name="T32" fmla="*/ 62 w 80"/>
                <a:gd name="T33" fmla="*/ 13 h 34"/>
                <a:gd name="T34" fmla="*/ 70 w 80"/>
                <a:gd name="T35" fmla="*/ 1 h 34"/>
                <a:gd name="T36" fmla="*/ 70 w 80"/>
                <a:gd name="T37" fmla="*/ 1 h 34"/>
                <a:gd name="T38" fmla="*/ 71 w 80"/>
                <a:gd name="T39" fmla="*/ 0 h 34"/>
                <a:gd name="T40" fmla="*/ 77 w 80"/>
                <a:gd name="T41" fmla="*/ 5 h 34"/>
                <a:gd name="T42" fmla="*/ 77 w 80"/>
                <a:gd name="T43" fmla="*/ 6 h 34"/>
                <a:gd name="T44" fmla="*/ 75 w 80"/>
                <a:gd name="T45" fmla="*/ 9 h 34"/>
                <a:gd name="T46" fmla="*/ 68 w 80"/>
                <a:gd name="T47" fmla="*/ 18 h 34"/>
                <a:gd name="T48" fmla="*/ 42 w 80"/>
                <a:gd name="T49" fmla="*/ 34 h 34"/>
                <a:gd name="T50" fmla="*/ 39 w 80"/>
                <a:gd name="T51" fmla="*/ 34 h 34"/>
                <a:gd name="T52" fmla="*/ 39 w 80"/>
                <a:gd name="T53" fmla="*/ 30 h 34"/>
                <a:gd name="T54" fmla="*/ 40 w 80"/>
                <a:gd name="T55" fmla="*/ 30 h 34"/>
                <a:gd name="T56" fmla="*/ 39 w 80"/>
                <a:gd name="T57" fmla="*/ 30 h 34"/>
                <a:gd name="T58" fmla="*/ 39 w 80"/>
                <a:gd name="T59" fmla="*/ 30 h 34"/>
                <a:gd name="T60" fmla="*/ 38 w 80"/>
                <a:gd name="T61" fmla="*/ 30 h 34"/>
                <a:gd name="T62" fmla="*/ 39 w 80"/>
                <a:gd name="T63" fmla="*/ 30 h 34"/>
                <a:gd name="T64" fmla="*/ 24 w 80"/>
                <a:gd name="T65" fmla="*/ 25 h 34"/>
                <a:gd name="T66" fmla="*/ 16 w 80"/>
                <a:gd name="T67" fmla="*/ 19 h 34"/>
                <a:gd name="T68" fmla="*/ 10 w 80"/>
                <a:gd name="T69" fmla="*/ 13 h 34"/>
                <a:gd name="T70" fmla="*/ 15 w 80"/>
                <a:gd name="T71" fmla="*/ 19 h 34"/>
                <a:gd name="T72" fmla="*/ 62 w 80"/>
                <a:gd name="T73" fmla="*/ 19 h 34"/>
                <a:gd name="T74" fmla="*/ 68 w 80"/>
                <a:gd name="T75" fmla="*/ 12 h 34"/>
                <a:gd name="T76" fmla="*/ 65 w 80"/>
                <a:gd name="T77" fmla="*/ 16 h 34"/>
                <a:gd name="T78" fmla="*/ 69 w 80"/>
                <a:gd name="T79" fmla="*/ 11 h 34"/>
                <a:gd name="T80" fmla="*/ 68 w 80"/>
                <a:gd name="T81" fmla="*/ 12 h 34"/>
                <a:gd name="T82" fmla="*/ 4 w 80"/>
                <a:gd name="T83" fmla="*/ 8 h 34"/>
                <a:gd name="T84" fmla="*/ 4 w 80"/>
                <a:gd name="T85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0" h="34">
                  <a:moveTo>
                    <a:pt x="3" y="1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7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10"/>
                    <a:pt x="16" y="13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4" y="21"/>
                    <a:pt x="31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0" y="26"/>
                    <a:pt x="40" y="26"/>
                    <a:pt x="41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50" y="25"/>
                    <a:pt x="57" y="19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7" y="7"/>
                    <a:pt x="70" y="1"/>
                    <a:pt x="70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7" y="6"/>
                    <a:pt x="77" y="6"/>
                    <a:pt x="77" y="6"/>
                  </a:cubicBezTo>
                  <a:cubicBezTo>
                    <a:pt x="76" y="7"/>
                    <a:pt x="76" y="8"/>
                    <a:pt x="75" y="9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3" y="12"/>
                    <a:pt x="71" y="15"/>
                    <a:pt x="68" y="18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62" y="25"/>
                    <a:pt x="54" y="33"/>
                    <a:pt x="42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1" y="34"/>
                    <a:pt x="40" y="34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19" y="34"/>
                    <a:pt x="5" y="13"/>
                    <a:pt x="3" y="10"/>
                  </a:cubicBezTo>
                  <a:close/>
                  <a:moveTo>
                    <a:pt x="39" y="30"/>
                  </a:moveTo>
                  <a:cubicBezTo>
                    <a:pt x="40" y="30"/>
                    <a:pt x="40" y="30"/>
                    <a:pt x="40" y="30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30"/>
                    <a:pt x="40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9" y="30"/>
                    <a:pt x="39" y="30"/>
                    <a:pt x="39" y="30"/>
                  </a:cubicBezTo>
                  <a:close/>
                  <a:moveTo>
                    <a:pt x="15" y="19"/>
                  </a:moveTo>
                  <a:cubicBezTo>
                    <a:pt x="18" y="21"/>
                    <a:pt x="21" y="23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1" y="23"/>
                    <a:pt x="18" y="21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3" y="17"/>
                    <a:pt x="12" y="14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4"/>
                    <a:pt x="13" y="17"/>
                    <a:pt x="15" y="19"/>
                  </a:cubicBezTo>
                  <a:close/>
                  <a:moveTo>
                    <a:pt x="65" y="16"/>
                  </a:moveTo>
                  <a:cubicBezTo>
                    <a:pt x="64" y="17"/>
                    <a:pt x="63" y="18"/>
                    <a:pt x="62" y="19"/>
                  </a:cubicBezTo>
                  <a:cubicBezTo>
                    <a:pt x="62" y="19"/>
                    <a:pt x="62" y="19"/>
                    <a:pt x="62" y="19"/>
                  </a:cubicBezTo>
                  <a:cubicBezTo>
                    <a:pt x="64" y="17"/>
                    <a:pt x="67" y="14"/>
                    <a:pt x="68" y="12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7" y="13"/>
                    <a:pt x="66" y="14"/>
                    <a:pt x="65" y="16"/>
                  </a:cubicBezTo>
                  <a:close/>
                  <a:moveTo>
                    <a:pt x="68" y="12"/>
                  </a:moveTo>
                  <a:cubicBezTo>
                    <a:pt x="68" y="12"/>
                    <a:pt x="69" y="12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2"/>
                    <a:pt x="68" y="12"/>
                    <a:pt x="68" y="12"/>
                  </a:cubicBezTo>
                  <a:close/>
                  <a:moveTo>
                    <a:pt x="4" y="10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10"/>
                    <a:pt x="4" y="10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228"/>
            <p:cNvSpPr/>
            <p:nvPr/>
          </p:nvSpPr>
          <p:spPr bwMode="auto">
            <a:xfrm>
              <a:off x="9329739" y="4467226"/>
              <a:ext cx="30163" cy="41275"/>
            </a:xfrm>
            <a:custGeom>
              <a:avLst/>
              <a:gdLst>
                <a:gd name="T0" fmla="*/ 1 w 17"/>
                <a:gd name="T1" fmla="*/ 21 h 24"/>
                <a:gd name="T2" fmla="*/ 0 w 17"/>
                <a:gd name="T3" fmla="*/ 15 h 24"/>
                <a:gd name="T4" fmla="*/ 0 w 17"/>
                <a:gd name="T5" fmla="*/ 15 h 24"/>
                <a:gd name="T6" fmla="*/ 0 w 17"/>
                <a:gd name="T7" fmla="*/ 12 h 24"/>
                <a:gd name="T8" fmla="*/ 0 w 17"/>
                <a:gd name="T9" fmla="*/ 12 h 24"/>
                <a:gd name="T10" fmla="*/ 0 w 17"/>
                <a:gd name="T11" fmla="*/ 0 h 24"/>
                <a:gd name="T12" fmla="*/ 0 w 17"/>
                <a:gd name="T13" fmla="*/ 0 h 24"/>
                <a:gd name="T14" fmla="*/ 4 w 17"/>
                <a:gd name="T15" fmla="*/ 0 h 24"/>
                <a:gd name="T16" fmla="*/ 4 w 17"/>
                <a:gd name="T17" fmla="*/ 12 h 24"/>
                <a:gd name="T18" fmla="*/ 4 w 17"/>
                <a:gd name="T19" fmla="*/ 13 h 24"/>
                <a:gd name="T20" fmla="*/ 4 w 17"/>
                <a:gd name="T21" fmla="*/ 15 h 24"/>
                <a:gd name="T22" fmla="*/ 4 w 17"/>
                <a:gd name="T23" fmla="*/ 15 h 24"/>
                <a:gd name="T24" fmla="*/ 7 w 17"/>
                <a:gd name="T25" fmla="*/ 20 h 24"/>
                <a:gd name="T26" fmla="*/ 7 w 17"/>
                <a:gd name="T27" fmla="*/ 20 h 24"/>
                <a:gd name="T28" fmla="*/ 8 w 17"/>
                <a:gd name="T29" fmla="*/ 20 h 24"/>
                <a:gd name="T30" fmla="*/ 8 w 17"/>
                <a:gd name="T31" fmla="*/ 20 h 24"/>
                <a:gd name="T32" fmla="*/ 13 w 17"/>
                <a:gd name="T33" fmla="*/ 14 h 24"/>
                <a:gd name="T34" fmla="*/ 13 w 17"/>
                <a:gd name="T35" fmla="*/ 14 h 24"/>
                <a:gd name="T36" fmla="*/ 13 w 17"/>
                <a:gd name="T37" fmla="*/ 13 h 24"/>
                <a:gd name="T38" fmla="*/ 13 w 17"/>
                <a:gd name="T39" fmla="*/ 13 h 24"/>
                <a:gd name="T40" fmla="*/ 17 w 17"/>
                <a:gd name="T41" fmla="*/ 12 h 24"/>
                <a:gd name="T42" fmla="*/ 17 w 17"/>
                <a:gd name="T43" fmla="*/ 14 h 24"/>
                <a:gd name="T44" fmla="*/ 17 w 17"/>
                <a:gd name="T45" fmla="*/ 14 h 24"/>
                <a:gd name="T46" fmla="*/ 8 w 17"/>
                <a:gd name="T47" fmla="*/ 24 h 24"/>
                <a:gd name="T48" fmla="*/ 8 w 17"/>
                <a:gd name="T49" fmla="*/ 24 h 24"/>
                <a:gd name="T50" fmla="*/ 7 w 17"/>
                <a:gd name="T51" fmla="*/ 24 h 24"/>
                <a:gd name="T52" fmla="*/ 7 w 17"/>
                <a:gd name="T53" fmla="*/ 24 h 24"/>
                <a:gd name="T54" fmla="*/ 7 w 17"/>
                <a:gd name="T55" fmla="*/ 24 h 24"/>
                <a:gd name="T56" fmla="*/ 7 w 17"/>
                <a:gd name="T57" fmla="*/ 24 h 24"/>
                <a:gd name="T58" fmla="*/ 1 w 17"/>
                <a:gd name="T59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" h="24">
                  <a:moveTo>
                    <a:pt x="1" y="21"/>
                  </a:moveTo>
                  <a:cubicBezTo>
                    <a:pt x="0" y="19"/>
                    <a:pt x="0" y="17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8"/>
                    <a:pt x="4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2" y="20"/>
                    <a:pt x="13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7"/>
                    <a:pt x="15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4" y="24"/>
                    <a:pt x="2" y="23"/>
                    <a:pt x="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29"/>
            <p:cNvSpPr>
              <a:spLocks noEditPoints="1"/>
            </p:cNvSpPr>
            <p:nvPr/>
          </p:nvSpPr>
          <p:spPr bwMode="auto">
            <a:xfrm>
              <a:off x="9326564" y="4464051"/>
              <a:ext cx="36513" cy="47625"/>
            </a:xfrm>
            <a:custGeom>
              <a:avLst/>
              <a:gdLst>
                <a:gd name="T0" fmla="*/ 1 w 21"/>
                <a:gd name="T1" fmla="*/ 24 h 28"/>
                <a:gd name="T2" fmla="*/ 1 w 21"/>
                <a:gd name="T3" fmla="*/ 24 h 28"/>
                <a:gd name="T4" fmla="*/ 0 w 21"/>
                <a:gd name="T5" fmla="*/ 17 h 28"/>
                <a:gd name="T6" fmla="*/ 0 w 21"/>
                <a:gd name="T7" fmla="*/ 14 h 28"/>
                <a:gd name="T8" fmla="*/ 2 w 21"/>
                <a:gd name="T9" fmla="*/ 0 h 28"/>
                <a:gd name="T10" fmla="*/ 8 w 21"/>
                <a:gd name="T11" fmla="*/ 0 h 28"/>
                <a:gd name="T12" fmla="*/ 8 w 21"/>
                <a:gd name="T13" fmla="*/ 15 h 28"/>
                <a:gd name="T14" fmla="*/ 8 w 21"/>
                <a:gd name="T15" fmla="*/ 16 h 28"/>
                <a:gd name="T16" fmla="*/ 8 w 21"/>
                <a:gd name="T17" fmla="*/ 17 h 28"/>
                <a:gd name="T18" fmla="*/ 8 w 21"/>
                <a:gd name="T19" fmla="*/ 20 h 28"/>
                <a:gd name="T20" fmla="*/ 9 w 21"/>
                <a:gd name="T21" fmla="*/ 20 h 28"/>
                <a:gd name="T22" fmla="*/ 10 w 21"/>
                <a:gd name="T23" fmla="*/ 20 h 28"/>
                <a:gd name="T24" fmla="*/ 12 w 21"/>
                <a:gd name="T25" fmla="*/ 19 h 28"/>
                <a:gd name="T26" fmla="*/ 13 w 21"/>
                <a:gd name="T27" fmla="*/ 16 h 28"/>
                <a:gd name="T28" fmla="*/ 13 w 21"/>
                <a:gd name="T29" fmla="*/ 15 h 28"/>
                <a:gd name="T30" fmla="*/ 12 w 21"/>
                <a:gd name="T31" fmla="*/ 13 h 28"/>
                <a:gd name="T32" fmla="*/ 21 w 21"/>
                <a:gd name="T33" fmla="*/ 14 h 28"/>
                <a:gd name="T34" fmla="*/ 21 w 21"/>
                <a:gd name="T35" fmla="*/ 16 h 28"/>
                <a:gd name="T36" fmla="*/ 21 w 21"/>
                <a:gd name="T37" fmla="*/ 17 h 28"/>
                <a:gd name="T38" fmla="*/ 10 w 21"/>
                <a:gd name="T39" fmla="*/ 28 h 28"/>
                <a:gd name="T40" fmla="*/ 9 w 21"/>
                <a:gd name="T41" fmla="*/ 28 h 28"/>
                <a:gd name="T42" fmla="*/ 9 w 21"/>
                <a:gd name="T43" fmla="*/ 24 h 28"/>
                <a:gd name="T44" fmla="*/ 10 w 21"/>
                <a:gd name="T45" fmla="*/ 24 h 28"/>
                <a:gd name="T46" fmla="*/ 13 w 21"/>
                <a:gd name="T47" fmla="*/ 23 h 28"/>
                <a:gd name="T48" fmla="*/ 10 w 21"/>
                <a:gd name="T49" fmla="*/ 24 h 28"/>
                <a:gd name="T50" fmla="*/ 9 w 21"/>
                <a:gd name="T51" fmla="*/ 24 h 28"/>
                <a:gd name="T52" fmla="*/ 9 w 21"/>
                <a:gd name="T53" fmla="*/ 24 h 28"/>
                <a:gd name="T54" fmla="*/ 9 w 21"/>
                <a:gd name="T55" fmla="*/ 24 h 28"/>
                <a:gd name="T56" fmla="*/ 9 w 21"/>
                <a:gd name="T57" fmla="*/ 24 h 28"/>
                <a:gd name="T58" fmla="*/ 7 w 21"/>
                <a:gd name="T59" fmla="*/ 24 h 28"/>
                <a:gd name="T60" fmla="*/ 3 w 21"/>
                <a:gd name="T61" fmla="*/ 23 h 28"/>
                <a:gd name="T62" fmla="*/ 5 w 21"/>
                <a:gd name="T63" fmla="*/ 22 h 28"/>
                <a:gd name="T64" fmla="*/ 3 w 21"/>
                <a:gd name="T65" fmla="*/ 23 h 28"/>
                <a:gd name="T66" fmla="*/ 4 w 21"/>
                <a:gd name="T67" fmla="*/ 17 h 28"/>
                <a:gd name="T68" fmla="*/ 4 w 21"/>
                <a:gd name="T69" fmla="*/ 21 h 28"/>
                <a:gd name="T70" fmla="*/ 17 w 21"/>
                <a:gd name="T71" fmla="*/ 17 h 28"/>
                <a:gd name="T72" fmla="*/ 17 w 21"/>
                <a:gd name="T73" fmla="*/ 17 h 28"/>
                <a:gd name="T74" fmla="*/ 17 w 21"/>
                <a:gd name="T75" fmla="*/ 17 h 28"/>
                <a:gd name="T76" fmla="*/ 4 w 21"/>
                <a:gd name="T77" fmla="*/ 14 h 28"/>
                <a:gd name="T78" fmla="*/ 4 w 21"/>
                <a:gd name="T79" fmla="*/ 15 h 28"/>
                <a:gd name="T80" fmla="*/ 4 w 21"/>
                <a:gd name="T81" fmla="*/ 14 h 28"/>
                <a:gd name="T82" fmla="*/ 4 w 21"/>
                <a:gd name="T83" fmla="*/ 14 h 28"/>
                <a:gd name="T84" fmla="*/ 4 w 21"/>
                <a:gd name="T85" fmla="*/ 14 h 28"/>
                <a:gd name="T86" fmla="*/ 4 w 21"/>
                <a:gd name="T87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" h="28">
                  <a:moveTo>
                    <a:pt x="9" y="28"/>
                  </a:moveTo>
                  <a:cubicBezTo>
                    <a:pt x="6" y="28"/>
                    <a:pt x="3" y="26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2"/>
                    <a:pt x="0" y="19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0"/>
                    <a:pt x="8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2" y="20"/>
                    <a:pt x="12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3" y="17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5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20"/>
                    <a:pt x="19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8"/>
                    <a:pt x="10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lose/>
                  <a:moveTo>
                    <a:pt x="9" y="24"/>
                  </a:move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1" y="24"/>
                    <a:pt x="12" y="24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2" y="24"/>
                    <a:pt x="11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lose/>
                  <a:moveTo>
                    <a:pt x="9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lose/>
                  <a:moveTo>
                    <a:pt x="9" y="24"/>
                  </a:moveTo>
                  <a:cubicBezTo>
                    <a:pt x="8" y="24"/>
                    <a:pt x="8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8" y="24"/>
                    <a:pt x="9" y="24"/>
                  </a:cubicBezTo>
                  <a:close/>
                  <a:moveTo>
                    <a:pt x="3" y="23"/>
                  </a:move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3" y="23"/>
                    <a:pt x="3" y="23"/>
                    <a:pt x="3" y="23"/>
                  </a:cubicBezTo>
                  <a:close/>
                  <a:moveTo>
                    <a:pt x="4" y="21"/>
                  </a:moveTo>
                  <a:cubicBezTo>
                    <a:pt x="4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8"/>
                    <a:pt x="4" y="20"/>
                    <a:pt x="4" y="21"/>
                  </a:cubicBezTo>
                  <a:close/>
                  <a:moveTo>
                    <a:pt x="16" y="19"/>
                  </a:moveTo>
                  <a:cubicBezTo>
                    <a:pt x="17" y="18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8"/>
                    <a:pt x="16" y="19"/>
                  </a:cubicBezTo>
                  <a:close/>
                  <a:moveTo>
                    <a:pt x="4" y="14"/>
                  </a:moveTo>
                  <a:cubicBezTo>
                    <a:pt x="4" y="14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4" y="1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14"/>
                    <a:pt x="4" y="14"/>
                    <a:pt x="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230"/>
            <p:cNvSpPr>
              <a:spLocks noEditPoints="1"/>
            </p:cNvSpPr>
            <p:nvPr/>
          </p:nvSpPr>
          <p:spPr bwMode="auto">
            <a:xfrm>
              <a:off x="9250364" y="4481513"/>
              <a:ext cx="150813" cy="231775"/>
            </a:xfrm>
            <a:custGeom>
              <a:avLst/>
              <a:gdLst>
                <a:gd name="T0" fmla="*/ 28 w 87"/>
                <a:gd name="T1" fmla="*/ 133 h 133"/>
                <a:gd name="T2" fmla="*/ 0 w 87"/>
                <a:gd name="T3" fmla="*/ 75 h 133"/>
                <a:gd name="T4" fmla="*/ 0 w 87"/>
                <a:gd name="T5" fmla="*/ 75 h 133"/>
                <a:gd name="T6" fmla="*/ 2 w 87"/>
                <a:gd name="T7" fmla="*/ 55 h 133"/>
                <a:gd name="T8" fmla="*/ 2 w 87"/>
                <a:gd name="T9" fmla="*/ 55 h 133"/>
                <a:gd name="T10" fmla="*/ 48 w 87"/>
                <a:gd name="T11" fmla="*/ 0 h 133"/>
                <a:gd name="T12" fmla="*/ 48 w 87"/>
                <a:gd name="T13" fmla="*/ 0 h 133"/>
                <a:gd name="T14" fmla="*/ 48 w 87"/>
                <a:gd name="T15" fmla="*/ 0 h 133"/>
                <a:gd name="T16" fmla="*/ 48 w 87"/>
                <a:gd name="T17" fmla="*/ 0 h 133"/>
                <a:gd name="T18" fmla="*/ 87 w 87"/>
                <a:gd name="T19" fmla="*/ 46 h 133"/>
                <a:gd name="T20" fmla="*/ 87 w 87"/>
                <a:gd name="T21" fmla="*/ 46 h 133"/>
                <a:gd name="T22" fmla="*/ 86 w 87"/>
                <a:gd name="T23" fmla="*/ 59 h 133"/>
                <a:gd name="T24" fmla="*/ 86 w 87"/>
                <a:gd name="T25" fmla="*/ 59 h 133"/>
                <a:gd name="T26" fmla="*/ 63 w 87"/>
                <a:gd name="T27" fmla="*/ 109 h 133"/>
                <a:gd name="T28" fmla="*/ 63 w 87"/>
                <a:gd name="T29" fmla="*/ 109 h 133"/>
                <a:gd name="T30" fmla="*/ 30 w 87"/>
                <a:gd name="T31" fmla="*/ 133 h 133"/>
                <a:gd name="T32" fmla="*/ 30 w 87"/>
                <a:gd name="T33" fmla="*/ 133 h 133"/>
                <a:gd name="T34" fmla="*/ 28 w 87"/>
                <a:gd name="T35" fmla="*/ 133 h 133"/>
                <a:gd name="T36" fmla="*/ 60 w 87"/>
                <a:gd name="T37" fmla="*/ 106 h 133"/>
                <a:gd name="T38" fmla="*/ 82 w 87"/>
                <a:gd name="T39" fmla="*/ 58 h 133"/>
                <a:gd name="T40" fmla="*/ 82 w 87"/>
                <a:gd name="T41" fmla="*/ 58 h 133"/>
                <a:gd name="T42" fmla="*/ 83 w 87"/>
                <a:gd name="T43" fmla="*/ 46 h 133"/>
                <a:gd name="T44" fmla="*/ 83 w 87"/>
                <a:gd name="T45" fmla="*/ 46 h 133"/>
                <a:gd name="T46" fmla="*/ 48 w 87"/>
                <a:gd name="T47" fmla="*/ 4 h 133"/>
                <a:gd name="T48" fmla="*/ 48 w 87"/>
                <a:gd name="T49" fmla="*/ 4 h 133"/>
                <a:gd name="T50" fmla="*/ 48 w 87"/>
                <a:gd name="T51" fmla="*/ 4 h 133"/>
                <a:gd name="T52" fmla="*/ 48 w 87"/>
                <a:gd name="T53" fmla="*/ 4 h 133"/>
                <a:gd name="T54" fmla="*/ 6 w 87"/>
                <a:gd name="T55" fmla="*/ 56 h 133"/>
                <a:gd name="T56" fmla="*/ 6 w 87"/>
                <a:gd name="T57" fmla="*/ 56 h 133"/>
                <a:gd name="T58" fmla="*/ 4 w 87"/>
                <a:gd name="T59" fmla="*/ 75 h 133"/>
                <a:gd name="T60" fmla="*/ 4 w 87"/>
                <a:gd name="T61" fmla="*/ 75 h 133"/>
                <a:gd name="T62" fmla="*/ 29 w 87"/>
                <a:gd name="T63" fmla="*/ 129 h 133"/>
                <a:gd name="T64" fmla="*/ 29 w 87"/>
                <a:gd name="T65" fmla="*/ 129 h 133"/>
                <a:gd name="T66" fmla="*/ 30 w 87"/>
                <a:gd name="T67" fmla="*/ 129 h 133"/>
                <a:gd name="T68" fmla="*/ 30 w 87"/>
                <a:gd name="T69" fmla="*/ 129 h 133"/>
                <a:gd name="T70" fmla="*/ 60 w 87"/>
                <a:gd name="T71" fmla="*/ 106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7" h="133">
                  <a:moveTo>
                    <a:pt x="28" y="133"/>
                  </a:moveTo>
                  <a:cubicBezTo>
                    <a:pt x="11" y="129"/>
                    <a:pt x="0" y="104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69"/>
                    <a:pt x="0" y="62"/>
                    <a:pt x="2" y="55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9" y="20"/>
                    <a:pt x="2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6" y="0"/>
                    <a:pt x="87" y="17"/>
                    <a:pt x="87" y="46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50"/>
                    <a:pt x="87" y="55"/>
                    <a:pt x="86" y="59"/>
                  </a:cubicBezTo>
                  <a:cubicBezTo>
                    <a:pt x="86" y="59"/>
                    <a:pt x="86" y="59"/>
                    <a:pt x="86" y="59"/>
                  </a:cubicBezTo>
                  <a:cubicBezTo>
                    <a:pt x="82" y="76"/>
                    <a:pt x="73" y="95"/>
                    <a:pt x="63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53" y="123"/>
                    <a:pt x="41" y="133"/>
                    <a:pt x="30" y="133"/>
                  </a:cubicBezTo>
                  <a:cubicBezTo>
                    <a:pt x="30" y="133"/>
                    <a:pt x="30" y="133"/>
                    <a:pt x="30" y="133"/>
                  </a:cubicBezTo>
                  <a:cubicBezTo>
                    <a:pt x="30" y="133"/>
                    <a:pt x="29" y="133"/>
                    <a:pt x="28" y="133"/>
                  </a:cubicBezTo>
                  <a:close/>
                  <a:moveTo>
                    <a:pt x="60" y="106"/>
                  </a:moveTo>
                  <a:cubicBezTo>
                    <a:pt x="70" y="93"/>
                    <a:pt x="78" y="75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3" y="54"/>
                    <a:pt x="83" y="50"/>
                    <a:pt x="83" y="46"/>
                  </a:cubicBezTo>
                  <a:cubicBezTo>
                    <a:pt x="83" y="46"/>
                    <a:pt x="83" y="46"/>
                    <a:pt x="83" y="46"/>
                  </a:cubicBezTo>
                  <a:cubicBezTo>
                    <a:pt x="83" y="19"/>
                    <a:pt x="63" y="4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31" y="3"/>
                    <a:pt x="12" y="22"/>
                    <a:pt x="6" y="56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4" y="63"/>
                    <a:pt x="4" y="69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103"/>
                    <a:pt x="16" y="126"/>
                    <a:pt x="29" y="129"/>
                  </a:cubicBezTo>
                  <a:cubicBezTo>
                    <a:pt x="29" y="129"/>
                    <a:pt x="29" y="129"/>
                    <a:pt x="29" y="129"/>
                  </a:cubicBezTo>
                  <a:cubicBezTo>
                    <a:pt x="29" y="129"/>
                    <a:pt x="30" y="129"/>
                    <a:pt x="30" y="129"/>
                  </a:cubicBezTo>
                  <a:cubicBezTo>
                    <a:pt x="30" y="129"/>
                    <a:pt x="30" y="129"/>
                    <a:pt x="30" y="129"/>
                  </a:cubicBezTo>
                  <a:cubicBezTo>
                    <a:pt x="38" y="129"/>
                    <a:pt x="50" y="120"/>
                    <a:pt x="60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231"/>
            <p:cNvSpPr>
              <a:spLocks noEditPoints="1"/>
            </p:cNvSpPr>
            <p:nvPr/>
          </p:nvSpPr>
          <p:spPr bwMode="auto">
            <a:xfrm>
              <a:off x="9245601" y="4476751"/>
              <a:ext cx="158750" cy="239713"/>
            </a:xfrm>
            <a:custGeom>
              <a:avLst/>
              <a:gdLst>
                <a:gd name="T0" fmla="*/ 30 w 91"/>
                <a:gd name="T1" fmla="*/ 135 h 137"/>
                <a:gd name="T2" fmla="*/ 0 w 91"/>
                <a:gd name="T3" fmla="*/ 77 h 137"/>
                <a:gd name="T4" fmla="*/ 2 w 91"/>
                <a:gd name="T5" fmla="*/ 57 h 137"/>
                <a:gd name="T6" fmla="*/ 50 w 91"/>
                <a:gd name="T7" fmla="*/ 0 h 137"/>
                <a:gd name="T8" fmla="*/ 50 w 91"/>
                <a:gd name="T9" fmla="*/ 0 h 137"/>
                <a:gd name="T10" fmla="*/ 91 w 91"/>
                <a:gd name="T11" fmla="*/ 48 h 137"/>
                <a:gd name="T12" fmla="*/ 91 w 91"/>
                <a:gd name="T13" fmla="*/ 49 h 137"/>
                <a:gd name="T14" fmla="*/ 90 w 91"/>
                <a:gd name="T15" fmla="*/ 61 h 137"/>
                <a:gd name="T16" fmla="*/ 67 w 91"/>
                <a:gd name="T17" fmla="*/ 112 h 137"/>
                <a:gd name="T18" fmla="*/ 32 w 91"/>
                <a:gd name="T19" fmla="*/ 137 h 137"/>
                <a:gd name="T20" fmla="*/ 29 w 91"/>
                <a:gd name="T21" fmla="*/ 136 h 137"/>
                <a:gd name="T22" fmla="*/ 63 w 91"/>
                <a:gd name="T23" fmla="*/ 109 h 137"/>
                <a:gd name="T24" fmla="*/ 86 w 91"/>
                <a:gd name="T25" fmla="*/ 61 h 137"/>
                <a:gd name="T26" fmla="*/ 86 w 91"/>
                <a:gd name="T27" fmla="*/ 60 h 137"/>
                <a:gd name="T28" fmla="*/ 86 w 91"/>
                <a:gd name="T29" fmla="*/ 61 h 137"/>
                <a:gd name="T30" fmla="*/ 63 w 91"/>
                <a:gd name="T31" fmla="*/ 109 h 137"/>
                <a:gd name="T32" fmla="*/ 63 w 91"/>
                <a:gd name="T33" fmla="*/ 109 h 137"/>
                <a:gd name="T34" fmla="*/ 33 w 91"/>
                <a:gd name="T35" fmla="*/ 133 h 137"/>
                <a:gd name="T36" fmla="*/ 32 w 91"/>
                <a:gd name="T37" fmla="*/ 133 h 137"/>
                <a:gd name="T38" fmla="*/ 30 w 91"/>
                <a:gd name="T39" fmla="*/ 133 h 137"/>
                <a:gd name="T40" fmla="*/ 26 w 91"/>
                <a:gd name="T41" fmla="*/ 131 h 137"/>
                <a:gd name="T42" fmla="*/ 30 w 91"/>
                <a:gd name="T43" fmla="*/ 133 h 137"/>
                <a:gd name="T44" fmla="*/ 30 w 91"/>
                <a:gd name="T45" fmla="*/ 133 h 137"/>
                <a:gd name="T46" fmla="*/ 26 w 91"/>
                <a:gd name="T47" fmla="*/ 131 h 137"/>
                <a:gd name="T48" fmla="*/ 26 w 91"/>
                <a:gd name="T49" fmla="*/ 131 h 137"/>
                <a:gd name="T50" fmla="*/ 32 w 91"/>
                <a:gd name="T51" fmla="*/ 129 h 137"/>
                <a:gd name="T52" fmla="*/ 33 w 91"/>
                <a:gd name="T53" fmla="*/ 129 h 137"/>
                <a:gd name="T54" fmla="*/ 60 w 91"/>
                <a:gd name="T55" fmla="*/ 107 h 137"/>
                <a:gd name="T56" fmla="*/ 60 w 91"/>
                <a:gd name="T57" fmla="*/ 107 h 137"/>
                <a:gd name="T58" fmla="*/ 82 w 91"/>
                <a:gd name="T59" fmla="*/ 60 h 137"/>
                <a:gd name="T60" fmla="*/ 83 w 91"/>
                <a:gd name="T61" fmla="*/ 48 h 137"/>
                <a:gd name="T62" fmla="*/ 83 w 91"/>
                <a:gd name="T63" fmla="*/ 48 h 137"/>
                <a:gd name="T64" fmla="*/ 50 w 91"/>
                <a:gd name="T65" fmla="*/ 8 h 137"/>
                <a:gd name="T66" fmla="*/ 50 w 91"/>
                <a:gd name="T67" fmla="*/ 8 h 137"/>
                <a:gd name="T68" fmla="*/ 50 w 91"/>
                <a:gd name="T69" fmla="*/ 8 h 137"/>
                <a:gd name="T70" fmla="*/ 49 w 91"/>
                <a:gd name="T71" fmla="*/ 8 h 137"/>
                <a:gd name="T72" fmla="*/ 10 w 91"/>
                <a:gd name="T73" fmla="*/ 59 h 137"/>
                <a:gd name="T74" fmla="*/ 8 w 91"/>
                <a:gd name="T75" fmla="*/ 77 h 137"/>
                <a:gd name="T76" fmla="*/ 8 w 91"/>
                <a:gd name="T77" fmla="*/ 78 h 137"/>
                <a:gd name="T78" fmla="*/ 31 w 91"/>
                <a:gd name="T79" fmla="*/ 129 h 137"/>
                <a:gd name="T80" fmla="*/ 32 w 91"/>
                <a:gd name="T81" fmla="*/ 129 h 137"/>
                <a:gd name="T82" fmla="*/ 32 w 91"/>
                <a:gd name="T83" fmla="*/ 129 h 137"/>
                <a:gd name="T84" fmla="*/ 32 w 91"/>
                <a:gd name="T85" fmla="*/ 129 h 137"/>
                <a:gd name="T86" fmla="*/ 87 w 91"/>
                <a:gd name="T87" fmla="*/ 48 h 137"/>
                <a:gd name="T88" fmla="*/ 87 w 91"/>
                <a:gd name="T89" fmla="*/ 48 h 137"/>
                <a:gd name="T90" fmla="*/ 74 w 91"/>
                <a:gd name="T91" fmla="*/ 15 h 137"/>
                <a:gd name="T92" fmla="*/ 87 w 91"/>
                <a:gd name="T93" fmla="*/ 48 h 137"/>
                <a:gd name="T94" fmla="*/ 74 w 91"/>
                <a:gd name="T95" fmla="*/ 14 h 137"/>
                <a:gd name="T96" fmla="*/ 74 w 91"/>
                <a:gd name="T97" fmla="*/ 15 h 137"/>
                <a:gd name="T98" fmla="*/ 73 w 91"/>
                <a:gd name="T99" fmla="*/ 14 h 137"/>
                <a:gd name="T100" fmla="*/ 73 w 91"/>
                <a:gd name="T101" fmla="*/ 14 h 137"/>
                <a:gd name="T102" fmla="*/ 43 w 91"/>
                <a:gd name="T103" fmla="*/ 4 h 137"/>
                <a:gd name="T104" fmla="*/ 43 w 91"/>
                <a:gd name="T105" fmla="*/ 4 h 137"/>
                <a:gd name="T106" fmla="*/ 44 w 91"/>
                <a:gd name="T107" fmla="*/ 4 h 137"/>
                <a:gd name="T108" fmla="*/ 44 w 91"/>
                <a:gd name="T109" fmla="*/ 4 h 137"/>
                <a:gd name="T110" fmla="*/ 49 w 91"/>
                <a:gd name="T111" fmla="*/ 4 h 137"/>
                <a:gd name="T112" fmla="*/ 50 w 91"/>
                <a:gd name="T113" fmla="*/ 4 h 137"/>
                <a:gd name="T114" fmla="*/ 50 w 91"/>
                <a:gd name="T115" fmla="*/ 4 h 137"/>
                <a:gd name="T116" fmla="*/ 50 w 91"/>
                <a:gd name="T117" fmla="*/ 4 h 137"/>
                <a:gd name="T118" fmla="*/ 44 w 91"/>
                <a:gd name="T119" fmla="*/ 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1" h="137">
                  <a:moveTo>
                    <a:pt x="29" y="136"/>
                  </a:moveTo>
                  <a:cubicBezTo>
                    <a:pt x="30" y="135"/>
                    <a:pt x="30" y="135"/>
                    <a:pt x="30" y="135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11" y="132"/>
                    <a:pt x="0" y="106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1"/>
                    <a:pt x="0" y="64"/>
                    <a:pt x="2" y="57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9" y="21"/>
                    <a:pt x="28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9" y="0"/>
                    <a:pt x="91" y="1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1" y="48"/>
                    <a:pt x="91" y="48"/>
                    <a:pt x="91" y="49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91" y="53"/>
                    <a:pt x="90" y="57"/>
                    <a:pt x="90" y="61"/>
                  </a:cubicBezTo>
                  <a:cubicBezTo>
                    <a:pt x="90" y="61"/>
                    <a:pt x="90" y="61"/>
                    <a:pt x="90" y="61"/>
                  </a:cubicBezTo>
                  <a:cubicBezTo>
                    <a:pt x="86" y="79"/>
                    <a:pt x="77" y="98"/>
                    <a:pt x="67" y="112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56" y="126"/>
                    <a:pt x="44" y="136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1" y="137"/>
                    <a:pt x="30" y="137"/>
                    <a:pt x="29" y="136"/>
                  </a:cubicBezTo>
                  <a:close/>
                  <a:moveTo>
                    <a:pt x="32" y="133"/>
                  </a:moveTo>
                  <a:cubicBezTo>
                    <a:pt x="42" y="133"/>
                    <a:pt x="53" y="123"/>
                    <a:pt x="63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74" y="96"/>
                    <a:pt x="82" y="78"/>
                    <a:pt x="86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60"/>
                    <a:pt x="86" y="60"/>
                    <a:pt x="86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2" y="78"/>
                    <a:pt x="74" y="96"/>
                    <a:pt x="63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53" y="123"/>
                    <a:pt x="42" y="133"/>
                    <a:pt x="33" y="133"/>
                  </a:cubicBezTo>
                  <a:cubicBezTo>
                    <a:pt x="33" y="133"/>
                    <a:pt x="33" y="133"/>
                    <a:pt x="33" y="133"/>
                  </a:cubicBezTo>
                  <a:cubicBezTo>
                    <a:pt x="33" y="133"/>
                    <a:pt x="33" y="133"/>
                    <a:pt x="32" y="133"/>
                  </a:cubicBezTo>
                  <a:cubicBezTo>
                    <a:pt x="32" y="133"/>
                    <a:pt x="32" y="133"/>
                    <a:pt x="32" y="133"/>
                  </a:cubicBezTo>
                  <a:cubicBezTo>
                    <a:pt x="32" y="133"/>
                    <a:pt x="32" y="133"/>
                    <a:pt x="32" y="133"/>
                  </a:cubicBezTo>
                  <a:cubicBezTo>
                    <a:pt x="32" y="133"/>
                    <a:pt x="31" y="133"/>
                    <a:pt x="30" y="133"/>
                  </a:cubicBezTo>
                  <a:cubicBezTo>
                    <a:pt x="30" y="133"/>
                    <a:pt x="30" y="133"/>
                    <a:pt x="30" y="133"/>
                  </a:cubicBezTo>
                  <a:cubicBezTo>
                    <a:pt x="29" y="132"/>
                    <a:pt x="27" y="132"/>
                    <a:pt x="26" y="131"/>
                  </a:cubicBezTo>
                  <a:cubicBezTo>
                    <a:pt x="26" y="131"/>
                    <a:pt x="26" y="131"/>
                    <a:pt x="26" y="131"/>
                  </a:cubicBezTo>
                  <a:cubicBezTo>
                    <a:pt x="27" y="132"/>
                    <a:pt x="29" y="132"/>
                    <a:pt x="30" y="133"/>
                  </a:cubicBezTo>
                  <a:cubicBezTo>
                    <a:pt x="30" y="133"/>
                    <a:pt x="30" y="133"/>
                    <a:pt x="30" y="133"/>
                  </a:cubicBezTo>
                  <a:cubicBezTo>
                    <a:pt x="30" y="133"/>
                    <a:pt x="30" y="133"/>
                    <a:pt x="30" y="133"/>
                  </a:cubicBezTo>
                  <a:cubicBezTo>
                    <a:pt x="31" y="133"/>
                    <a:pt x="32" y="133"/>
                    <a:pt x="32" y="133"/>
                  </a:cubicBezTo>
                  <a:close/>
                  <a:moveTo>
                    <a:pt x="26" y="131"/>
                  </a:moveTo>
                  <a:cubicBezTo>
                    <a:pt x="26" y="131"/>
                    <a:pt x="26" y="131"/>
                    <a:pt x="26" y="131"/>
                  </a:cubicBezTo>
                  <a:cubicBezTo>
                    <a:pt x="26" y="131"/>
                    <a:pt x="26" y="131"/>
                    <a:pt x="26" y="131"/>
                  </a:cubicBezTo>
                  <a:cubicBezTo>
                    <a:pt x="26" y="131"/>
                    <a:pt x="26" y="131"/>
                    <a:pt x="26" y="131"/>
                  </a:cubicBezTo>
                  <a:close/>
                  <a:moveTo>
                    <a:pt x="32" y="129"/>
                  </a:move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9" y="129"/>
                    <a:pt x="51" y="120"/>
                    <a:pt x="60" y="107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70" y="94"/>
                    <a:pt x="79" y="76"/>
                    <a:pt x="82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3" y="56"/>
                    <a:pt x="83" y="52"/>
                    <a:pt x="83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3" y="22"/>
                    <a:pt x="64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34" y="7"/>
                    <a:pt x="16" y="24"/>
                    <a:pt x="10" y="59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8" y="65"/>
                    <a:pt x="8" y="71"/>
                    <a:pt x="8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7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105"/>
                    <a:pt x="20" y="127"/>
                    <a:pt x="31" y="129"/>
                  </a:cubicBezTo>
                  <a:cubicBezTo>
                    <a:pt x="31" y="129"/>
                    <a:pt x="31" y="129"/>
                    <a:pt x="31" y="129"/>
                  </a:cubicBezTo>
                  <a:cubicBezTo>
                    <a:pt x="31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lose/>
                  <a:moveTo>
                    <a:pt x="87" y="48"/>
                  </a:move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7" y="34"/>
                    <a:pt x="81" y="22"/>
                    <a:pt x="74" y="15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81" y="22"/>
                    <a:pt x="87" y="34"/>
                    <a:pt x="87" y="48"/>
                  </a:cubicBezTo>
                  <a:close/>
                  <a:moveTo>
                    <a:pt x="74" y="15"/>
                  </a:moveTo>
                  <a:cubicBezTo>
                    <a:pt x="74" y="15"/>
                    <a:pt x="74" y="15"/>
                    <a:pt x="74" y="14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5"/>
                    <a:pt x="74" y="15"/>
                    <a:pt x="74" y="15"/>
                  </a:cubicBezTo>
                  <a:close/>
                  <a:moveTo>
                    <a:pt x="73" y="14"/>
                  </a:moveTo>
                  <a:cubicBezTo>
                    <a:pt x="73" y="14"/>
                    <a:pt x="73" y="14"/>
                    <a:pt x="73" y="1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14"/>
                    <a:pt x="73" y="14"/>
                    <a:pt x="73" y="14"/>
                  </a:cubicBezTo>
                  <a:close/>
                  <a:moveTo>
                    <a:pt x="43" y="4"/>
                  </a:moveTo>
                  <a:cubicBezTo>
                    <a:pt x="43" y="4"/>
                    <a:pt x="43" y="4"/>
                    <a:pt x="43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3" y="4"/>
                    <a:pt x="43" y="4"/>
                    <a:pt x="43" y="4"/>
                  </a:cubicBezTo>
                  <a:close/>
                  <a:moveTo>
                    <a:pt x="44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4"/>
                  </a:moveTo>
                  <a:cubicBezTo>
                    <a:pt x="46" y="4"/>
                    <a:pt x="48" y="4"/>
                    <a:pt x="49" y="4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8" y="4"/>
                    <a:pt x="46" y="4"/>
                    <a:pt x="4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232"/>
            <p:cNvSpPr/>
            <p:nvPr/>
          </p:nvSpPr>
          <p:spPr bwMode="auto">
            <a:xfrm>
              <a:off x="9297989" y="4483101"/>
              <a:ext cx="30163" cy="25400"/>
            </a:xfrm>
            <a:custGeom>
              <a:avLst/>
              <a:gdLst>
                <a:gd name="T0" fmla="*/ 1 w 17"/>
                <a:gd name="T1" fmla="*/ 14 h 15"/>
                <a:gd name="T2" fmla="*/ 0 w 17"/>
                <a:gd name="T3" fmla="*/ 11 h 15"/>
                <a:gd name="T4" fmla="*/ 0 w 17"/>
                <a:gd name="T5" fmla="*/ 11 h 15"/>
                <a:gd name="T6" fmla="*/ 2 w 17"/>
                <a:gd name="T7" fmla="*/ 5 h 15"/>
                <a:gd name="T8" fmla="*/ 2 w 17"/>
                <a:gd name="T9" fmla="*/ 5 h 15"/>
                <a:gd name="T10" fmla="*/ 5 w 17"/>
                <a:gd name="T11" fmla="*/ 6 h 15"/>
                <a:gd name="T12" fmla="*/ 4 w 17"/>
                <a:gd name="T13" fmla="*/ 11 h 15"/>
                <a:gd name="T14" fmla="*/ 4 w 17"/>
                <a:gd name="T15" fmla="*/ 11 h 15"/>
                <a:gd name="T16" fmla="*/ 5 w 17"/>
                <a:gd name="T17" fmla="*/ 10 h 15"/>
                <a:gd name="T18" fmla="*/ 5 w 17"/>
                <a:gd name="T19" fmla="*/ 10 h 15"/>
                <a:gd name="T20" fmla="*/ 9 w 17"/>
                <a:gd name="T21" fmla="*/ 6 h 15"/>
                <a:gd name="T22" fmla="*/ 9 w 17"/>
                <a:gd name="T23" fmla="*/ 6 h 15"/>
                <a:gd name="T24" fmla="*/ 14 w 17"/>
                <a:gd name="T25" fmla="*/ 0 h 15"/>
                <a:gd name="T26" fmla="*/ 14 w 17"/>
                <a:gd name="T27" fmla="*/ 0 h 15"/>
                <a:gd name="T28" fmla="*/ 17 w 17"/>
                <a:gd name="T29" fmla="*/ 2 h 15"/>
                <a:gd name="T30" fmla="*/ 12 w 17"/>
                <a:gd name="T31" fmla="*/ 8 h 15"/>
                <a:gd name="T32" fmla="*/ 12 w 17"/>
                <a:gd name="T33" fmla="*/ 8 h 15"/>
                <a:gd name="T34" fmla="*/ 3 w 17"/>
                <a:gd name="T35" fmla="*/ 15 h 15"/>
                <a:gd name="T36" fmla="*/ 3 w 17"/>
                <a:gd name="T37" fmla="*/ 15 h 15"/>
                <a:gd name="T38" fmla="*/ 3 w 17"/>
                <a:gd name="T39" fmla="*/ 15 h 15"/>
                <a:gd name="T40" fmla="*/ 3 w 17"/>
                <a:gd name="T41" fmla="*/ 15 h 15"/>
                <a:gd name="T42" fmla="*/ 1 w 17"/>
                <a:gd name="T4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" h="15">
                  <a:moveTo>
                    <a:pt x="1" y="14"/>
                  </a:moveTo>
                  <a:cubicBezTo>
                    <a:pt x="0" y="13"/>
                    <a:pt x="0" y="12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8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4" y="9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6" y="9"/>
                    <a:pt x="8" y="7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3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5" y="5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9" y="11"/>
                    <a:pt x="7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1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233"/>
            <p:cNvSpPr>
              <a:spLocks noEditPoints="1"/>
            </p:cNvSpPr>
            <p:nvPr/>
          </p:nvSpPr>
          <p:spPr bwMode="auto">
            <a:xfrm>
              <a:off x="9294814" y="4479926"/>
              <a:ext cx="38100" cy="31750"/>
            </a:xfrm>
            <a:custGeom>
              <a:avLst/>
              <a:gdLst>
                <a:gd name="T0" fmla="*/ 1 w 22"/>
                <a:gd name="T1" fmla="*/ 17 h 19"/>
                <a:gd name="T2" fmla="*/ 1 w 22"/>
                <a:gd name="T3" fmla="*/ 17 h 19"/>
                <a:gd name="T4" fmla="*/ 0 w 22"/>
                <a:gd name="T5" fmla="*/ 13 h 19"/>
                <a:gd name="T6" fmla="*/ 2 w 22"/>
                <a:gd name="T7" fmla="*/ 6 h 19"/>
                <a:gd name="T8" fmla="*/ 4 w 22"/>
                <a:gd name="T9" fmla="*/ 5 h 19"/>
                <a:gd name="T10" fmla="*/ 8 w 22"/>
                <a:gd name="T11" fmla="*/ 7 h 19"/>
                <a:gd name="T12" fmla="*/ 8 w 22"/>
                <a:gd name="T13" fmla="*/ 7 h 19"/>
                <a:gd name="T14" fmla="*/ 9 w 22"/>
                <a:gd name="T15" fmla="*/ 7 h 19"/>
                <a:gd name="T16" fmla="*/ 9 w 22"/>
                <a:gd name="T17" fmla="*/ 7 h 19"/>
                <a:gd name="T18" fmla="*/ 9 w 22"/>
                <a:gd name="T19" fmla="*/ 7 h 19"/>
                <a:gd name="T20" fmla="*/ 10 w 22"/>
                <a:gd name="T21" fmla="*/ 6 h 19"/>
                <a:gd name="T22" fmla="*/ 14 w 22"/>
                <a:gd name="T23" fmla="*/ 1 h 19"/>
                <a:gd name="T24" fmla="*/ 14 w 22"/>
                <a:gd name="T25" fmla="*/ 0 h 19"/>
                <a:gd name="T26" fmla="*/ 16 w 22"/>
                <a:gd name="T27" fmla="*/ 0 h 19"/>
                <a:gd name="T28" fmla="*/ 16 w 22"/>
                <a:gd name="T29" fmla="*/ 0 h 19"/>
                <a:gd name="T30" fmla="*/ 20 w 22"/>
                <a:gd name="T31" fmla="*/ 5 h 19"/>
                <a:gd name="T32" fmla="*/ 20 w 22"/>
                <a:gd name="T33" fmla="*/ 6 h 19"/>
                <a:gd name="T34" fmla="*/ 19 w 22"/>
                <a:gd name="T35" fmla="*/ 7 h 19"/>
                <a:gd name="T36" fmla="*/ 16 w 22"/>
                <a:gd name="T37" fmla="*/ 12 h 19"/>
                <a:gd name="T38" fmla="*/ 5 w 22"/>
                <a:gd name="T39" fmla="*/ 19 h 19"/>
                <a:gd name="T40" fmla="*/ 3 w 22"/>
                <a:gd name="T41" fmla="*/ 16 h 19"/>
                <a:gd name="T42" fmla="*/ 4 w 22"/>
                <a:gd name="T43" fmla="*/ 15 h 19"/>
                <a:gd name="T44" fmla="*/ 9 w 22"/>
                <a:gd name="T45" fmla="*/ 13 h 19"/>
                <a:gd name="T46" fmla="*/ 7 w 22"/>
                <a:gd name="T47" fmla="*/ 14 h 19"/>
                <a:gd name="T48" fmla="*/ 10 w 22"/>
                <a:gd name="T49" fmla="*/ 12 h 19"/>
                <a:gd name="T50" fmla="*/ 9 w 22"/>
                <a:gd name="T51" fmla="*/ 13 h 19"/>
                <a:gd name="T52" fmla="*/ 4 w 22"/>
                <a:gd name="T53" fmla="*/ 11 h 19"/>
                <a:gd name="T54" fmla="*/ 5 w 22"/>
                <a:gd name="T55" fmla="*/ 10 h 19"/>
                <a:gd name="T56" fmla="*/ 5 w 22"/>
                <a:gd name="T57" fmla="*/ 10 h 19"/>
                <a:gd name="T58" fmla="*/ 8 w 22"/>
                <a:gd name="T59" fmla="*/ 7 h 19"/>
                <a:gd name="T60" fmla="*/ 9 w 22"/>
                <a:gd name="T61" fmla="*/ 7 h 19"/>
                <a:gd name="T62" fmla="*/ 8 w 22"/>
                <a:gd name="T63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" h="19">
                  <a:moveTo>
                    <a:pt x="5" y="19"/>
                  </a:moveTo>
                  <a:cubicBezTo>
                    <a:pt x="4" y="19"/>
                    <a:pt x="2" y="18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0"/>
                    <a:pt x="1" y="7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4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7" y="10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3" y="15"/>
                    <a:pt x="10" y="18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lose/>
                  <a:moveTo>
                    <a:pt x="3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6"/>
                    <a:pt x="3" y="16"/>
                    <a:pt x="3" y="16"/>
                  </a:cubicBezTo>
                  <a:close/>
                  <a:moveTo>
                    <a:pt x="9" y="13"/>
                  </a:moveTo>
                  <a:cubicBezTo>
                    <a:pt x="8" y="14"/>
                    <a:pt x="8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8" y="14"/>
                    <a:pt x="9" y="13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2"/>
                    <a:pt x="9" y="13"/>
                    <a:pt x="9" y="13"/>
                  </a:cubicBezTo>
                  <a:close/>
                  <a:moveTo>
                    <a:pt x="5" y="10"/>
                  </a:move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lose/>
                  <a:moveTo>
                    <a:pt x="8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234"/>
            <p:cNvSpPr/>
            <p:nvPr/>
          </p:nvSpPr>
          <p:spPr bwMode="auto">
            <a:xfrm>
              <a:off x="9290051" y="4494213"/>
              <a:ext cx="46038" cy="174625"/>
            </a:xfrm>
            <a:custGeom>
              <a:avLst/>
              <a:gdLst>
                <a:gd name="T0" fmla="*/ 0 w 29"/>
                <a:gd name="T1" fmla="*/ 80 h 110"/>
                <a:gd name="T2" fmla="*/ 13 w 29"/>
                <a:gd name="T3" fmla="*/ 3 h 110"/>
                <a:gd name="T4" fmla="*/ 13 w 29"/>
                <a:gd name="T5" fmla="*/ 3 h 110"/>
                <a:gd name="T6" fmla="*/ 17 w 29"/>
                <a:gd name="T7" fmla="*/ 4 h 110"/>
                <a:gd name="T8" fmla="*/ 4 w 29"/>
                <a:gd name="T9" fmla="*/ 80 h 110"/>
                <a:gd name="T10" fmla="*/ 11 w 29"/>
                <a:gd name="T11" fmla="*/ 99 h 110"/>
                <a:gd name="T12" fmla="*/ 25 w 29"/>
                <a:gd name="T13" fmla="*/ 74 h 110"/>
                <a:gd name="T14" fmla="*/ 25 w 29"/>
                <a:gd name="T15" fmla="*/ 0 h 110"/>
                <a:gd name="T16" fmla="*/ 29 w 29"/>
                <a:gd name="T17" fmla="*/ 0 h 110"/>
                <a:gd name="T18" fmla="*/ 29 w 29"/>
                <a:gd name="T19" fmla="*/ 75 h 110"/>
                <a:gd name="T20" fmla="*/ 10 w 29"/>
                <a:gd name="T21" fmla="*/ 110 h 110"/>
                <a:gd name="T22" fmla="*/ 0 w 29"/>
                <a:gd name="T23" fmla="*/ 80 h 110"/>
                <a:gd name="T24" fmla="*/ 0 w 29"/>
                <a:gd name="T25" fmla="*/ 8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10">
                  <a:moveTo>
                    <a:pt x="0" y="80"/>
                  </a:moveTo>
                  <a:lnTo>
                    <a:pt x="13" y="3"/>
                  </a:lnTo>
                  <a:lnTo>
                    <a:pt x="13" y="3"/>
                  </a:lnTo>
                  <a:lnTo>
                    <a:pt x="17" y="4"/>
                  </a:lnTo>
                  <a:lnTo>
                    <a:pt x="4" y="80"/>
                  </a:lnTo>
                  <a:lnTo>
                    <a:pt x="11" y="99"/>
                  </a:lnTo>
                  <a:lnTo>
                    <a:pt x="25" y="74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29" y="75"/>
                  </a:lnTo>
                  <a:lnTo>
                    <a:pt x="10" y="110"/>
                  </a:lnTo>
                  <a:lnTo>
                    <a:pt x="0" y="80"/>
                  </a:lnTo>
                  <a:lnTo>
                    <a:pt x="0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235"/>
            <p:cNvSpPr>
              <a:spLocks noEditPoints="1"/>
            </p:cNvSpPr>
            <p:nvPr/>
          </p:nvSpPr>
          <p:spPr bwMode="auto">
            <a:xfrm>
              <a:off x="9286876" y="4491038"/>
              <a:ext cx="53975" cy="187325"/>
            </a:xfrm>
            <a:custGeom>
              <a:avLst/>
              <a:gdLst>
                <a:gd name="T0" fmla="*/ 0 w 34"/>
                <a:gd name="T1" fmla="*/ 84 h 118"/>
                <a:gd name="T2" fmla="*/ 2 w 34"/>
                <a:gd name="T3" fmla="*/ 82 h 118"/>
                <a:gd name="T4" fmla="*/ 4 w 34"/>
                <a:gd name="T5" fmla="*/ 84 h 118"/>
                <a:gd name="T6" fmla="*/ 2 w 34"/>
                <a:gd name="T7" fmla="*/ 82 h 118"/>
                <a:gd name="T8" fmla="*/ 0 w 34"/>
                <a:gd name="T9" fmla="*/ 84 h 118"/>
                <a:gd name="T10" fmla="*/ 0 w 34"/>
                <a:gd name="T11" fmla="*/ 82 h 118"/>
                <a:gd name="T12" fmla="*/ 13 w 34"/>
                <a:gd name="T13" fmla="*/ 2 h 118"/>
                <a:gd name="T14" fmla="*/ 15 w 34"/>
                <a:gd name="T15" fmla="*/ 2 h 118"/>
                <a:gd name="T16" fmla="*/ 15 w 34"/>
                <a:gd name="T17" fmla="*/ 2 h 118"/>
                <a:gd name="T18" fmla="*/ 22 w 34"/>
                <a:gd name="T19" fmla="*/ 3 h 118"/>
                <a:gd name="T20" fmla="*/ 8 w 34"/>
                <a:gd name="T21" fmla="*/ 82 h 118"/>
                <a:gd name="T22" fmla="*/ 14 w 34"/>
                <a:gd name="T23" fmla="*/ 96 h 118"/>
                <a:gd name="T24" fmla="*/ 25 w 34"/>
                <a:gd name="T25" fmla="*/ 76 h 118"/>
                <a:gd name="T26" fmla="*/ 25 w 34"/>
                <a:gd name="T27" fmla="*/ 0 h 118"/>
                <a:gd name="T28" fmla="*/ 34 w 34"/>
                <a:gd name="T29" fmla="*/ 0 h 118"/>
                <a:gd name="T30" fmla="*/ 34 w 34"/>
                <a:gd name="T31" fmla="*/ 78 h 118"/>
                <a:gd name="T32" fmla="*/ 12 w 34"/>
                <a:gd name="T33" fmla="*/ 118 h 118"/>
                <a:gd name="T34" fmla="*/ 0 w 34"/>
                <a:gd name="T35" fmla="*/ 84 h 118"/>
                <a:gd name="T36" fmla="*/ 0 w 34"/>
                <a:gd name="T37" fmla="*/ 84 h 118"/>
                <a:gd name="T38" fmla="*/ 13 w 34"/>
                <a:gd name="T39" fmla="*/ 107 h 118"/>
                <a:gd name="T40" fmla="*/ 18 w 34"/>
                <a:gd name="T41" fmla="*/ 97 h 118"/>
                <a:gd name="T42" fmla="*/ 13 w 34"/>
                <a:gd name="T43" fmla="*/ 107 h 118"/>
                <a:gd name="T44" fmla="*/ 4 w 34"/>
                <a:gd name="T45" fmla="*/ 82 h 118"/>
                <a:gd name="T46" fmla="*/ 4 w 34"/>
                <a:gd name="T47" fmla="*/ 82 h 118"/>
                <a:gd name="T48" fmla="*/ 13 w 34"/>
                <a:gd name="T49" fmla="*/ 107 h 118"/>
                <a:gd name="T50" fmla="*/ 13 w 34"/>
                <a:gd name="T51" fmla="*/ 107 h 118"/>
                <a:gd name="T52" fmla="*/ 29 w 34"/>
                <a:gd name="T53" fmla="*/ 77 h 118"/>
                <a:gd name="T54" fmla="*/ 29 w 34"/>
                <a:gd name="T55" fmla="*/ 5 h 118"/>
                <a:gd name="T56" fmla="*/ 29 w 34"/>
                <a:gd name="T57" fmla="*/ 77 h 118"/>
                <a:gd name="T58" fmla="*/ 29 w 34"/>
                <a:gd name="T59" fmla="*/ 77 h 118"/>
                <a:gd name="T60" fmla="*/ 12 w 34"/>
                <a:gd name="T61" fmla="*/ 35 h 118"/>
                <a:gd name="T62" fmla="*/ 16 w 34"/>
                <a:gd name="T63" fmla="*/ 7 h 118"/>
                <a:gd name="T64" fmla="*/ 16 w 34"/>
                <a:gd name="T65" fmla="*/ 7 h 118"/>
                <a:gd name="T66" fmla="*/ 12 w 34"/>
                <a:gd name="T67" fmla="*/ 35 h 118"/>
                <a:gd name="T68" fmla="*/ 12 w 34"/>
                <a:gd name="T69" fmla="*/ 3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" h="118">
                  <a:moveTo>
                    <a:pt x="0" y="84"/>
                  </a:moveTo>
                  <a:lnTo>
                    <a:pt x="2" y="82"/>
                  </a:lnTo>
                  <a:lnTo>
                    <a:pt x="4" y="84"/>
                  </a:lnTo>
                  <a:lnTo>
                    <a:pt x="2" y="82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13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22" y="3"/>
                  </a:lnTo>
                  <a:lnTo>
                    <a:pt x="8" y="82"/>
                  </a:lnTo>
                  <a:lnTo>
                    <a:pt x="14" y="96"/>
                  </a:lnTo>
                  <a:lnTo>
                    <a:pt x="25" y="76"/>
                  </a:lnTo>
                  <a:lnTo>
                    <a:pt x="25" y="0"/>
                  </a:lnTo>
                  <a:lnTo>
                    <a:pt x="34" y="0"/>
                  </a:lnTo>
                  <a:lnTo>
                    <a:pt x="34" y="78"/>
                  </a:lnTo>
                  <a:lnTo>
                    <a:pt x="12" y="118"/>
                  </a:lnTo>
                  <a:lnTo>
                    <a:pt x="0" y="84"/>
                  </a:lnTo>
                  <a:lnTo>
                    <a:pt x="0" y="84"/>
                  </a:lnTo>
                  <a:close/>
                  <a:moveTo>
                    <a:pt x="13" y="107"/>
                  </a:moveTo>
                  <a:lnTo>
                    <a:pt x="18" y="97"/>
                  </a:lnTo>
                  <a:lnTo>
                    <a:pt x="13" y="10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13" y="107"/>
                  </a:lnTo>
                  <a:lnTo>
                    <a:pt x="13" y="107"/>
                  </a:lnTo>
                  <a:close/>
                  <a:moveTo>
                    <a:pt x="29" y="77"/>
                  </a:moveTo>
                  <a:lnTo>
                    <a:pt x="29" y="5"/>
                  </a:lnTo>
                  <a:lnTo>
                    <a:pt x="29" y="77"/>
                  </a:lnTo>
                  <a:lnTo>
                    <a:pt x="29" y="77"/>
                  </a:lnTo>
                  <a:close/>
                  <a:moveTo>
                    <a:pt x="12" y="35"/>
                  </a:moveTo>
                  <a:lnTo>
                    <a:pt x="16" y="7"/>
                  </a:lnTo>
                  <a:lnTo>
                    <a:pt x="16" y="7"/>
                  </a:lnTo>
                  <a:lnTo>
                    <a:pt x="12" y="35"/>
                  </a:lnTo>
                  <a:lnTo>
                    <a:pt x="12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236"/>
            <p:cNvSpPr/>
            <p:nvPr/>
          </p:nvSpPr>
          <p:spPr bwMode="auto">
            <a:xfrm>
              <a:off x="9371014" y="4498976"/>
              <a:ext cx="115888" cy="188913"/>
            </a:xfrm>
            <a:custGeom>
              <a:avLst/>
              <a:gdLst>
                <a:gd name="T0" fmla="*/ 8 w 66"/>
                <a:gd name="T1" fmla="*/ 93 h 109"/>
                <a:gd name="T2" fmla="*/ 10 w 66"/>
                <a:gd name="T3" fmla="*/ 90 h 109"/>
                <a:gd name="T4" fmla="*/ 10 w 66"/>
                <a:gd name="T5" fmla="*/ 90 h 109"/>
                <a:gd name="T6" fmla="*/ 13 w 66"/>
                <a:gd name="T7" fmla="*/ 86 h 109"/>
                <a:gd name="T8" fmla="*/ 13 w 66"/>
                <a:gd name="T9" fmla="*/ 86 h 109"/>
                <a:gd name="T10" fmla="*/ 25 w 66"/>
                <a:gd name="T11" fmla="*/ 77 h 109"/>
                <a:gd name="T12" fmla="*/ 25 w 66"/>
                <a:gd name="T13" fmla="*/ 77 h 109"/>
                <a:gd name="T14" fmla="*/ 54 w 66"/>
                <a:gd name="T15" fmla="*/ 54 h 109"/>
                <a:gd name="T16" fmla="*/ 54 w 66"/>
                <a:gd name="T17" fmla="*/ 54 h 109"/>
                <a:gd name="T18" fmla="*/ 62 w 66"/>
                <a:gd name="T19" fmla="*/ 45 h 109"/>
                <a:gd name="T20" fmla="*/ 62 w 66"/>
                <a:gd name="T21" fmla="*/ 45 h 109"/>
                <a:gd name="T22" fmla="*/ 62 w 66"/>
                <a:gd name="T23" fmla="*/ 45 h 109"/>
                <a:gd name="T24" fmla="*/ 62 w 66"/>
                <a:gd name="T25" fmla="*/ 45 h 109"/>
                <a:gd name="T26" fmla="*/ 62 w 66"/>
                <a:gd name="T27" fmla="*/ 45 h 109"/>
                <a:gd name="T28" fmla="*/ 62 w 66"/>
                <a:gd name="T29" fmla="*/ 45 h 109"/>
                <a:gd name="T30" fmla="*/ 62 w 66"/>
                <a:gd name="T31" fmla="*/ 45 h 109"/>
                <a:gd name="T32" fmla="*/ 62 w 66"/>
                <a:gd name="T33" fmla="*/ 45 h 109"/>
                <a:gd name="T34" fmla="*/ 60 w 66"/>
                <a:gd name="T35" fmla="*/ 42 h 109"/>
                <a:gd name="T36" fmla="*/ 60 w 66"/>
                <a:gd name="T37" fmla="*/ 42 h 109"/>
                <a:gd name="T38" fmla="*/ 53 w 66"/>
                <a:gd name="T39" fmla="*/ 37 h 109"/>
                <a:gd name="T40" fmla="*/ 53 w 66"/>
                <a:gd name="T41" fmla="*/ 37 h 109"/>
                <a:gd name="T42" fmla="*/ 32 w 66"/>
                <a:gd name="T43" fmla="*/ 22 h 109"/>
                <a:gd name="T44" fmla="*/ 32 w 66"/>
                <a:gd name="T45" fmla="*/ 22 h 109"/>
                <a:gd name="T46" fmla="*/ 0 w 66"/>
                <a:gd name="T47" fmla="*/ 4 h 109"/>
                <a:gd name="T48" fmla="*/ 0 w 66"/>
                <a:gd name="T49" fmla="*/ 4 h 109"/>
                <a:gd name="T50" fmla="*/ 2 w 66"/>
                <a:gd name="T51" fmla="*/ 0 h 109"/>
                <a:gd name="T52" fmla="*/ 63 w 66"/>
                <a:gd name="T53" fmla="*/ 40 h 109"/>
                <a:gd name="T54" fmla="*/ 63 w 66"/>
                <a:gd name="T55" fmla="*/ 40 h 109"/>
                <a:gd name="T56" fmla="*/ 66 w 66"/>
                <a:gd name="T57" fmla="*/ 45 h 109"/>
                <a:gd name="T58" fmla="*/ 66 w 66"/>
                <a:gd name="T59" fmla="*/ 45 h 109"/>
                <a:gd name="T60" fmla="*/ 66 w 66"/>
                <a:gd name="T61" fmla="*/ 46 h 109"/>
                <a:gd name="T62" fmla="*/ 66 w 66"/>
                <a:gd name="T63" fmla="*/ 46 h 109"/>
                <a:gd name="T64" fmla="*/ 66 w 66"/>
                <a:gd name="T65" fmla="*/ 46 h 109"/>
                <a:gd name="T66" fmla="*/ 66 w 66"/>
                <a:gd name="T67" fmla="*/ 46 h 109"/>
                <a:gd name="T68" fmla="*/ 60 w 66"/>
                <a:gd name="T69" fmla="*/ 54 h 109"/>
                <a:gd name="T70" fmla="*/ 60 w 66"/>
                <a:gd name="T71" fmla="*/ 54 h 109"/>
                <a:gd name="T72" fmla="*/ 48 w 66"/>
                <a:gd name="T73" fmla="*/ 64 h 109"/>
                <a:gd name="T74" fmla="*/ 48 w 66"/>
                <a:gd name="T75" fmla="*/ 64 h 109"/>
                <a:gd name="T76" fmla="*/ 21 w 66"/>
                <a:gd name="T77" fmla="*/ 85 h 109"/>
                <a:gd name="T78" fmla="*/ 21 w 66"/>
                <a:gd name="T79" fmla="*/ 85 h 109"/>
                <a:gd name="T80" fmla="*/ 12 w 66"/>
                <a:gd name="T81" fmla="*/ 93 h 109"/>
                <a:gd name="T82" fmla="*/ 12 w 66"/>
                <a:gd name="T83" fmla="*/ 93 h 109"/>
                <a:gd name="T84" fmla="*/ 14 w 66"/>
                <a:gd name="T85" fmla="*/ 108 h 109"/>
                <a:gd name="T86" fmla="*/ 14 w 66"/>
                <a:gd name="T87" fmla="*/ 108 h 109"/>
                <a:gd name="T88" fmla="*/ 10 w 66"/>
                <a:gd name="T89" fmla="*/ 109 h 109"/>
                <a:gd name="T90" fmla="*/ 8 w 66"/>
                <a:gd name="T91" fmla="*/ 9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6" h="109">
                  <a:moveTo>
                    <a:pt x="8" y="93"/>
                  </a:moveTo>
                  <a:cubicBezTo>
                    <a:pt x="8" y="91"/>
                    <a:pt x="9" y="91"/>
                    <a:pt x="10" y="90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10" y="89"/>
                    <a:pt x="12" y="88"/>
                    <a:pt x="13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6" y="84"/>
                    <a:pt x="21" y="80"/>
                    <a:pt x="25" y="77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5" y="69"/>
                    <a:pt x="46" y="61"/>
                    <a:pt x="54" y="54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9" y="50"/>
                    <a:pt x="62" y="46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1" y="44"/>
                    <a:pt x="61" y="43"/>
                    <a:pt x="60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58" y="41"/>
                    <a:pt x="56" y="39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47" y="32"/>
                    <a:pt x="39" y="27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16" y="13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50" y="27"/>
                    <a:pt x="63" y="40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5" y="42"/>
                    <a:pt x="66" y="43"/>
                    <a:pt x="66" y="45"/>
                  </a:cubicBezTo>
                  <a:cubicBezTo>
                    <a:pt x="66" y="45"/>
                    <a:pt x="66" y="45"/>
                    <a:pt x="66" y="45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5" y="48"/>
                    <a:pt x="63" y="50"/>
                    <a:pt x="60" y="54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57" y="56"/>
                    <a:pt x="53" y="60"/>
                    <a:pt x="48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39" y="71"/>
                    <a:pt x="28" y="79"/>
                    <a:pt x="21" y="85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16" y="89"/>
                    <a:pt x="12" y="92"/>
                    <a:pt x="12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2" y="97"/>
                    <a:pt x="14" y="108"/>
                    <a:pt x="14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0" y="109"/>
                    <a:pt x="10" y="109"/>
                    <a:pt x="10" y="109"/>
                  </a:cubicBezTo>
                  <a:cubicBezTo>
                    <a:pt x="10" y="108"/>
                    <a:pt x="8" y="98"/>
                    <a:pt x="8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4237"/>
            <p:cNvSpPr>
              <a:spLocks noEditPoints="1"/>
            </p:cNvSpPr>
            <p:nvPr/>
          </p:nvSpPr>
          <p:spPr bwMode="auto">
            <a:xfrm>
              <a:off x="9366251" y="4492626"/>
              <a:ext cx="123825" cy="198438"/>
            </a:xfrm>
            <a:custGeom>
              <a:avLst/>
              <a:gdLst>
                <a:gd name="T0" fmla="*/ 11 w 71"/>
                <a:gd name="T1" fmla="*/ 111 h 114"/>
                <a:gd name="T2" fmla="*/ 11 w 71"/>
                <a:gd name="T3" fmla="*/ 110 h 114"/>
                <a:gd name="T4" fmla="*/ 10 w 71"/>
                <a:gd name="T5" fmla="*/ 106 h 114"/>
                <a:gd name="T6" fmla="*/ 9 w 71"/>
                <a:gd name="T7" fmla="*/ 96 h 114"/>
                <a:gd name="T8" fmla="*/ 11 w 71"/>
                <a:gd name="T9" fmla="*/ 96 h 114"/>
                <a:gd name="T10" fmla="*/ 11 w 71"/>
                <a:gd name="T11" fmla="*/ 91 h 114"/>
                <a:gd name="T12" fmla="*/ 15 w 71"/>
                <a:gd name="T13" fmla="*/ 88 h 114"/>
                <a:gd name="T14" fmla="*/ 27 w 71"/>
                <a:gd name="T15" fmla="*/ 78 h 114"/>
                <a:gd name="T16" fmla="*/ 55 w 71"/>
                <a:gd name="T17" fmla="*/ 56 h 114"/>
                <a:gd name="T18" fmla="*/ 63 w 71"/>
                <a:gd name="T19" fmla="*/ 48 h 114"/>
                <a:gd name="T20" fmla="*/ 62 w 71"/>
                <a:gd name="T21" fmla="*/ 47 h 114"/>
                <a:gd name="T22" fmla="*/ 55 w 71"/>
                <a:gd name="T23" fmla="*/ 41 h 114"/>
                <a:gd name="T24" fmla="*/ 34 w 71"/>
                <a:gd name="T25" fmla="*/ 27 h 114"/>
                <a:gd name="T26" fmla="*/ 2 w 71"/>
                <a:gd name="T27" fmla="*/ 9 h 114"/>
                <a:gd name="T28" fmla="*/ 0 w 71"/>
                <a:gd name="T29" fmla="*/ 8 h 114"/>
                <a:gd name="T30" fmla="*/ 6 w 71"/>
                <a:gd name="T31" fmla="*/ 2 h 114"/>
                <a:gd name="T32" fmla="*/ 7 w 71"/>
                <a:gd name="T33" fmla="*/ 2 h 114"/>
                <a:gd name="T34" fmla="*/ 8 w 71"/>
                <a:gd name="T35" fmla="*/ 3 h 114"/>
                <a:gd name="T36" fmla="*/ 14 w 71"/>
                <a:gd name="T37" fmla="*/ 6 h 114"/>
                <a:gd name="T38" fmla="*/ 32 w 71"/>
                <a:gd name="T39" fmla="*/ 17 h 114"/>
                <a:gd name="T40" fmla="*/ 67 w 71"/>
                <a:gd name="T41" fmla="*/ 41 h 114"/>
                <a:gd name="T42" fmla="*/ 71 w 71"/>
                <a:gd name="T43" fmla="*/ 47 h 114"/>
                <a:gd name="T44" fmla="*/ 71 w 71"/>
                <a:gd name="T45" fmla="*/ 48 h 114"/>
                <a:gd name="T46" fmla="*/ 71 w 71"/>
                <a:gd name="T47" fmla="*/ 49 h 114"/>
                <a:gd name="T48" fmla="*/ 71 w 71"/>
                <a:gd name="T49" fmla="*/ 49 h 114"/>
                <a:gd name="T50" fmla="*/ 65 w 71"/>
                <a:gd name="T51" fmla="*/ 58 h 114"/>
                <a:gd name="T52" fmla="*/ 53 w 71"/>
                <a:gd name="T53" fmla="*/ 68 h 114"/>
                <a:gd name="T54" fmla="*/ 25 w 71"/>
                <a:gd name="T55" fmla="*/ 90 h 114"/>
                <a:gd name="T56" fmla="*/ 17 w 71"/>
                <a:gd name="T57" fmla="*/ 97 h 114"/>
                <a:gd name="T58" fmla="*/ 19 w 71"/>
                <a:gd name="T59" fmla="*/ 109 h 114"/>
                <a:gd name="T60" fmla="*/ 23 w 71"/>
                <a:gd name="T61" fmla="*/ 111 h 114"/>
                <a:gd name="T62" fmla="*/ 11 w 71"/>
                <a:gd name="T63" fmla="*/ 112 h 114"/>
                <a:gd name="T64" fmla="*/ 15 w 71"/>
                <a:gd name="T65" fmla="*/ 109 h 114"/>
                <a:gd name="T66" fmla="*/ 14 w 71"/>
                <a:gd name="T67" fmla="*/ 105 h 114"/>
                <a:gd name="T68" fmla="*/ 13 w 71"/>
                <a:gd name="T69" fmla="*/ 101 h 114"/>
                <a:gd name="T70" fmla="*/ 14 w 71"/>
                <a:gd name="T71" fmla="*/ 105 h 114"/>
                <a:gd name="T72" fmla="*/ 13 w 71"/>
                <a:gd name="T73" fmla="*/ 95 h 114"/>
                <a:gd name="T74" fmla="*/ 13 w 71"/>
                <a:gd name="T75" fmla="*/ 95 h 114"/>
                <a:gd name="T76" fmla="*/ 14 w 71"/>
                <a:gd name="T77" fmla="*/ 94 h 114"/>
                <a:gd name="T78" fmla="*/ 14 w 71"/>
                <a:gd name="T79" fmla="*/ 94 h 114"/>
                <a:gd name="T80" fmla="*/ 17 w 71"/>
                <a:gd name="T81" fmla="*/ 91 h 114"/>
                <a:gd name="T82" fmla="*/ 58 w 71"/>
                <a:gd name="T83" fmla="*/ 59 h 114"/>
                <a:gd name="T84" fmla="*/ 30 w 71"/>
                <a:gd name="T85" fmla="*/ 81 h 114"/>
                <a:gd name="T86" fmla="*/ 22 w 71"/>
                <a:gd name="T87" fmla="*/ 87 h 114"/>
                <a:gd name="T88" fmla="*/ 22 w 71"/>
                <a:gd name="T89" fmla="*/ 87 h 114"/>
                <a:gd name="T90" fmla="*/ 50 w 71"/>
                <a:gd name="T91" fmla="*/ 65 h 114"/>
                <a:gd name="T92" fmla="*/ 58 w 71"/>
                <a:gd name="T93" fmla="*/ 58 h 114"/>
                <a:gd name="T94" fmla="*/ 64 w 71"/>
                <a:gd name="T95" fmla="*/ 53 h 114"/>
                <a:gd name="T96" fmla="*/ 63 w 71"/>
                <a:gd name="T97" fmla="*/ 54 h 114"/>
                <a:gd name="T98" fmla="*/ 67 w 71"/>
                <a:gd name="T99" fmla="*/ 49 h 114"/>
                <a:gd name="T100" fmla="*/ 66 w 71"/>
                <a:gd name="T101" fmla="*/ 46 h 114"/>
                <a:gd name="T102" fmla="*/ 66 w 71"/>
                <a:gd name="T103" fmla="*/ 46 h 114"/>
                <a:gd name="T104" fmla="*/ 66 w 71"/>
                <a:gd name="T105" fmla="*/ 46 h 114"/>
                <a:gd name="T106" fmla="*/ 65 w 71"/>
                <a:gd name="T107" fmla="*/ 44 h 114"/>
                <a:gd name="T108" fmla="*/ 65 w 71"/>
                <a:gd name="T109" fmla="*/ 44 h 114"/>
                <a:gd name="T110" fmla="*/ 64 w 71"/>
                <a:gd name="T111" fmla="*/ 44 h 114"/>
                <a:gd name="T112" fmla="*/ 36 w 71"/>
                <a:gd name="T113" fmla="*/ 24 h 114"/>
                <a:gd name="T114" fmla="*/ 57 w 71"/>
                <a:gd name="T115" fmla="*/ 38 h 114"/>
                <a:gd name="T116" fmla="*/ 64 w 71"/>
                <a:gd name="T117" fmla="*/ 44 h 114"/>
                <a:gd name="T118" fmla="*/ 6 w 71"/>
                <a:gd name="T119" fmla="*/ 6 h 114"/>
                <a:gd name="T120" fmla="*/ 36 w 71"/>
                <a:gd name="T121" fmla="*/ 2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" h="114">
                  <a:moveTo>
                    <a:pt x="11" y="112"/>
                  </a:moveTo>
                  <a:cubicBezTo>
                    <a:pt x="11" y="112"/>
                    <a:pt x="11" y="112"/>
                    <a:pt x="11" y="111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11" y="111"/>
                    <a:pt x="11" y="111"/>
                    <a:pt x="11" y="11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1" y="109"/>
                    <a:pt x="10" y="107"/>
                    <a:pt x="10" y="106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9" y="102"/>
                    <a:pt x="9" y="99"/>
                    <a:pt x="9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9" y="93"/>
                    <a:pt x="10" y="92"/>
                    <a:pt x="11" y="91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12" y="90"/>
                    <a:pt x="13" y="89"/>
                    <a:pt x="15" y="88"/>
                  </a:cubicBezTo>
                  <a:cubicBezTo>
                    <a:pt x="15" y="88"/>
                    <a:pt x="15" y="88"/>
                    <a:pt x="15" y="88"/>
                  </a:cubicBezTo>
                  <a:cubicBezTo>
                    <a:pt x="18" y="85"/>
                    <a:pt x="22" y="82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36" y="71"/>
                    <a:pt x="48" y="62"/>
                    <a:pt x="55" y="56"/>
                  </a:cubicBezTo>
                  <a:cubicBezTo>
                    <a:pt x="55" y="56"/>
                    <a:pt x="55" y="56"/>
                    <a:pt x="55" y="56"/>
                  </a:cubicBezTo>
                  <a:cubicBezTo>
                    <a:pt x="59" y="53"/>
                    <a:pt x="62" y="50"/>
                    <a:pt x="63" y="48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63" y="48"/>
                    <a:pt x="62" y="47"/>
                    <a:pt x="62" y="47"/>
                  </a:cubicBezTo>
                  <a:cubicBezTo>
                    <a:pt x="62" y="47"/>
                    <a:pt x="62" y="47"/>
                    <a:pt x="62" y="47"/>
                  </a:cubicBezTo>
                  <a:cubicBezTo>
                    <a:pt x="60" y="45"/>
                    <a:pt x="58" y="43"/>
                    <a:pt x="55" y="41"/>
                  </a:cubicBezTo>
                  <a:cubicBezTo>
                    <a:pt x="55" y="41"/>
                    <a:pt x="55" y="41"/>
                    <a:pt x="55" y="41"/>
                  </a:cubicBezTo>
                  <a:cubicBezTo>
                    <a:pt x="49" y="37"/>
                    <a:pt x="41" y="32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18" y="17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8" y="2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0" y="4"/>
                    <a:pt x="12" y="5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9" y="9"/>
                    <a:pt x="25" y="12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46" y="25"/>
                    <a:pt x="61" y="35"/>
                    <a:pt x="67" y="41"/>
                  </a:cubicBezTo>
                  <a:cubicBezTo>
                    <a:pt x="67" y="41"/>
                    <a:pt x="67" y="41"/>
                    <a:pt x="67" y="41"/>
                  </a:cubicBezTo>
                  <a:cubicBezTo>
                    <a:pt x="69" y="43"/>
                    <a:pt x="70" y="44"/>
                    <a:pt x="71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8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53"/>
                    <a:pt x="68" y="55"/>
                    <a:pt x="65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1" y="61"/>
                    <a:pt x="57" y="65"/>
                    <a:pt x="53" y="68"/>
                  </a:cubicBezTo>
                  <a:cubicBezTo>
                    <a:pt x="53" y="68"/>
                    <a:pt x="53" y="68"/>
                    <a:pt x="53" y="68"/>
                  </a:cubicBezTo>
                  <a:cubicBezTo>
                    <a:pt x="43" y="76"/>
                    <a:pt x="33" y="84"/>
                    <a:pt x="25" y="90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1" y="93"/>
                    <a:pt x="18" y="96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100"/>
                    <a:pt x="18" y="107"/>
                    <a:pt x="1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23" y="111"/>
                    <a:pt x="23" y="111"/>
                    <a:pt x="23" y="111"/>
                  </a:cubicBezTo>
                  <a:cubicBezTo>
                    <a:pt x="11" y="114"/>
                    <a:pt x="11" y="114"/>
                    <a:pt x="11" y="114"/>
                  </a:cubicBezTo>
                  <a:cubicBezTo>
                    <a:pt x="11" y="112"/>
                    <a:pt x="11" y="112"/>
                    <a:pt x="11" y="112"/>
                  </a:cubicBezTo>
                  <a:close/>
                  <a:moveTo>
                    <a:pt x="14" y="105"/>
                  </a:moveTo>
                  <a:cubicBezTo>
                    <a:pt x="14" y="107"/>
                    <a:pt x="14" y="108"/>
                    <a:pt x="15" y="109"/>
                  </a:cubicBezTo>
                  <a:cubicBezTo>
                    <a:pt x="15" y="109"/>
                    <a:pt x="15" y="109"/>
                    <a:pt x="15" y="109"/>
                  </a:cubicBezTo>
                  <a:cubicBezTo>
                    <a:pt x="14" y="108"/>
                    <a:pt x="14" y="107"/>
                    <a:pt x="14" y="105"/>
                  </a:cubicBezTo>
                  <a:cubicBezTo>
                    <a:pt x="14" y="105"/>
                    <a:pt x="14" y="105"/>
                    <a:pt x="14" y="105"/>
                  </a:cubicBezTo>
                  <a:cubicBezTo>
                    <a:pt x="14" y="104"/>
                    <a:pt x="13" y="103"/>
                    <a:pt x="13" y="101"/>
                  </a:cubicBezTo>
                  <a:cubicBezTo>
                    <a:pt x="13" y="101"/>
                    <a:pt x="13" y="101"/>
                    <a:pt x="13" y="101"/>
                  </a:cubicBezTo>
                  <a:cubicBezTo>
                    <a:pt x="13" y="103"/>
                    <a:pt x="14" y="104"/>
                    <a:pt x="14" y="105"/>
                  </a:cubicBezTo>
                  <a:close/>
                  <a:moveTo>
                    <a:pt x="13" y="96"/>
                  </a:moveTo>
                  <a:cubicBezTo>
                    <a:pt x="13" y="95"/>
                    <a:pt x="13" y="95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5"/>
                    <a:pt x="13" y="95"/>
                    <a:pt x="13" y="96"/>
                  </a:cubicBezTo>
                  <a:close/>
                  <a:moveTo>
                    <a:pt x="14" y="94"/>
                  </a:moveTo>
                  <a:cubicBezTo>
                    <a:pt x="14" y="94"/>
                    <a:pt x="14" y="94"/>
                    <a:pt x="14" y="94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5" y="93"/>
                    <a:pt x="16" y="92"/>
                    <a:pt x="17" y="91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16" y="92"/>
                    <a:pt x="15" y="93"/>
                    <a:pt x="14" y="94"/>
                  </a:cubicBezTo>
                  <a:close/>
                  <a:moveTo>
                    <a:pt x="58" y="59"/>
                  </a:moveTo>
                  <a:cubicBezTo>
                    <a:pt x="50" y="65"/>
                    <a:pt x="39" y="74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27" y="83"/>
                    <a:pt x="24" y="85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30" y="81"/>
                    <a:pt x="41" y="72"/>
                    <a:pt x="50" y="65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3" y="63"/>
                    <a:pt x="56" y="61"/>
                    <a:pt x="58" y="58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59"/>
                    <a:pt x="58" y="59"/>
                    <a:pt x="58" y="59"/>
                  </a:cubicBezTo>
                  <a:close/>
                  <a:moveTo>
                    <a:pt x="64" y="53"/>
                  </a:moveTo>
                  <a:cubicBezTo>
                    <a:pt x="64" y="53"/>
                    <a:pt x="64" y="53"/>
                    <a:pt x="63" y="54"/>
                  </a:cubicBezTo>
                  <a:cubicBezTo>
                    <a:pt x="63" y="54"/>
                    <a:pt x="63" y="54"/>
                    <a:pt x="63" y="54"/>
                  </a:cubicBezTo>
                  <a:cubicBezTo>
                    <a:pt x="65" y="52"/>
                    <a:pt x="66" y="50"/>
                    <a:pt x="67" y="49"/>
                  </a:cubicBezTo>
                  <a:cubicBezTo>
                    <a:pt x="67" y="49"/>
                    <a:pt x="67" y="49"/>
                    <a:pt x="67" y="49"/>
                  </a:cubicBezTo>
                  <a:cubicBezTo>
                    <a:pt x="66" y="50"/>
                    <a:pt x="66" y="51"/>
                    <a:pt x="64" y="53"/>
                  </a:cubicBezTo>
                  <a:close/>
                  <a:moveTo>
                    <a:pt x="66" y="46"/>
                  </a:move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lose/>
                  <a:moveTo>
                    <a:pt x="65" y="44"/>
                  </a:moveTo>
                  <a:cubicBezTo>
                    <a:pt x="65" y="44"/>
                    <a:pt x="65" y="44"/>
                    <a:pt x="65" y="44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5" y="44"/>
                    <a:pt x="65" y="44"/>
                    <a:pt x="64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5" y="44"/>
                    <a:pt x="65" y="44"/>
                    <a:pt x="65" y="44"/>
                  </a:cubicBezTo>
                  <a:close/>
                  <a:moveTo>
                    <a:pt x="36" y="24"/>
                  </a:moveTo>
                  <a:cubicBezTo>
                    <a:pt x="44" y="29"/>
                    <a:pt x="51" y="34"/>
                    <a:pt x="57" y="38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60" y="40"/>
                    <a:pt x="63" y="42"/>
                    <a:pt x="64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54" y="33"/>
                    <a:pt x="15" y="11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0" y="9"/>
                    <a:pt x="23" y="16"/>
                    <a:pt x="3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4238"/>
            <p:cNvSpPr/>
            <p:nvPr/>
          </p:nvSpPr>
          <p:spPr bwMode="auto">
            <a:xfrm>
              <a:off x="9385301" y="4659313"/>
              <a:ext cx="19050" cy="20638"/>
            </a:xfrm>
            <a:custGeom>
              <a:avLst/>
              <a:gdLst>
                <a:gd name="T0" fmla="*/ 0 w 12"/>
                <a:gd name="T1" fmla="*/ 2 h 13"/>
                <a:gd name="T2" fmla="*/ 3 w 12"/>
                <a:gd name="T3" fmla="*/ 0 h 13"/>
                <a:gd name="T4" fmla="*/ 12 w 12"/>
                <a:gd name="T5" fmla="*/ 10 h 13"/>
                <a:gd name="T6" fmla="*/ 9 w 12"/>
                <a:gd name="T7" fmla="*/ 13 h 13"/>
                <a:gd name="T8" fmla="*/ 0 w 12"/>
                <a:gd name="T9" fmla="*/ 2 h 13"/>
                <a:gd name="T10" fmla="*/ 0 w 12"/>
                <a:gd name="T11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3">
                  <a:moveTo>
                    <a:pt x="0" y="2"/>
                  </a:moveTo>
                  <a:lnTo>
                    <a:pt x="3" y="0"/>
                  </a:lnTo>
                  <a:lnTo>
                    <a:pt x="12" y="10"/>
                  </a:lnTo>
                  <a:lnTo>
                    <a:pt x="9" y="1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4239"/>
            <p:cNvSpPr/>
            <p:nvPr/>
          </p:nvSpPr>
          <p:spPr bwMode="auto">
            <a:xfrm>
              <a:off x="9380539" y="4652963"/>
              <a:ext cx="30163" cy="31750"/>
            </a:xfrm>
            <a:custGeom>
              <a:avLst/>
              <a:gdLst>
                <a:gd name="T0" fmla="*/ 2 w 19"/>
                <a:gd name="T1" fmla="*/ 8 h 20"/>
                <a:gd name="T2" fmla="*/ 3 w 19"/>
                <a:gd name="T3" fmla="*/ 6 h 20"/>
                <a:gd name="T4" fmla="*/ 4 w 19"/>
                <a:gd name="T5" fmla="*/ 8 h 20"/>
                <a:gd name="T6" fmla="*/ 3 w 19"/>
                <a:gd name="T7" fmla="*/ 6 h 20"/>
                <a:gd name="T8" fmla="*/ 2 w 19"/>
                <a:gd name="T9" fmla="*/ 8 h 20"/>
                <a:gd name="T10" fmla="*/ 0 w 19"/>
                <a:gd name="T11" fmla="*/ 6 h 20"/>
                <a:gd name="T12" fmla="*/ 8 w 19"/>
                <a:gd name="T13" fmla="*/ 0 h 20"/>
                <a:gd name="T14" fmla="*/ 19 w 19"/>
                <a:gd name="T15" fmla="*/ 14 h 20"/>
                <a:gd name="T16" fmla="*/ 12 w 19"/>
                <a:gd name="T17" fmla="*/ 20 h 20"/>
                <a:gd name="T18" fmla="*/ 2 w 19"/>
                <a:gd name="T19" fmla="*/ 8 h 20"/>
                <a:gd name="T20" fmla="*/ 2 w 19"/>
                <a:gd name="T2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20">
                  <a:moveTo>
                    <a:pt x="2" y="8"/>
                  </a:moveTo>
                  <a:lnTo>
                    <a:pt x="3" y="6"/>
                  </a:lnTo>
                  <a:lnTo>
                    <a:pt x="4" y="8"/>
                  </a:lnTo>
                  <a:lnTo>
                    <a:pt x="3" y="6"/>
                  </a:lnTo>
                  <a:lnTo>
                    <a:pt x="2" y="8"/>
                  </a:lnTo>
                  <a:lnTo>
                    <a:pt x="0" y="6"/>
                  </a:lnTo>
                  <a:lnTo>
                    <a:pt x="8" y="0"/>
                  </a:lnTo>
                  <a:lnTo>
                    <a:pt x="19" y="14"/>
                  </a:lnTo>
                  <a:lnTo>
                    <a:pt x="12" y="20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240"/>
            <p:cNvSpPr/>
            <p:nvPr/>
          </p:nvSpPr>
          <p:spPr bwMode="auto">
            <a:xfrm>
              <a:off x="9393239" y="4651376"/>
              <a:ext cx="22225" cy="12700"/>
            </a:xfrm>
            <a:custGeom>
              <a:avLst/>
              <a:gdLst>
                <a:gd name="T0" fmla="*/ 0 w 14"/>
                <a:gd name="T1" fmla="*/ 5 h 8"/>
                <a:gd name="T2" fmla="*/ 1 w 14"/>
                <a:gd name="T3" fmla="*/ 0 h 8"/>
                <a:gd name="T4" fmla="*/ 14 w 14"/>
                <a:gd name="T5" fmla="*/ 3 h 8"/>
                <a:gd name="T6" fmla="*/ 13 w 14"/>
                <a:gd name="T7" fmla="*/ 8 h 8"/>
                <a:gd name="T8" fmla="*/ 0 w 14"/>
                <a:gd name="T9" fmla="*/ 5 h 8"/>
                <a:gd name="T10" fmla="*/ 0 w 14"/>
                <a:gd name="T1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" y="0"/>
                  </a:lnTo>
                  <a:lnTo>
                    <a:pt x="14" y="3"/>
                  </a:lnTo>
                  <a:lnTo>
                    <a:pt x="13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4241"/>
            <p:cNvSpPr>
              <a:spLocks noEditPoints="1"/>
            </p:cNvSpPr>
            <p:nvPr/>
          </p:nvSpPr>
          <p:spPr bwMode="auto">
            <a:xfrm>
              <a:off x="9386889" y="4648201"/>
              <a:ext cx="31750" cy="19050"/>
            </a:xfrm>
            <a:custGeom>
              <a:avLst/>
              <a:gdLst>
                <a:gd name="T0" fmla="*/ 2 w 20"/>
                <a:gd name="T1" fmla="*/ 9 h 12"/>
                <a:gd name="T2" fmla="*/ 4 w 20"/>
                <a:gd name="T3" fmla="*/ 7 h 12"/>
                <a:gd name="T4" fmla="*/ 6 w 20"/>
                <a:gd name="T5" fmla="*/ 7 h 12"/>
                <a:gd name="T6" fmla="*/ 4 w 20"/>
                <a:gd name="T7" fmla="*/ 7 h 12"/>
                <a:gd name="T8" fmla="*/ 2 w 20"/>
                <a:gd name="T9" fmla="*/ 9 h 12"/>
                <a:gd name="T10" fmla="*/ 0 w 20"/>
                <a:gd name="T11" fmla="*/ 8 h 12"/>
                <a:gd name="T12" fmla="*/ 2 w 20"/>
                <a:gd name="T13" fmla="*/ 0 h 12"/>
                <a:gd name="T14" fmla="*/ 20 w 20"/>
                <a:gd name="T15" fmla="*/ 4 h 12"/>
                <a:gd name="T16" fmla="*/ 18 w 20"/>
                <a:gd name="T17" fmla="*/ 12 h 12"/>
                <a:gd name="T18" fmla="*/ 2 w 20"/>
                <a:gd name="T19" fmla="*/ 9 h 12"/>
                <a:gd name="T20" fmla="*/ 2 w 20"/>
                <a:gd name="T21" fmla="*/ 9 h 12"/>
                <a:gd name="T22" fmla="*/ 15 w 20"/>
                <a:gd name="T23" fmla="*/ 8 h 12"/>
                <a:gd name="T24" fmla="*/ 6 w 20"/>
                <a:gd name="T25" fmla="*/ 4 h 12"/>
                <a:gd name="T26" fmla="*/ 6 w 20"/>
                <a:gd name="T27" fmla="*/ 4 h 12"/>
                <a:gd name="T28" fmla="*/ 15 w 20"/>
                <a:gd name="T29" fmla="*/ 8 h 12"/>
                <a:gd name="T30" fmla="*/ 15 w 20"/>
                <a:gd name="T3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" h="12">
                  <a:moveTo>
                    <a:pt x="2" y="9"/>
                  </a:moveTo>
                  <a:lnTo>
                    <a:pt x="4" y="7"/>
                  </a:lnTo>
                  <a:lnTo>
                    <a:pt x="6" y="7"/>
                  </a:lnTo>
                  <a:lnTo>
                    <a:pt x="4" y="7"/>
                  </a:lnTo>
                  <a:lnTo>
                    <a:pt x="2" y="9"/>
                  </a:lnTo>
                  <a:lnTo>
                    <a:pt x="0" y="8"/>
                  </a:lnTo>
                  <a:lnTo>
                    <a:pt x="2" y="0"/>
                  </a:lnTo>
                  <a:lnTo>
                    <a:pt x="20" y="4"/>
                  </a:lnTo>
                  <a:lnTo>
                    <a:pt x="18" y="12"/>
                  </a:lnTo>
                  <a:lnTo>
                    <a:pt x="2" y="9"/>
                  </a:lnTo>
                  <a:lnTo>
                    <a:pt x="2" y="9"/>
                  </a:lnTo>
                  <a:close/>
                  <a:moveTo>
                    <a:pt x="15" y="8"/>
                  </a:moveTo>
                  <a:lnTo>
                    <a:pt x="6" y="4"/>
                  </a:lnTo>
                  <a:lnTo>
                    <a:pt x="6" y="4"/>
                  </a:lnTo>
                  <a:lnTo>
                    <a:pt x="15" y="8"/>
                  </a:lnTo>
                  <a:lnTo>
                    <a:pt x="15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242"/>
            <p:cNvSpPr/>
            <p:nvPr/>
          </p:nvSpPr>
          <p:spPr bwMode="auto">
            <a:xfrm>
              <a:off x="9177339" y="4394201"/>
              <a:ext cx="103188" cy="171450"/>
            </a:xfrm>
            <a:custGeom>
              <a:avLst/>
              <a:gdLst>
                <a:gd name="T0" fmla="*/ 23 w 60"/>
                <a:gd name="T1" fmla="*/ 95 h 99"/>
                <a:gd name="T2" fmla="*/ 8 w 60"/>
                <a:gd name="T3" fmla="*/ 49 h 99"/>
                <a:gd name="T4" fmla="*/ 8 w 60"/>
                <a:gd name="T5" fmla="*/ 49 h 99"/>
                <a:gd name="T6" fmla="*/ 0 w 60"/>
                <a:gd name="T7" fmla="*/ 13 h 99"/>
                <a:gd name="T8" fmla="*/ 0 w 60"/>
                <a:gd name="T9" fmla="*/ 13 h 99"/>
                <a:gd name="T10" fmla="*/ 0 w 60"/>
                <a:gd name="T11" fmla="*/ 12 h 99"/>
                <a:gd name="T12" fmla="*/ 8 w 60"/>
                <a:gd name="T13" fmla="*/ 0 h 99"/>
                <a:gd name="T14" fmla="*/ 11 w 60"/>
                <a:gd name="T15" fmla="*/ 3 h 99"/>
                <a:gd name="T16" fmla="*/ 4 w 60"/>
                <a:gd name="T17" fmla="*/ 13 h 99"/>
                <a:gd name="T18" fmla="*/ 12 w 60"/>
                <a:gd name="T19" fmla="*/ 48 h 99"/>
                <a:gd name="T20" fmla="*/ 12 w 60"/>
                <a:gd name="T21" fmla="*/ 48 h 99"/>
                <a:gd name="T22" fmla="*/ 26 w 60"/>
                <a:gd name="T23" fmla="*/ 93 h 99"/>
                <a:gd name="T24" fmla="*/ 26 w 60"/>
                <a:gd name="T25" fmla="*/ 93 h 99"/>
                <a:gd name="T26" fmla="*/ 29 w 60"/>
                <a:gd name="T27" fmla="*/ 95 h 99"/>
                <a:gd name="T28" fmla="*/ 29 w 60"/>
                <a:gd name="T29" fmla="*/ 95 h 99"/>
                <a:gd name="T30" fmla="*/ 46 w 60"/>
                <a:gd name="T31" fmla="*/ 83 h 99"/>
                <a:gd name="T32" fmla="*/ 46 w 60"/>
                <a:gd name="T33" fmla="*/ 83 h 99"/>
                <a:gd name="T34" fmla="*/ 57 w 60"/>
                <a:gd name="T35" fmla="*/ 71 h 99"/>
                <a:gd name="T36" fmla="*/ 57 w 60"/>
                <a:gd name="T37" fmla="*/ 71 h 99"/>
                <a:gd name="T38" fmla="*/ 57 w 60"/>
                <a:gd name="T39" fmla="*/ 71 h 99"/>
                <a:gd name="T40" fmla="*/ 60 w 60"/>
                <a:gd name="T41" fmla="*/ 73 h 99"/>
                <a:gd name="T42" fmla="*/ 49 w 60"/>
                <a:gd name="T43" fmla="*/ 86 h 99"/>
                <a:gd name="T44" fmla="*/ 49 w 60"/>
                <a:gd name="T45" fmla="*/ 86 h 99"/>
                <a:gd name="T46" fmla="*/ 29 w 60"/>
                <a:gd name="T47" fmla="*/ 99 h 99"/>
                <a:gd name="T48" fmla="*/ 29 w 60"/>
                <a:gd name="T49" fmla="*/ 99 h 99"/>
                <a:gd name="T50" fmla="*/ 28 w 60"/>
                <a:gd name="T51" fmla="*/ 99 h 99"/>
                <a:gd name="T52" fmla="*/ 28 w 60"/>
                <a:gd name="T53" fmla="*/ 99 h 99"/>
                <a:gd name="T54" fmla="*/ 23 w 60"/>
                <a:gd name="T55" fmla="*/ 9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0" h="99">
                  <a:moveTo>
                    <a:pt x="23" y="95"/>
                  </a:moveTo>
                  <a:cubicBezTo>
                    <a:pt x="18" y="89"/>
                    <a:pt x="13" y="68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4" y="30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6"/>
                    <a:pt x="8" y="32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7" y="67"/>
                    <a:pt x="23" y="88"/>
                    <a:pt x="26" y="93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7" y="94"/>
                    <a:pt x="27" y="95"/>
                    <a:pt x="29" y="95"/>
                  </a:cubicBezTo>
                  <a:cubicBezTo>
                    <a:pt x="29" y="95"/>
                    <a:pt x="29" y="95"/>
                    <a:pt x="29" y="95"/>
                  </a:cubicBezTo>
                  <a:cubicBezTo>
                    <a:pt x="32" y="95"/>
                    <a:pt x="40" y="89"/>
                    <a:pt x="46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52" y="77"/>
                    <a:pt x="57" y="71"/>
                    <a:pt x="57" y="71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57" y="71"/>
                    <a:pt x="57" y="71"/>
                    <a:pt x="57" y="71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60" y="74"/>
                    <a:pt x="55" y="80"/>
                    <a:pt x="49" y="86"/>
                  </a:cubicBezTo>
                  <a:cubicBezTo>
                    <a:pt x="49" y="86"/>
                    <a:pt x="49" y="86"/>
                    <a:pt x="49" y="86"/>
                  </a:cubicBezTo>
                  <a:cubicBezTo>
                    <a:pt x="42" y="92"/>
                    <a:pt x="35" y="98"/>
                    <a:pt x="29" y="99"/>
                  </a:cubicBezTo>
                  <a:cubicBezTo>
                    <a:pt x="29" y="99"/>
                    <a:pt x="29" y="99"/>
                    <a:pt x="29" y="99"/>
                  </a:cubicBezTo>
                  <a:cubicBezTo>
                    <a:pt x="29" y="99"/>
                    <a:pt x="29" y="99"/>
                    <a:pt x="28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6" y="99"/>
                    <a:pt x="24" y="97"/>
                    <a:pt x="23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243"/>
            <p:cNvSpPr>
              <a:spLocks noEditPoints="1"/>
            </p:cNvSpPr>
            <p:nvPr/>
          </p:nvSpPr>
          <p:spPr bwMode="auto">
            <a:xfrm>
              <a:off x="9172576" y="4391026"/>
              <a:ext cx="114300" cy="179388"/>
            </a:xfrm>
            <a:custGeom>
              <a:avLst/>
              <a:gdLst>
                <a:gd name="T0" fmla="*/ 23 w 65"/>
                <a:gd name="T1" fmla="*/ 98 h 103"/>
                <a:gd name="T2" fmla="*/ 23 w 65"/>
                <a:gd name="T3" fmla="*/ 98 h 103"/>
                <a:gd name="T4" fmla="*/ 8 w 65"/>
                <a:gd name="T5" fmla="*/ 52 h 103"/>
                <a:gd name="T6" fmla="*/ 0 w 65"/>
                <a:gd name="T7" fmla="*/ 15 h 103"/>
                <a:gd name="T8" fmla="*/ 0 w 65"/>
                <a:gd name="T9" fmla="*/ 15 h 103"/>
                <a:gd name="T10" fmla="*/ 10 w 65"/>
                <a:gd name="T11" fmla="*/ 0 h 103"/>
                <a:gd name="T12" fmla="*/ 8 w 65"/>
                <a:gd name="T13" fmla="*/ 15 h 103"/>
                <a:gd name="T14" fmla="*/ 16 w 65"/>
                <a:gd name="T15" fmla="*/ 50 h 103"/>
                <a:gd name="T16" fmla="*/ 30 w 65"/>
                <a:gd name="T17" fmla="*/ 94 h 103"/>
                <a:gd name="T18" fmla="*/ 31 w 65"/>
                <a:gd name="T19" fmla="*/ 95 h 103"/>
                <a:gd name="T20" fmla="*/ 31 w 65"/>
                <a:gd name="T21" fmla="*/ 95 h 103"/>
                <a:gd name="T22" fmla="*/ 47 w 65"/>
                <a:gd name="T23" fmla="*/ 84 h 103"/>
                <a:gd name="T24" fmla="*/ 57 w 65"/>
                <a:gd name="T25" fmla="*/ 72 h 103"/>
                <a:gd name="T26" fmla="*/ 57 w 65"/>
                <a:gd name="T27" fmla="*/ 72 h 103"/>
                <a:gd name="T28" fmla="*/ 59 w 65"/>
                <a:gd name="T29" fmla="*/ 73 h 103"/>
                <a:gd name="T30" fmla="*/ 65 w 65"/>
                <a:gd name="T31" fmla="*/ 75 h 103"/>
                <a:gd name="T32" fmla="*/ 52 w 65"/>
                <a:gd name="T33" fmla="*/ 89 h 103"/>
                <a:gd name="T34" fmla="*/ 31 w 65"/>
                <a:gd name="T35" fmla="*/ 103 h 103"/>
                <a:gd name="T36" fmla="*/ 30 w 65"/>
                <a:gd name="T37" fmla="*/ 103 h 103"/>
                <a:gd name="T38" fmla="*/ 32 w 65"/>
                <a:gd name="T39" fmla="*/ 98 h 103"/>
                <a:gd name="T40" fmla="*/ 49 w 65"/>
                <a:gd name="T41" fmla="*/ 86 h 103"/>
                <a:gd name="T42" fmla="*/ 52 w 65"/>
                <a:gd name="T43" fmla="*/ 84 h 103"/>
                <a:gd name="T44" fmla="*/ 49 w 65"/>
                <a:gd name="T45" fmla="*/ 86 h 103"/>
                <a:gd name="T46" fmla="*/ 27 w 65"/>
                <a:gd name="T47" fmla="*/ 97 h 103"/>
                <a:gd name="T48" fmla="*/ 29 w 65"/>
                <a:gd name="T49" fmla="*/ 98 h 103"/>
                <a:gd name="T50" fmla="*/ 26 w 65"/>
                <a:gd name="T51" fmla="*/ 96 h 103"/>
                <a:gd name="T52" fmla="*/ 26 w 65"/>
                <a:gd name="T53" fmla="*/ 96 h 103"/>
                <a:gd name="T54" fmla="*/ 26 w 65"/>
                <a:gd name="T55" fmla="*/ 96 h 103"/>
                <a:gd name="T56" fmla="*/ 52 w 65"/>
                <a:gd name="T57" fmla="*/ 84 h 103"/>
                <a:gd name="T58" fmla="*/ 52 w 65"/>
                <a:gd name="T59" fmla="*/ 83 h 103"/>
                <a:gd name="T60" fmla="*/ 57 w 65"/>
                <a:gd name="T61" fmla="*/ 78 h 103"/>
                <a:gd name="T62" fmla="*/ 56 w 65"/>
                <a:gd name="T63" fmla="*/ 79 h 103"/>
                <a:gd name="T64" fmla="*/ 59 w 65"/>
                <a:gd name="T65" fmla="*/ 76 h 103"/>
                <a:gd name="T66" fmla="*/ 57 w 65"/>
                <a:gd name="T67" fmla="*/ 78 h 103"/>
                <a:gd name="T68" fmla="*/ 10 w 65"/>
                <a:gd name="T69" fmla="*/ 39 h 103"/>
                <a:gd name="T70" fmla="*/ 6 w 65"/>
                <a:gd name="T71" fmla="*/ 22 h 103"/>
                <a:gd name="T72" fmla="*/ 7 w 65"/>
                <a:gd name="T73" fmla="*/ 25 h 103"/>
                <a:gd name="T74" fmla="*/ 4 w 65"/>
                <a:gd name="T75" fmla="*/ 15 h 103"/>
                <a:gd name="T76" fmla="*/ 5 w 65"/>
                <a:gd name="T77" fmla="*/ 17 h 103"/>
                <a:gd name="T78" fmla="*/ 4 w 65"/>
                <a:gd name="T79" fmla="*/ 14 h 103"/>
                <a:gd name="T80" fmla="*/ 4 w 65"/>
                <a:gd name="T81" fmla="*/ 14 h 103"/>
                <a:gd name="T82" fmla="*/ 4 w 65"/>
                <a:gd name="T83" fmla="*/ 14 h 103"/>
                <a:gd name="T84" fmla="*/ 4 w 65"/>
                <a:gd name="T85" fmla="*/ 1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5" h="103">
                  <a:moveTo>
                    <a:pt x="30" y="103"/>
                  </a:moveTo>
                  <a:cubicBezTo>
                    <a:pt x="28" y="103"/>
                    <a:pt x="25" y="101"/>
                    <a:pt x="23" y="9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18" y="91"/>
                    <a:pt x="13" y="71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4" y="34"/>
                    <a:pt x="1" y="17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20"/>
                    <a:pt x="13" y="34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21" y="69"/>
                    <a:pt x="27" y="90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5"/>
                    <a:pt x="30" y="94"/>
                    <a:pt x="31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3" y="95"/>
                    <a:pt x="41" y="89"/>
                    <a:pt x="47" y="84"/>
                  </a:cubicBezTo>
                  <a:cubicBezTo>
                    <a:pt x="47" y="84"/>
                    <a:pt x="47" y="84"/>
                    <a:pt x="47" y="84"/>
                  </a:cubicBezTo>
                  <a:cubicBezTo>
                    <a:pt x="52" y="78"/>
                    <a:pt x="57" y="73"/>
                    <a:pt x="57" y="72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0" y="71"/>
                    <a:pt x="60" y="71"/>
                    <a:pt x="60" y="71"/>
                  </a:cubicBezTo>
                  <a:cubicBezTo>
                    <a:pt x="65" y="75"/>
                    <a:pt x="65" y="75"/>
                    <a:pt x="65" y="75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63" y="77"/>
                    <a:pt x="59" y="83"/>
                    <a:pt x="52" y="89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46" y="95"/>
                    <a:pt x="39" y="102"/>
                    <a:pt x="31" y="103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30" y="103"/>
                    <a:pt x="30" y="103"/>
                    <a:pt x="30" y="103"/>
                  </a:cubicBezTo>
                  <a:close/>
                  <a:moveTo>
                    <a:pt x="49" y="86"/>
                  </a:moveTo>
                  <a:cubicBezTo>
                    <a:pt x="44" y="92"/>
                    <a:pt x="38" y="97"/>
                    <a:pt x="32" y="98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7" y="97"/>
                    <a:pt x="44" y="92"/>
                    <a:pt x="49" y="86"/>
                  </a:cubicBezTo>
                  <a:cubicBezTo>
                    <a:pt x="49" y="86"/>
                    <a:pt x="49" y="86"/>
                    <a:pt x="49" y="86"/>
                  </a:cubicBezTo>
                  <a:cubicBezTo>
                    <a:pt x="50" y="85"/>
                    <a:pt x="51" y="85"/>
                    <a:pt x="52" y="84"/>
                  </a:cubicBezTo>
                  <a:cubicBezTo>
                    <a:pt x="52" y="84"/>
                    <a:pt x="52" y="84"/>
                    <a:pt x="52" y="84"/>
                  </a:cubicBezTo>
                  <a:cubicBezTo>
                    <a:pt x="51" y="85"/>
                    <a:pt x="50" y="85"/>
                    <a:pt x="49" y="86"/>
                  </a:cubicBezTo>
                  <a:close/>
                  <a:moveTo>
                    <a:pt x="29" y="98"/>
                  </a:moveTo>
                  <a:cubicBezTo>
                    <a:pt x="28" y="98"/>
                    <a:pt x="28" y="98"/>
                    <a:pt x="27" y="97"/>
                  </a:cubicBezTo>
                  <a:cubicBezTo>
                    <a:pt x="27" y="97"/>
                    <a:pt x="27" y="97"/>
                    <a:pt x="27" y="97"/>
                  </a:cubicBezTo>
                  <a:cubicBezTo>
                    <a:pt x="28" y="98"/>
                    <a:pt x="28" y="98"/>
                    <a:pt x="29" y="98"/>
                  </a:cubicBezTo>
                  <a:close/>
                  <a:moveTo>
                    <a:pt x="25" y="97"/>
                  </a:move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5" y="97"/>
                    <a:pt x="25" y="97"/>
                    <a:pt x="25" y="97"/>
                  </a:cubicBezTo>
                  <a:close/>
                  <a:moveTo>
                    <a:pt x="52" y="84"/>
                  </a:moveTo>
                  <a:cubicBezTo>
                    <a:pt x="52" y="84"/>
                    <a:pt x="52" y="84"/>
                    <a:pt x="52" y="83"/>
                  </a:cubicBezTo>
                  <a:cubicBezTo>
                    <a:pt x="52" y="83"/>
                    <a:pt x="52" y="83"/>
                    <a:pt x="52" y="83"/>
                  </a:cubicBezTo>
                  <a:cubicBezTo>
                    <a:pt x="52" y="84"/>
                    <a:pt x="52" y="84"/>
                    <a:pt x="52" y="84"/>
                  </a:cubicBezTo>
                  <a:close/>
                  <a:moveTo>
                    <a:pt x="57" y="78"/>
                  </a:moveTo>
                  <a:cubicBezTo>
                    <a:pt x="57" y="78"/>
                    <a:pt x="57" y="79"/>
                    <a:pt x="56" y="79"/>
                  </a:cubicBezTo>
                  <a:cubicBezTo>
                    <a:pt x="56" y="79"/>
                    <a:pt x="56" y="79"/>
                    <a:pt x="56" y="79"/>
                  </a:cubicBezTo>
                  <a:cubicBezTo>
                    <a:pt x="58" y="78"/>
                    <a:pt x="58" y="77"/>
                    <a:pt x="59" y="76"/>
                  </a:cubicBezTo>
                  <a:cubicBezTo>
                    <a:pt x="59" y="76"/>
                    <a:pt x="59" y="76"/>
                    <a:pt x="59" y="76"/>
                  </a:cubicBezTo>
                  <a:cubicBezTo>
                    <a:pt x="59" y="76"/>
                    <a:pt x="59" y="76"/>
                    <a:pt x="59" y="76"/>
                  </a:cubicBezTo>
                  <a:cubicBezTo>
                    <a:pt x="59" y="76"/>
                    <a:pt x="58" y="77"/>
                    <a:pt x="57" y="78"/>
                  </a:cubicBezTo>
                  <a:close/>
                  <a:moveTo>
                    <a:pt x="7" y="25"/>
                  </a:moveTo>
                  <a:cubicBezTo>
                    <a:pt x="7" y="29"/>
                    <a:pt x="8" y="34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8" y="33"/>
                    <a:pt x="7" y="27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3"/>
                    <a:pt x="6" y="24"/>
                    <a:pt x="7" y="25"/>
                  </a:cubicBezTo>
                  <a:close/>
                  <a:moveTo>
                    <a:pt x="5" y="17"/>
                  </a:moveTo>
                  <a:cubicBezTo>
                    <a:pt x="5" y="16"/>
                    <a:pt x="5" y="16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5" y="16"/>
                    <a:pt x="5" y="17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4" y="14"/>
                  </a:moveTo>
                  <a:cubicBezTo>
                    <a:pt x="11" y="5"/>
                    <a:pt x="11" y="5"/>
                    <a:pt x="11" y="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244"/>
            <p:cNvSpPr/>
            <p:nvPr/>
          </p:nvSpPr>
          <p:spPr bwMode="auto">
            <a:xfrm>
              <a:off x="9153526" y="4378326"/>
              <a:ext cx="30163" cy="41275"/>
            </a:xfrm>
            <a:custGeom>
              <a:avLst/>
              <a:gdLst>
                <a:gd name="T0" fmla="*/ 0 w 19"/>
                <a:gd name="T1" fmla="*/ 16 h 26"/>
                <a:gd name="T2" fmla="*/ 2 w 19"/>
                <a:gd name="T3" fmla="*/ 13 h 26"/>
                <a:gd name="T4" fmla="*/ 15 w 19"/>
                <a:gd name="T5" fmla="*/ 20 h 26"/>
                <a:gd name="T6" fmla="*/ 15 w 19"/>
                <a:gd name="T7" fmla="*/ 0 h 26"/>
                <a:gd name="T8" fmla="*/ 19 w 19"/>
                <a:gd name="T9" fmla="*/ 0 h 26"/>
                <a:gd name="T10" fmla="*/ 19 w 19"/>
                <a:gd name="T11" fmla="*/ 26 h 26"/>
                <a:gd name="T12" fmla="*/ 0 w 19"/>
                <a:gd name="T13" fmla="*/ 16 h 26"/>
                <a:gd name="T14" fmla="*/ 0 w 19"/>
                <a:gd name="T15" fmla="*/ 1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26">
                  <a:moveTo>
                    <a:pt x="0" y="16"/>
                  </a:moveTo>
                  <a:lnTo>
                    <a:pt x="2" y="13"/>
                  </a:lnTo>
                  <a:lnTo>
                    <a:pt x="15" y="2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19" y="2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245"/>
            <p:cNvSpPr>
              <a:spLocks noEditPoints="1"/>
            </p:cNvSpPr>
            <p:nvPr/>
          </p:nvSpPr>
          <p:spPr bwMode="auto">
            <a:xfrm>
              <a:off x="9148764" y="4375151"/>
              <a:ext cx="38100" cy="52388"/>
            </a:xfrm>
            <a:custGeom>
              <a:avLst/>
              <a:gdLst>
                <a:gd name="T0" fmla="*/ 2 w 24"/>
                <a:gd name="T1" fmla="*/ 21 h 33"/>
                <a:gd name="T2" fmla="*/ 3 w 24"/>
                <a:gd name="T3" fmla="*/ 18 h 33"/>
                <a:gd name="T4" fmla="*/ 5 w 24"/>
                <a:gd name="T5" fmla="*/ 19 h 33"/>
                <a:gd name="T6" fmla="*/ 3 w 24"/>
                <a:gd name="T7" fmla="*/ 18 h 33"/>
                <a:gd name="T8" fmla="*/ 2 w 24"/>
                <a:gd name="T9" fmla="*/ 21 h 33"/>
                <a:gd name="T10" fmla="*/ 0 w 24"/>
                <a:gd name="T11" fmla="*/ 19 h 33"/>
                <a:gd name="T12" fmla="*/ 4 w 24"/>
                <a:gd name="T13" fmla="*/ 12 h 33"/>
                <a:gd name="T14" fmla="*/ 15 w 24"/>
                <a:gd name="T15" fmla="*/ 18 h 33"/>
                <a:gd name="T16" fmla="*/ 15 w 24"/>
                <a:gd name="T17" fmla="*/ 0 h 33"/>
                <a:gd name="T18" fmla="*/ 24 w 24"/>
                <a:gd name="T19" fmla="*/ 0 h 33"/>
                <a:gd name="T20" fmla="*/ 24 w 24"/>
                <a:gd name="T21" fmla="*/ 33 h 33"/>
                <a:gd name="T22" fmla="*/ 2 w 24"/>
                <a:gd name="T23" fmla="*/ 21 h 33"/>
                <a:gd name="T24" fmla="*/ 2 w 24"/>
                <a:gd name="T25" fmla="*/ 21 h 33"/>
                <a:gd name="T26" fmla="*/ 20 w 24"/>
                <a:gd name="T27" fmla="*/ 25 h 33"/>
                <a:gd name="T28" fmla="*/ 20 w 24"/>
                <a:gd name="T29" fmla="*/ 4 h 33"/>
                <a:gd name="T30" fmla="*/ 20 w 24"/>
                <a:gd name="T31" fmla="*/ 25 h 33"/>
                <a:gd name="T32" fmla="*/ 5 w 24"/>
                <a:gd name="T33" fmla="*/ 18 h 33"/>
                <a:gd name="T34" fmla="*/ 5 w 24"/>
                <a:gd name="T35" fmla="*/ 18 h 33"/>
                <a:gd name="T36" fmla="*/ 20 w 24"/>
                <a:gd name="T37" fmla="*/ 25 h 33"/>
                <a:gd name="T38" fmla="*/ 20 w 24"/>
                <a:gd name="T39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" h="33">
                  <a:moveTo>
                    <a:pt x="2" y="21"/>
                  </a:moveTo>
                  <a:lnTo>
                    <a:pt x="3" y="18"/>
                  </a:lnTo>
                  <a:lnTo>
                    <a:pt x="5" y="19"/>
                  </a:lnTo>
                  <a:lnTo>
                    <a:pt x="3" y="18"/>
                  </a:lnTo>
                  <a:lnTo>
                    <a:pt x="2" y="21"/>
                  </a:lnTo>
                  <a:lnTo>
                    <a:pt x="0" y="19"/>
                  </a:lnTo>
                  <a:lnTo>
                    <a:pt x="4" y="12"/>
                  </a:lnTo>
                  <a:lnTo>
                    <a:pt x="15" y="18"/>
                  </a:lnTo>
                  <a:lnTo>
                    <a:pt x="15" y="0"/>
                  </a:lnTo>
                  <a:lnTo>
                    <a:pt x="24" y="0"/>
                  </a:lnTo>
                  <a:lnTo>
                    <a:pt x="24" y="33"/>
                  </a:lnTo>
                  <a:lnTo>
                    <a:pt x="2" y="21"/>
                  </a:lnTo>
                  <a:lnTo>
                    <a:pt x="2" y="21"/>
                  </a:lnTo>
                  <a:close/>
                  <a:moveTo>
                    <a:pt x="20" y="25"/>
                  </a:moveTo>
                  <a:lnTo>
                    <a:pt x="20" y="4"/>
                  </a:lnTo>
                  <a:lnTo>
                    <a:pt x="20" y="25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20" y="25"/>
                  </a:lnTo>
                  <a:lnTo>
                    <a:pt x="2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246"/>
            <p:cNvSpPr>
              <a:spLocks noEditPoints="1"/>
            </p:cNvSpPr>
            <p:nvPr/>
          </p:nvSpPr>
          <p:spPr bwMode="auto">
            <a:xfrm>
              <a:off x="9258301" y="4695826"/>
              <a:ext cx="38100" cy="342900"/>
            </a:xfrm>
            <a:custGeom>
              <a:avLst/>
              <a:gdLst>
                <a:gd name="T0" fmla="*/ 0 w 24"/>
                <a:gd name="T1" fmla="*/ 211 h 216"/>
                <a:gd name="T2" fmla="*/ 20 w 24"/>
                <a:gd name="T3" fmla="*/ 211 h 216"/>
                <a:gd name="T4" fmla="*/ 10 w 24"/>
                <a:gd name="T5" fmla="*/ 0 h 216"/>
                <a:gd name="T6" fmla="*/ 14 w 24"/>
                <a:gd name="T7" fmla="*/ 0 h 216"/>
                <a:gd name="T8" fmla="*/ 24 w 24"/>
                <a:gd name="T9" fmla="*/ 216 h 216"/>
                <a:gd name="T10" fmla="*/ 0 w 24"/>
                <a:gd name="T11" fmla="*/ 216 h 216"/>
                <a:gd name="T12" fmla="*/ 0 w 24"/>
                <a:gd name="T13" fmla="*/ 211 h 216"/>
                <a:gd name="T14" fmla="*/ 0 w 24"/>
                <a:gd name="T15" fmla="*/ 211 h 216"/>
                <a:gd name="T16" fmla="*/ 10 w 24"/>
                <a:gd name="T17" fmla="*/ 0 h 216"/>
                <a:gd name="T18" fmla="*/ 10 w 24"/>
                <a:gd name="T19" fmla="*/ 0 h 216"/>
                <a:gd name="T20" fmla="*/ 10 w 24"/>
                <a:gd name="T21" fmla="*/ 0 h 216"/>
                <a:gd name="T22" fmla="*/ 10 w 24"/>
                <a:gd name="T23" fmla="*/ 0 h 216"/>
                <a:gd name="T24" fmla="*/ 10 w 24"/>
                <a:gd name="T2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16">
                  <a:moveTo>
                    <a:pt x="0" y="211"/>
                  </a:moveTo>
                  <a:lnTo>
                    <a:pt x="20" y="211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216"/>
                  </a:lnTo>
                  <a:lnTo>
                    <a:pt x="0" y="216"/>
                  </a:lnTo>
                  <a:lnTo>
                    <a:pt x="0" y="211"/>
                  </a:lnTo>
                  <a:lnTo>
                    <a:pt x="0" y="211"/>
                  </a:lnTo>
                  <a:close/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4247"/>
            <p:cNvSpPr>
              <a:spLocks noEditPoints="1"/>
            </p:cNvSpPr>
            <p:nvPr/>
          </p:nvSpPr>
          <p:spPr bwMode="auto">
            <a:xfrm>
              <a:off x="9255126" y="4691063"/>
              <a:ext cx="44450" cy="350838"/>
            </a:xfrm>
            <a:custGeom>
              <a:avLst/>
              <a:gdLst>
                <a:gd name="T0" fmla="*/ 0 w 28"/>
                <a:gd name="T1" fmla="*/ 219 h 221"/>
                <a:gd name="T2" fmla="*/ 0 w 28"/>
                <a:gd name="T3" fmla="*/ 214 h 221"/>
                <a:gd name="T4" fmla="*/ 0 w 28"/>
                <a:gd name="T5" fmla="*/ 212 h 221"/>
                <a:gd name="T6" fmla="*/ 20 w 28"/>
                <a:gd name="T7" fmla="*/ 212 h 221"/>
                <a:gd name="T8" fmla="*/ 10 w 28"/>
                <a:gd name="T9" fmla="*/ 0 h 221"/>
                <a:gd name="T10" fmla="*/ 19 w 28"/>
                <a:gd name="T11" fmla="*/ 0 h 221"/>
                <a:gd name="T12" fmla="*/ 28 w 28"/>
                <a:gd name="T13" fmla="*/ 221 h 221"/>
                <a:gd name="T14" fmla="*/ 0 w 28"/>
                <a:gd name="T15" fmla="*/ 221 h 221"/>
                <a:gd name="T16" fmla="*/ 0 w 28"/>
                <a:gd name="T17" fmla="*/ 219 h 221"/>
                <a:gd name="T18" fmla="*/ 0 w 28"/>
                <a:gd name="T19" fmla="*/ 219 h 221"/>
                <a:gd name="T20" fmla="*/ 4 w 28"/>
                <a:gd name="T21" fmla="*/ 216 h 221"/>
                <a:gd name="T22" fmla="*/ 24 w 28"/>
                <a:gd name="T23" fmla="*/ 216 h 221"/>
                <a:gd name="T24" fmla="*/ 15 w 28"/>
                <a:gd name="T25" fmla="*/ 5 h 221"/>
                <a:gd name="T26" fmla="*/ 15 w 28"/>
                <a:gd name="T27" fmla="*/ 5 h 221"/>
                <a:gd name="T28" fmla="*/ 24 w 28"/>
                <a:gd name="T29" fmla="*/ 216 h 221"/>
                <a:gd name="T30" fmla="*/ 4 w 28"/>
                <a:gd name="T31" fmla="*/ 216 h 221"/>
                <a:gd name="T32" fmla="*/ 4 w 28"/>
                <a:gd name="T33" fmla="*/ 216 h 221"/>
                <a:gd name="T34" fmla="*/ 4 w 28"/>
                <a:gd name="T35" fmla="*/ 216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221">
                  <a:moveTo>
                    <a:pt x="0" y="219"/>
                  </a:moveTo>
                  <a:lnTo>
                    <a:pt x="0" y="214"/>
                  </a:lnTo>
                  <a:lnTo>
                    <a:pt x="0" y="212"/>
                  </a:lnTo>
                  <a:lnTo>
                    <a:pt x="20" y="212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28" y="221"/>
                  </a:lnTo>
                  <a:lnTo>
                    <a:pt x="0" y="221"/>
                  </a:lnTo>
                  <a:lnTo>
                    <a:pt x="0" y="219"/>
                  </a:lnTo>
                  <a:lnTo>
                    <a:pt x="0" y="219"/>
                  </a:lnTo>
                  <a:close/>
                  <a:moveTo>
                    <a:pt x="4" y="216"/>
                  </a:moveTo>
                  <a:lnTo>
                    <a:pt x="24" y="216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24" y="216"/>
                  </a:lnTo>
                  <a:lnTo>
                    <a:pt x="4" y="216"/>
                  </a:lnTo>
                  <a:lnTo>
                    <a:pt x="4" y="216"/>
                  </a:lnTo>
                  <a:lnTo>
                    <a:pt x="4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248"/>
            <p:cNvSpPr/>
            <p:nvPr/>
          </p:nvSpPr>
          <p:spPr bwMode="auto">
            <a:xfrm>
              <a:off x="9312276" y="4705351"/>
              <a:ext cx="60325" cy="333375"/>
            </a:xfrm>
            <a:custGeom>
              <a:avLst/>
              <a:gdLst>
                <a:gd name="T0" fmla="*/ 13 w 38"/>
                <a:gd name="T1" fmla="*/ 210 h 210"/>
                <a:gd name="T2" fmla="*/ 0 w 38"/>
                <a:gd name="T3" fmla="*/ 0 h 210"/>
                <a:gd name="T4" fmla="*/ 4 w 38"/>
                <a:gd name="T5" fmla="*/ 0 h 210"/>
                <a:gd name="T6" fmla="*/ 18 w 38"/>
                <a:gd name="T7" fmla="*/ 205 h 210"/>
                <a:gd name="T8" fmla="*/ 38 w 38"/>
                <a:gd name="T9" fmla="*/ 205 h 210"/>
                <a:gd name="T10" fmla="*/ 38 w 38"/>
                <a:gd name="T11" fmla="*/ 210 h 210"/>
                <a:gd name="T12" fmla="*/ 13 w 38"/>
                <a:gd name="T13" fmla="*/ 210 h 210"/>
                <a:gd name="T14" fmla="*/ 13 w 38"/>
                <a:gd name="T15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210">
                  <a:moveTo>
                    <a:pt x="13" y="21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18" y="205"/>
                  </a:lnTo>
                  <a:lnTo>
                    <a:pt x="38" y="205"/>
                  </a:lnTo>
                  <a:lnTo>
                    <a:pt x="38" y="210"/>
                  </a:lnTo>
                  <a:lnTo>
                    <a:pt x="13" y="210"/>
                  </a:lnTo>
                  <a:lnTo>
                    <a:pt x="13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4249"/>
            <p:cNvSpPr>
              <a:spLocks noEditPoints="1"/>
            </p:cNvSpPr>
            <p:nvPr/>
          </p:nvSpPr>
          <p:spPr bwMode="auto">
            <a:xfrm>
              <a:off x="9309101" y="4702176"/>
              <a:ext cx="68263" cy="339725"/>
            </a:xfrm>
            <a:custGeom>
              <a:avLst/>
              <a:gdLst>
                <a:gd name="T0" fmla="*/ 15 w 43"/>
                <a:gd name="T1" fmla="*/ 214 h 214"/>
                <a:gd name="T2" fmla="*/ 15 w 43"/>
                <a:gd name="T3" fmla="*/ 212 h 214"/>
                <a:gd name="T4" fmla="*/ 17 w 43"/>
                <a:gd name="T5" fmla="*/ 211 h 214"/>
                <a:gd name="T6" fmla="*/ 15 w 43"/>
                <a:gd name="T7" fmla="*/ 212 h 214"/>
                <a:gd name="T8" fmla="*/ 15 w 43"/>
                <a:gd name="T9" fmla="*/ 214 h 214"/>
                <a:gd name="T10" fmla="*/ 13 w 43"/>
                <a:gd name="T11" fmla="*/ 214 h 214"/>
                <a:gd name="T12" fmla="*/ 0 w 43"/>
                <a:gd name="T13" fmla="*/ 0 h 214"/>
                <a:gd name="T14" fmla="*/ 9 w 43"/>
                <a:gd name="T15" fmla="*/ 0 h 214"/>
                <a:gd name="T16" fmla="*/ 22 w 43"/>
                <a:gd name="T17" fmla="*/ 205 h 214"/>
                <a:gd name="T18" fmla="*/ 43 w 43"/>
                <a:gd name="T19" fmla="*/ 205 h 214"/>
                <a:gd name="T20" fmla="*/ 43 w 43"/>
                <a:gd name="T21" fmla="*/ 214 h 214"/>
                <a:gd name="T22" fmla="*/ 15 w 43"/>
                <a:gd name="T23" fmla="*/ 214 h 214"/>
                <a:gd name="T24" fmla="*/ 15 w 43"/>
                <a:gd name="T25" fmla="*/ 214 h 214"/>
                <a:gd name="T26" fmla="*/ 38 w 43"/>
                <a:gd name="T27" fmla="*/ 209 h 214"/>
                <a:gd name="T28" fmla="*/ 17 w 43"/>
                <a:gd name="T29" fmla="*/ 209 h 214"/>
                <a:gd name="T30" fmla="*/ 17 w 43"/>
                <a:gd name="T31" fmla="*/ 209 h 214"/>
                <a:gd name="T32" fmla="*/ 38 w 43"/>
                <a:gd name="T33" fmla="*/ 209 h 214"/>
                <a:gd name="T34" fmla="*/ 38 w 43"/>
                <a:gd name="T35" fmla="*/ 209 h 214"/>
                <a:gd name="T36" fmla="*/ 4 w 43"/>
                <a:gd name="T37" fmla="*/ 4 h 214"/>
                <a:gd name="T38" fmla="*/ 9 w 43"/>
                <a:gd name="T39" fmla="*/ 76 h 214"/>
                <a:gd name="T40" fmla="*/ 4 w 43"/>
                <a:gd name="T41" fmla="*/ 4 h 214"/>
                <a:gd name="T42" fmla="*/ 4 w 43"/>
                <a:gd name="T43" fmla="*/ 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" h="214">
                  <a:moveTo>
                    <a:pt x="15" y="214"/>
                  </a:moveTo>
                  <a:lnTo>
                    <a:pt x="15" y="212"/>
                  </a:lnTo>
                  <a:lnTo>
                    <a:pt x="17" y="211"/>
                  </a:lnTo>
                  <a:lnTo>
                    <a:pt x="15" y="212"/>
                  </a:lnTo>
                  <a:lnTo>
                    <a:pt x="15" y="214"/>
                  </a:lnTo>
                  <a:lnTo>
                    <a:pt x="13" y="214"/>
                  </a:lnTo>
                  <a:lnTo>
                    <a:pt x="0" y="0"/>
                  </a:lnTo>
                  <a:lnTo>
                    <a:pt x="9" y="0"/>
                  </a:lnTo>
                  <a:lnTo>
                    <a:pt x="22" y="205"/>
                  </a:lnTo>
                  <a:lnTo>
                    <a:pt x="43" y="205"/>
                  </a:lnTo>
                  <a:lnTo>
                    <a:pt x="43" y="214"/>
                  </a:lnTo>
                  <a:lnTo>
                    <a:pt x="15" y="214"/>
                  </a:lnTo>
                  <a:lnTo>
                    <a:pt x="15" y="214"/>
                  </a:lnTo>
                  <a:close/>
                  <a:moveTo>
                    <a:pt x="38" y="209"/>
                  </a:moveTo>
                  <a:lnTo>
                    <a:pt x="17" y="209"/>
                  </a:lnTo>
                  <a:lnTo>
                    <a:pt x="17" y="209"/>
                  </a:lnTo>
                  <a:lnTo>
                    <a:pt x="38" y="209"/>
                  </a:lnTo>
                  <a:lnTo>
                    <a:pt x="38" y="209"/>
                  </a:lnTo>
                  <a:close/>
                  <a:moveTo>
                    <a:pt x="4" y="4"/>
                  </a:moveTo>
                  <a:lnTo>
                    <a:pt x="9" y="76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2447764" y="2081939"/>
            <a:ext cx="3032760" cy="0"/>
          </a:xfrm>
          <a:prstGeom prst="line">
            <a:avLst/>
          </a:prstGeom>
          <a:ln w="28575">
            <a:solidFill>
              <a:srgbClr val="1141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2447764" y="3582543"/>
            <a:ext cx="3032760" cy="0"/>
          </a:xfrm>
          <a:prstGeom prst="line">
            <a:avLst/>
          </a:prstGeom>
          <a:ln w="28575">
            <a:solidFill>
              <a:srgbClr val="1141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9" grpId="0"/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5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69235" y="1251585"/>
            <a:ext cx="476504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</a:rPr>
              <a:t>{desc_1}</a:t>
            </a:r>
            <a:endParaRPr lang="en-US" altLang="zh-CN" sz="2000" b="1" dirty="0">
              <a:solidFill>
                <a:schemeClr val="accent2"/>
              </a:solidFill>
            </a:endParaRPr>
          </a:p>
        </p:txBody>
      </p:sp>
      <p:sp>
        <p:nvSpPr>
          <p:cNvPr id="21" name="矩形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53995" y="1610360"/>
            <a:ext cx="611124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{content_1}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3"/>
            </p:custDataLst>
          </p:nvPr>
        </p:nvSpPr>
        <p:spPr>
          <a:xfrm>
            <a:off x="890270" y="1386205"/>
            <a:ext cx="1612900" cy="874395"/>
          </a:xfrm>
          <a:custGeom>
            <a:avLst/>
            <a:gdLst>
              <a:gd name="connsiteX0" fmla="*/ 132768 w 1783925"/>
              <a:gd name="connsiteY0" fmla="*/ 326535 h 874230"/>
              <a:gd name="connsiteX1" fmla="*/ 1225844 w 1783925"/>
              <a:gd name="connsiteY1" fmla="*/ 347555 h 874230"/>
              <a:gd name="connsiteX2" fmla="*/ 1362478 w 1783925"/>
              <a:gd name="connsiteY2" fmla="*/ 714 h 874230"/>
              <a:gd name="connsiteX3" fmla="*/ 1782892 w 1783925"/>
              <a:gd name="connsiteY3" fmla="*/ 452659 h 874230"/>
              <a:gd name="connsiteX4" fmla="*/ 1478092 w 1783925"/>
              <a:gd name="connsiteY4" fmla="*/ 873072 h 874230"/>
              <a:gd name="connsiteX5" fmla="*/ 1372989 w 1783925"/>
              <a:gd name="connsiteY5" fmla="*/ 578783 h 874230"/>
              <a:gd name="connsiteX6" fmla="*/ 153789 w 1783925"/>
              <a:gd name="connsiteY6" fmla="*/ 610314 h 874230"/>
              <a:gd name="connsiteX7" fmla="*/ 132768 w 1783925"/>
              <a:gd name="connsiteY7" fmla="*/ 326535 h 874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83925" h="874230">
                <a:moveTo>
                  <a:pt x="132768" y="326535"/>
                </a:moveTo>
                <a:cubicBezTo>
                  <a:pt x="311444" y="282742"/>
                  <a:pt x="1020892" y="401859"/>
                  <a:pt x="1225844" y="347555"/>
                </a:cubicBezTo>
                <a:cubicBezTo>
                  <a:pt x="1430796" y="293251"/>
                  <a:pt x="1269637" y="-16803"/>
                  <a:pt x="1362478" y="714"/>
                </a:cubicBezTo>
                <a:cubicBezTo>
                  <a:pt x="1455319" y="18231"/>
                  <a:pt x="1763623" y="307266"/>
                  <a:pt x="1782892" y="452659"/>
                </a:cubicBezTo>
                <a:cubicBezTo>
                  <a:pt x="1802161" y="598052"/>
                  <a:pt x="1546409" y="852051"/>
                  <a:pt x="1478092" y="873072"/>
                </a:cubicBezTo>
                <a:cubicBezTo>
                  <a:pt x="1409775" y="894093"/>
                  <a:pt x="1593706" y="622576"/>
                  <a:pt x="1372989" y="578783"/>
                </a:cubicBezTo>
                <a:cubicBezTo>
                  <a:pt x="1152272" y="534990"/>
                  <a:pt x="356989" y="648852"/>
                  <a:pt x="153789" y="610314"/>
                </a:cubicBezTo>
                <a:cubicBezTo>
                  <a:pt x="-49411" y="571776"/>
                  <a:pt x="-45908" y="370328"/>
                  <a:pt x="132768" y="32653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/>
          <p:cNvSpPr/>
          <p:nvPr>
            <p:custDataLst>
              <p:tags r:id="rId4"/>
            </p:custDataLst>
          </p:nvPr>
        </p:nvSpPr>
        <p:spPr>
          <a:xfrm>
            <a:off x="221615" y="2546985"/>
            <a:ext cx="1863725" cy="874395"/>
          </a:xfrm>
          <a:custGeom>
            <a:avLst/>
            <a:gdLst>
              <a:gd name="connsiteX0" fmla="*/ 132768 w 1783925"/>
              <a:gd name="connsiteY0" fmla="*/ 326535 h 874230"/>
              <a:gd name="connsiteX1" fmla="*/ 1225844 w 1783925"/>
              <a:gd name="connsiteY1" fmla="*/ 347555 h 874230"/>
              <a:gd name="connsiteX2" fmla="*/ 1362478 w 1783925"/>
              <a:gd name="connsiteY2" fmla="*/ 714 h 874230"/>
              <a:gd name="connsiteX3" fmla="*/ 1782892 w 1783925"/>
              <a:gd name="connsiteY3" fmla="*/ 452659 h 874230"/>
              <a:gd name="connsiteX4" fmla="*/ 1478092 w 1783925"/>
              <a:gd name="connsiteY4" fmla="*/ 873072 h 874230"/>
              <a:gd name="connsiteX5" fmla="*/ 1372989 w 1783925"/>
              <a:gd name="connsiteY5" fmla="*/ 578783 h 874230"/>
              <a:gd name="connsiteX6" fmla="*/ 153789 w 1783925"/>
              <a:gd name="connsiteY6" fmla="*/ 610314 h 874230"/>
              <a:gd name="connsiteX7" fmla="*/ 132768 w 1783925"/>
              <a:gd name="connsiteY7" fmla="*/ 326535 h 874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83925" h="874230">
                <a:moveTo>
                  <a:pt x="132768" y="326535"/>
                </a:moveTo>
                <a:cubicBezTo>
                  <a:pt x="311444" y="282742"/>
                  <a:pt x="1020892" y="401859"/>
                  <a:pt x="1225844" y="347555"/>
                </a:cubicBezTo>
                <a:cubicBezTo>
                  <a:pt x="1430796" y="293251"/>
                  <a:pt x="1269637" y="-16803"/>
                  <a:pt x="1362478" y="714"/>
                </a:cubicBezTo>
                <a:cubicBezTo>
                  <a:pt x="1455319" y="18231"/>
                  <a:pt x="1763623" y="307266"/>
                  <a:pt x="1782892" y="452659"/>
                </a:cubicBezTo>
                <a:cubicBezTo>
                  <a:pt x="1802161" y="598052"/>
                  <a:pt x="1546409" y="852051"/>
                  <a:pt x="1478092" y="873072"/>
                </a:cubicBezTo>
                <a:cubicBezTo>
                  <a:pt x="1409775" y="894093"/>
                  <a:pt x="1593706" y="622576"/>
                  <a:pt x="1372989" y="578783"/>
                </a:cubicBezTo>
                <a:cubicBezTo>
                  <a:pt x="1152272" y="534990"/>
                  <a:pt x="356989" y="648852"/>
                  <a:pt x="153789" y="610314"/>
                </a:cubicBezTo>
                <a:cubicBezTo>
                  <a:pt x="-49411" y="571776"/>
                  <a:pt x="-45908" y="370328"/>
                  <a:pt x="132768" y="32653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>
            <p:custDataLst>
              <p:tags r:id="rId5"/>
            </p:custDataLst>
          </p:nvPr>
        </p:nvSpPr>
        <p:spPr>
          <a:xfrm>
            <a:off x="544195" y="3916045"/>
            <a:ext cx="2002790" cy="874395"/>
          </a:xfrm>
          <a:custGeom>
            <a:avLst/>
            <a:gdLst>
              <a:gd name="connsiteX0" fmla="*/ 132768 w 1783925"/>
              <a:gd name="connsiteY0" fmla="*/ 326535 h 874230"/>
              <a:gd name="connsiteX1" fmla="*/ 1225844 w 1783925"/>
              <a:gd name="connsiteY1" fmla="*/ 347555 h 874230"/>
              <a:gd name="connsiteX2" fmla="*/ 1362478 w 1783925"/>
              <a:gd name="connsiteY2" fmla="*/ 714 h 874230"/>
              <a:gd name="connsiteX3" fmla="*/ 1782892 w 1783925"/>
              <a:gd name="connsiteY3" fmla="*/ 452659 h 874230"/>
              <a:gd name="connsiteX4" fmla="*/ 1478092 w 1783925"/>
              <a:gd name="connsiteY4" fmla="*/ 873072 h 874230"/>
              <a:gd name="connsiteX5" fmla="*/ 1372989 w 1783925"/>
              <a:gd name="connsiteY5" fmla="*/ 578783 h 874230"/>
              <a:gd name="connsiteX6" fmla="*/ 153789 w 1783925"/>
              <a:gd name="connsiteY6" fmla="*/ 610314 h 874230"/>
              <a:gd name="connsiteX7" fmla="*/ 132768 w 1783925"/>
              <a:gd name="connsiteY7" fmla="*/ 326535 h 874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83925" h="874230">
                <a:moveTo>
                  <a:pt x="132768" y="326535"/>
                </a:moveTo>
                <a:cubicBezTo>
                  <a:pt x="311444" y="282742"/>
                  <a:pt x="1020892" y="401859"/>
                  <a:pt x="1225844" y="347555"/>
                </a:cubicBezTo>
                <a:cubicBezTo>
                  <a:pt x="1430796" y="293251"/>
                  <a:pt x="1269637" y="-16803"/>
                  <a:pt x="1362478" y="714"/>
                </a:cubicBezTo>
                <a:cubicBezTo>
                  <a:pt x="1455319" y="18231"/>
                  <a:pt x="1763623" y="307266"/>
                  <a:pt x="1782892" y="452659"/>
                </a:cubicBezTo>
                <a:cubicBezTo>
                  <a:pt x="1802161" y="598052"/>
                  <a:pt x="1546409" y="852051"/>
                  <a:pt x="1478092" y="873072"/>
                </a:cubicBezTo>
                <a:cubicBezTo>
                  <a:pt x="1409775" y="894093"/>
                  <a:pt x="1593706" y="622576"/>
                  <a:pt x="1372989" y="578783"/>
                </a:cubicBezTo>
                <a:cubicBezTo>
                  <a:pt x="1152272" y="534990"/>
                  <a:pt x="356989" y="648852"/>
                  <a:pt x="153789" y="610314"/>
                </a:cubicBezTo>
                <a:cubicBezTo>
                  <a:pt x="-49411" y="571776"/>
                  <a:pt x="-45908" y="370328"/>
                  <a:pt x="132768" y="32653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TextBox 25"/>
          <p:cNvSpPr txBox="1"/>
          <p:nvPr>
            <p:custDataLst>
              <p:tags r:id="rId6"/>
            </p:custDataLst>
          </p:nvPr>
        </p:nvSpPr>
        <p:spPr>
          <a:xfrm>
            <a:off x="2026027" y="1508807"/>
            <a:ext cx="43204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chemeClr val="accent4"/>
                </a:solidFill>
                <a:latin typeface="等线" panose="02010600030101010101" charset="-122"/>
              </a:rPr>
              <a:t>1</a:t>
            </a:r>
            <a:endParaRPr lang="en-US" altLang="zh-CN" sz="3200" dirty="0">
              <a:solidFill>
                <a:schemeClr val="accent4"/>
              </a:solidFill>
              <a:latin typeface="等线" panose="02010600030101010101" charset="-122"/>
            </a:endParaRPr>
          </a:p>
        </p:txBody>
      </p:sp>
      <p:sp>
        <p:nvSpPr>
          <p:cNvPr id="35" name="TextBox 29"/>
          <p:cNvSpPr txBox="1"/>
          <p:nvPr>
            <p:custDataLst>
              <p:tags r:id="rId7"/>
            </p:custDataLst>
          </p:nvPr>
        </p:nvSpPr>
        <p:spPr>
          <a:xfrm>
            <a:off x="1601754" y="2645818"/>
            <a:ext cx="43204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chemeClr val="accent4"/>
                </a:solidFill>
                <a:latin typeface="等线" panose="02010600030101010101" charset="-122"/>
              </a:rPr>
              <a:t>2</a:t>
            </a:r>
            <a:endParaRPr lang="en-US" altLang="zh-CN" sz="3200" dirty="0">
              <a:solidFill>
                <a:schemeClr val="accent4"/>
              </a:solidFill>
              <a:latin typeface="等线" panose="02010600030101010101" charset="-122"/>
            </a:endParaRPr>
          </a:p>
        </p:txBody>
      </p:sp>
      <p:sp>
        <p:nvSpPr>
          <p:cNvPr id="36" name="TextBox 33"/>
          <p:cNvSpPr txBox="1"/>
          <p:nvPr>
            <p:custDataLst>
              <p:tags r:id="rId8"/>
            </p:custDataLst>
          </p:nvPr>
        </p:nvSpPr>
        <p:spPr>
          <a:xfrm>
            <a:off x="2065832" y="4049615"/>
            <a:ext cx="43204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chemeClr val="accent4"/>
                </a:solidFill>
                <a:latin typeface="等线" panose="02010600030101010101" charset="-122"/>
              </a:rPr>
              <a:t>3</a:t>
            </a:r>
            <a:endParaRPr lang="en-US" altLang="zh-CN" sz="3200" dirty="0">
              <a:solidFill>
                <a:schemeClr val="accent4"/>
              </a:solidFill>
              <a:latin typeface="等线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5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5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26945" y="2649855"/>
            <a:ext cx="513969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{desc_2}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3" name="矩形 1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211705" y="3008630"/>
            <a:ext cx="671703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{content_2}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矩形 50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747010" y="3867785"/>
            <a:ext cx="426593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accent2"/>
                </a:solidFill>
                <a:sym typeface="+mn-ea"/>
              </a:rPr>
              <a:t>{desc_3}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矩形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731770" y="4226560"/>
            <a:ext cx="613791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{content_3}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186" name="组合 185"/>
          <p:cNvGrpSpPr/>
          <p:nvPr>
            <p:custDataLst>
              <p:tags r:id="rId13"/>
            </p:custDataLst>
          </p:nvPr>
        </p:nvGrpSpPr>
        <p:grpSpPr>
          <a:xfrm flipH="1">
            <a:off x="218616" y="919682"/>
            <a:ext cx="514664" cy="981102"/>
            <a:chOff x="7313614" y="5424488"/>
            <a:chExt cx="363538" cy="641350"/>
          </a:xfrm>
          <a:solidFill>
            <a:srgbClr val="114196"/>
          </a:solidFill>
        </p:grpSpPr>
        <p:sp>
          <p:nvSpPr>
            <p:cNvPr id="187" name="Freeform 1842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7394577" y="5473701"/>
              <a:ext cx="217488" cy="217488"/>
            </a:xfrm>
            <a:custGeom>
              <a:avLst/>
              <a:gdLst>
                <a:gd name="T0" fmla="*/ 0 w 125"/>
                <a:gd name="T1" fmla="*/ 62 h 125"/>
                <a:gd name="T2" fmla="*/ 63 w 125"/>
                <a:gd name="T3" fmla="*/ 0 h 125"/>
                <a:gd name="T4" fmla="*/ 63 w 125"/>
                <a:gd name="T5" fmla="*/ 0 h 125"/>
                <a:gd name="T6" fmla="*/ 125 w 125"/>
                <a:gd name="T7" fmla="*/ 62 h 125"/>
                <a:gd name="T8" fmla="*/ 125 w 125"/>
                <a:gd name="T9" fmla="*/ 62 h 125"/>
                <a:gd name="T10" fmla="*/ 63 w 125"/>
                <a:gd name="T11" fmla="*/ 125 h 125"/>
                <a:gd name="T12" fmla="*/ 63 w 125"/>
                <a:gd name="T13" fmla="*/ 125 h 125"/>
                <a:gd name="T14" fmla="*/ 0 w 125"/>
                <a:gd name="T15" fmla="*/ 62 h 125"/>
                <a:gd name="T16" fmla="*/ 4 w 125"/>
                <a:gd name="T17" fmla="*/ 62 h 125"/>
                <a:gd name="T18" fmla="*/ 63 w 125"/>
                <a:gd name="T19" fmla="*/ 121 h 125"/>
                <a:gd name="T20" fmla="*/ 63 w 125"/>
                <a:gd name="T21" fmla="*/ 121 h 125"/>
                <a:gd name="T22" fmla="*/ 121 w 125"/>
                <a:gd name="T23" fmla="*/ 62 h 125"/>
                <a:gd name="T24" fmla="*/ 121 w 125"/>
                <a:gd name="T25" fmla="*/ 62 h 125"/>
                <a:gd name="T26" fmla="*/ 63 w 125"/>
                <a:gd name="T27" fmla="*/ 4 h 125"/>
                <a:gd name="T28" fmla="*/ 63 w 125"/>
                <a:gd name="T29" fmla="*/ 4 h 125"/>
                <a:gd name="T30" fmla="*/ 4 w 125"/>
                <a:gd name="T3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7"/>
                    <a:pt x="97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28" y="125"/>
                    <a:pt x="0" y="97"/>
                    <a:pt x="0" y="62"/>
                  </a:cubicBezTo>
                  <a:close/>
                  <a:moveTo>
                    <a:pt x="4" y="62"/>
                  </a:moveTo>
                  <a:cubicBezTo>
                    <a:pt x="4" y="95"/>
                    <a:pt x="30" y="121"/>
                    <a:pt x="63" y="121"/>
                  </a:cubicBezTo>
                  <a:cubicBezTo>
                    <a:pt x="63" y="121"/>
                    <a:pt x="63" y="121"/>
                    <a:pt x="63" y="121"/>
                  </a:cubicBezTo>
                  <a:cubicBezTo>
                    <a:pt x="95" y="121"/>
                    <a:pt x="121" y="95"/>
                    <a:pt x="121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30"/>
                    <a:pt x="95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30" y="4"/>
                    <a:pt x="4" y="30"/>
                    <a:pt x="4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" name="Freeform 1843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7391402" y="5470526"/>
              <a:ext cx="225425" cy="223838"/>
            </a:xfrm>
            <a:custGeom>
              <a:avLst/>
              <a:gdLst>
                <a:gd name="T0" fmla="*/ 0 w 129"/>
                <a:gd name="T1" fmla="*/ 64 h 129"/>
                <a:gd name="T2" fmla="*/ 65 w 129"/>
                <a:gd name="T3" fmla="*/ 0 h 129"/>
                <a:gd name="T4" fmla="*/ 65 w 129"/>
                <a:gd name="T5" fmla="*/ 0 h 129"/>
                <a:gd name="T6" fmla="*/ 129 w 129"/>
                <a:gd name="T7" fmla="*/ 64 h 129"/>
                <a:gd name="T8" fmla="*/ 129 w 129"/>
                <a:gd name="T9" fmla="*/ 64 h 129"/>
                <a:gd name="T10" fmla="*/ 65 w 129"/>
                <a:gd name="T11" fmla="*/ 129 h 129"/>
                <a:gd name="T12" fmla="*/ 65 w 129"/>
                <a:gd name="T13" fmla="*/ 129 h 129"/>
                <a:gd name="T14" fmla="*/ 0 w 129"/>
                <a:gd name="T15" fmla="*/ 64 h 129"/>
                <a:gd name="T16" fmla="*/ 125 w 129"/>
                <a:gd name="T17" fmla="*/ 64 h 129"/>
                <a:gd name="T18" fmla="*/ 69 w 129"/>
                <a:gd name="T19" fmla="*/ 125 h 129"/>
                <a:gd name="T20" fmla="*/ 69 w 129"/>
                <a:gd name="T21" fmla="*/ 125 h 129"/>
                <a:gd name="T22" fmla="*/ 125 w 129"/>
                <a:gd name="T23" fmla="*/ 64 h 129"/>
                <a:gd name="T24" fmla="*/ 125 w 129"/>
                <a:gd name="T25" fmla="*/ 64 h 129"/>
                <a:gd name="T26" fmla="*/ 65 w 129"/>
                <a:gd name="T27" fmla="*/ 4 h 129"/>
                <a:gd name="T28" fmla="*/ 65 w 129"/>
                <a:gd name="T29" fmla="*/ 4 h 129"/>
                <a:gd name="T30" fmla="*/ 125 w 129"/>
                <a:gd name="T31" fmla="*/ 64 h 129"/>
                <a:gd name="T32" fmla="*/ 65 w 129"/>
                <a:gd name="T33" fmla="*/ 121 h 129"/>
                <a:gd name="T34" fmla="*/ 121 w 129"/>
                <a:gd name="T35" fmla="*/ 64 h 129"/>
                <a:gd name="T36" fmla="*/ 121 w 129"/>
                <a:gd name="T37" fmla="*/ 64 h 129"/>
                <a:gd name="T38" fmla="*/ 65 w 129"/>
                <a:gd name="T39" fmla="*/ 8 h 129"/>
                <a:gd name="T40" fmla="*/ 65 w 129"/>
                <a:gd name="T41" fmla="*/ 8 h 129"/>
                <a:gd name="T42" fmla="*/ 8 w 129"/>
                <a:gd name="T43" fmla="*/ 64 h 129"/>
                <a:gd name="T44" fmla="*/ 8 w 129"/>
                <a:gd name="T45" fmla="*/ 64 h 129"/>
                <a:gd name="T46" fmla="*/ 65 w 129"/>
                <a:gd name="T47" fmla="*/ 121 h 129"/>
                <a:gd name="T48" fmla="*/ 22 w 129"/>
                <a:gd name="T49" fmla="*/ 22 h 129"/>
                <a:gd name="T50" fmla="*/ 63 w 129"/>
                <a:gd name="T51" fmla="*/ 4 h 129"/>
                <a:gd name="T52" fmla="*/ 63 w 129"/>
                <a:gd name="T53" fmla="*/ 4 h 129"/>
                <a:gd name="T54" fmla="*/ 22 w 129"/>
                <a:gd name="T55" fmla="*/ 2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" h="129">
                  <a:moveTo>
                    <a:pt x="0" y="64"/>
                  </a:moveTo>
                  <a:cubicBezTo>
                    <a:pt x="0" y="29"/>
                    <a:pt x="29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29" y="100"/>
                    <a:pt x="100" y="129"/>
                    <a:pt x="65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29" y="129"/>
                    <a:pt x="0" y="100"/>
                    <a:pt x="0" y="64"/>
                  </a:cubicBezTo>
                  <a:close/>
                  <a:moveTo>
                    <a:pt x="125" y="64"/>
                  </a:moveTo>
                  <a:cubicBezTo>
                    <a:pt x="125" y="96"/>
                    <a:pt x="100" y="122"/>
                    <a:pt x="69" y="125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100" y="122"/>
                    <a:pt x="125" y="96"/>
                    <a:pt x="125" y="64"/>
                  </a:cubicBezTo>
                  <a:cubicBezTo>
                    <a:pt x="125" y="64"/>
                    <a:pt x="125" y="64"/>
                    <a:pt x="125" y="64"/>
                  </a:cubicBezTo>
                  <a:cubicBezTo>
                    <a:pt x="125" y="31"/>
                    <a:pt x="98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98" y="4"/>
                    <a:pt x="125" y="31"/>
                    <a:pt x="125" y="64"/>
                  </a:cubicBezTo>
                  <a:close/>
                  <a:moveTo>
                    <a:pt x="65" y="121"/>
                  </a:moveTo>
                  <a:cubicBezTo>
                    <a:pt x="96" y="121"/>
                    <a:pt x="121" y="95"/>
                    <a:pt x="121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1" y="33"/>
                    <a:pt x="96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33" y="8"/>
                    <a:pt x="8" y="33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95"/>
                    <a:pt x="33" y="121"/>
                    <a:pt x="65" y="121"/>
                  </a:cubicBezTo>
                  <a:close/>
                  <a:moveTo>
                    <a:pt x="22" y="22"/>
                  </a:moveTo>
                  <a:cubicBezTo>
                    <a:pt x="33" y="11"/>
                    <a:pt x="47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47" y="4"/>
                    <a:pt x="33" y="11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" name="Freeform 1844"/>
            <p:cNvSpPr/>
            <p:nvPr>
              <p:custDataLst>
                <p:tags r:id="rId16"/>
              </p:custDataLst>
            </p:nvPr>
          </p:nvSpPr>
          <p:spPr bwMode="auto">
            <a:xfrm>
              <a:off x="7377114" y="5583238"/>
              <a:ext cx="22225" cy="19050"/>
            </a:xfrm>
            <a:custGeom>
              <a:avLst/>
              <a:gdLst>
                <a:gd name="T0" fmla="*/ 0 w 14"/>
                <a:gd name="T1" fmla="*/ 8 h 12"/>
                <a:gd name="T2" fmla="*/ 12 w 14"/>
                <a:gd name="T3" fmla="*/ 0 h 12"/>
                <a:gd name="T4" fmla="*/ 14 w 14"/>
                <a:gd name="T5" fmla="*/ 4 h 12"/>
                <a:gd name="T6" fmla="*/ 2 w 14"/>
                <a:gd name="T7" fmla="*/ 12 h 12"/>
                <a:gd name="T8" fmla="*/ 0 w 14"/>
                <a:gd name="T9" fmla="*/ 8 h 12"/>
                <a:gd name="T10" fmla="*/ 0 w 14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2">
                  <a:moveTo>
                    <a:pt x="0" y="8"/>
                  </a:moveTo>
                  <a:lnTo>
                    <a:pt x="12" y="0"/>
                  </a:lnTo>
                  <a:lnTo>
                    <a:pt x="14" y="4"/>
                  </a:lnTo>
                  <a:lnTo>
                    <a:pt x="2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" name="Freeform 1845"/>
            <p:cNvSpPr/>
            <p:nvPr>
              <p:custDataLst>
                <p:tags r:id="rId17"/>
              </p:custDataLst>
            </p:nvPr>
          </p:nvSpPr>
          <p:spPr bwMode="auto">
            <a:xfrm>
              <a:off x="7372352" y="5580063"/>
              <a:ext cx="33338" cy="25400"/>
            </a:xfrm>
            <a:custGeom>
              <a:avLst/>
              <a:gdLst>
                <a:gd name="T0" fmla="*/ 1 w 21"/>
                <a:gd name="T1" fmla="*/ 11 h 16"/>
                <a:gd name="T2" fmla="*/ 3 w 21"/>
                <a:gd name="T3" fmla="*/ 10 h 16"/>
                <a:gd name="T4" fmla="*/ 4 w 21"/>
                <a:gd name="T5" fmla="*/ 12 h 16"/>
                <a:gd name="T6" fmla="*/ 3 w 21"/>
                <a:gd name="T7" fmla="*/ 10 h 16"/>
                <a:gd name="T8" fmla="*/ 1 w 21"/>
                <a:gd name="T9" fmla="*/ 11 h 16"/>
                <a:gd name="T10" fmla="*/ 0 w 21"/>
                <a:gd name="T11" fmla="*/ 9 h 16"/>
                <a:gd name="T12" fmla="*/ 16 w 21"/>
                <a:gd name="T13" fmla="*/ 0 h 16"/>
                <a:gd name="T14" fmla="*/ 21 w 21"/>
                <a:gd name="T15" fmla="*/ 8 h 16"/>
                <a:gd name="T16" fmla="*/ 4 w 21"/>
                <a:gd name="T17" fmla="*/ 16 h 16"/>
                <a:gd name="T18" fmla="*/ 1 w 21"/>
                <a:gd name="T19" fmla="*/ 11 h 16"/>
                <a:gd name="T20" fmla="*/ 1 w 21"/>
                <a:gd name="T21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6">
                  <a:moveTo>
                    <a:pt x="1" y="11"/>
                  </a:moveTo>
                  <a:lnTo>
                    <a:pt x="3" y="10"/>
                  </a:lnTo>
                  <a:lnTo>
                    <a:pt x="4" y="12"/>
                  </a:lnTo>
                  <a:lnTo>
                    <a:pt x="3" y="10"/>
                  </a:lnTo>
                  <a:lnTo>
                    <a:pt x="1" y="11"/>
                  </a:lnTo>
                  <a:lnTo>
                    <a:pt x="0" y="9"/>
                  </a:lnTo>
                  <a:lnTo>
                    <a:pt x="16" y="0"/>
                  </a:lnTo>
                  <a:lnTo>
                    <a:pt x="21" y="8"/>
                  </a:lnTo>
                  <a:lnTo>
                    <a:pt x="4" y="16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" name="Freeform 1846"/>
            <p:cNvSpPr/>
            <p:nvPr>
              <p:custDataLst>
                <p:tags r:id="rId18"/>
              </p:custDataLst>
            </p:nvPr>
          </p:nvSpPr>
          <p:spPr bwMode="auto">
            <a:xfrm>
              <a:off x="7413627" y="5589588"/>
              <a:ext cx="84138" cy="58738"/>
            </a:xfrm>
            <a:custGeom>
              <a:avLst/>
              <a:gdLst>
                <a:gd name="T0" fmla="*/ 0 w 48"/>
                <a:gd name="T1" fmla="*/ 30 h 33"/>
                <a:gd name="T2" fmla="*/ 0 w 48"/>
                <a:gd name="T3" fmla="*/ 30 h 33"/>
                <a:gd name="T4" fmla="*/ 2 w 48"/>
                <a:gd name="T5" fmla="*/ 26 h 33"/>
                <a:gd name="T6" fmla="*/ 5 w 48"/>
                <a:gd name="T7" fmla="*/ 28 h 33"/>
                <a:gd name="T8" fmla="*/ 5 w 48"/>
                <a:gd name="T9" fmla="*/ 28 h 33"/>
                <a:gd name="T10" fmla="*/ 13 w 48"/>
                <a:gd name="T11" fmla="*/ 29 h 33"/>
                <a:gd name="T12" fmla="*/ 13 w 48"/>
                <a:gd name="T13" fmla="*/ 29 h 33"/>
                <a:gd name="T14" fmla="*/ 23 w 48"/>
                <a:gd name="T15" fmla="*/ 26 h 33"/>
                <a:gd name="T16" fmla="*/ 23 w 48"/>
                <a:gd name="T17" fmla="*/ 26 h 33"/>
                <a:gd name="T18" fmla="*/ 37 w 48"/>
                <a:gd name="T19" fmla="*/ 11 h 33"/>
                <a:gd name="T20" fmla="*/ 37 w 48"/>
                <a:gd name="T21" fmla="*/ 11 h 33"/>
                <a:gd name="T22" fmla="*/ 44 w 48"/>
                <a:gd name="T23" fmla="*/ 0 h 33"/>
                <a:gd name="T24" fmla="*/ 44 w 48"/>
                <a:gd name="T25" fmla="*/ 0 h 33"/>
                <a:gd name="T26" fmla="*/ 48 w 48"/>
                <a:gd name="T27" fmla="*/ 3 h 33"/>
                <a:gd name="T28" fmla="*/ 25 w 48"/>
                <a:gd name="T29" fmla="*/ 30 h 33"/>
                <a:gd name="T30" fmla="*/ 25 w 48"/>
                <a:gd name="T31" fmla="*/ 30 h 33"/>
                <a:gd name="T32" fmla="*/ 13 w 48"/>
                <a:gd name="T33" fmla="*/ 33 h 33"/>
                <a:gd name="T34" fmla="*/ 13 w 48"/>
                <a:gd name="T35" fmla="*/ 33 h 33"/>
                <a:gd name="T36" fmla="*/ 0 w 48"/>
                <a:gd name="T3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28"/>
                    <a:pt x="10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7" y="29"/>
                    <a:pt x="20" y="28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23"/>
                    <a:pt x="33" y="17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1" y="5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35" y="22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1" y="32"/>
                    <a:pt x="17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6" y="33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" name="Freeform 1847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7410452" y="5586413"/>
              <a:ext cx="92075" cy="65088"/>
            </a:xfrm>
            <a:custGeom>
              <a:avLst/>
              <a:gdLst>
                <a:gd name="T0" fmla="*/ 1 w 53"/>
                <a:gd name="T1" fmla="*/ 33 h 37"/>
                <a:gd name="T2" fmla="*/ 0 w 53"/>
                <a:gd name="T3" fmla="*/ 31 h 37"/>
                <a:gd name="T4" fmla="*/ 2 w 53"/>
                <a:gd name="T5" fmla="*/ 27 h 37"/>
                <a:gd name="T6" fmla="*/ 4 w 53"/>
                <a:gd name="T7" fmla="*/ 26 h 37"/>
                <a:gd name="T8" fmla="*/ 4 w 53"/>
                <a:gd name="T9" fmla="*/ 26 h 37"/>
                <a:gd name="T10" fmla="*/ 4 w 53"/>
                <a:gd name="T11" fmla="*/ 26 h 37"/>
                <a:gd name="T12" fmla="*/ 4 w 53"/>
                <a:gd name="T13" fmla="*/ 26 h 37"/>
                <a:gd name="T14" fmla="*/ 5 w 53"/>
                <a:gd name="T15" fmla="*/ 26 h 37"/>
                <a:gd name="T16" fmla="*/ 5 w 53"/>
                <a:gd name="T17" fmla="*/ 26 h 37"/>
                <a:gd name="T18" fmla="*/ 5 w 53"/>
                <a:gd name="T19" fmla="*/ 27 h 37"/>
                <a:gd name="T20" fmla="*/ 8 w 53"/>
                <a:gd name="T21" fmla="*/ 28 h 37"/>
                <a:gd name="T22" fmla="*/ 15 w 53"/>
                <a:gd name="T23" fmla="*/ 29 h 37"/>
                <a:gd name="T24" fmla="*/ 15 w 53"/>
                <a:gd name="T25" fmla="*/ 29 h 37"/>
                <a:gd name="T26" fmla="*/ 16 w 53"/>
                <a:gd name="T27" fmla="*/ 29 h 37"/>
                <a:gd name="T28" fmla="*/ 24 w 53"/>
                <a:gd name="T29" fmla="*/ 27 h 37"/>
                <a:gd name="T30" fmla="*/ 37 w 53"/>
                <a:gd name="T31" fmla="*/ 12 h 37"/>
                <a:gd name="T32" fmla="*/ 45 w 53"/>
                <a:gd name="T33" fmla="*/ 1 h 37"/>
                <a:gd name="T34" fmla="*/ 45 w 53"/>
                <a:gd name="T35" fmla="*/ 1 h 37"/>
                <a:gd name="T36" fmla="*/ 53 w 53"/>
                <a:gd name="T37" fmla="*/ 4 h 37"/>
                <a:gd name="T38" fmla="*/ 51 w 53"/>
                <a:gd name="T39" fmla="*/ 6 h 37"/>
                <a:gd name="T40" fmla="*/ 51 w 53"/>
                <a:gd name="T41" fmla="*/ 7 h 37"/>
                <a:gd name="T42" fmla="*/ 49 w 53"/>
                <a:gd name="T43" fmla="*/ 9 h 37"/>
                <a:gd name="T44" fmla="*/ 44 w 53"/>
                <a:gd name="T45" fmla="*/ 17 h 37"/>
                <a:gd name="T46" fmla="*/ 28 w 53"/>
                <a:gd name="T47" fmla="*/ 33 h 37"/>
                <a:gd name="T48" fmla="*/ 15 w 53"/>
                <a:gd name="T49" fmla="*/ 37 h 37"/>
                <a:gd name="T50" fmla="*/ 1 w 53"/>
                <a:gd name="T51" fmla="*/ 34 h 37"/>
                <a:gd name="T52" fmla="*/ 2 w 53"/>
                <a:gd name="T53" fmla="*/ 32 h 37"/>
                <a:gd name="T54" fmla="*/ 15 w 53"/>
                <a:gd name="T55" fmla="*/ 33 h 37"/>
                <a:gd name="T56" fmla="*/ 22 w 53"/>
                <a:gd name="T57" fmla="*/ 32 h 37"/>
                <a:gd name="T58" fmla="*/ 15 w 53"/>
                <a:gd name="T59" fmla="*/ 33 h 37"/>
                <a:gd name="T60" fmla="*/ 15 w 53"/>
                <a:gd name="T61" fmla="*/ 33 h 37"/>
                <a:gd name="T62" fmla="*/ 14 w 53"/>
                <a:gd name="T63" fmla="*/ 33 h 37"/>
                <a:gd name="T64" fmla="*/ 11 w 53"/>
                <a:gd name="T65" fmla="*/ 32 h 37"/>
                <a:gd name="T66" fmla="*/ 7 w 53"/>
                <a:gd name="T67" fmla="*/ 31 h 37"/>
                <a:gd name="T68" fmla="*/ 5 w 53"/>
                <a:gd name="T69" fmla="*/ 31 h 37"/>
                <a:gd name="T70" fmla="*/ 11 w 53"/>
                <a:gd name="T71" fmla="*/ 32 h 37"/>
                <a:gd name="T72" fmla="*/ 22 w 53"/>
                <a:gd name="T73" fmla="*/ 32 h 37"/>
                <a:gd name="T74" fmla="*/ 22 w 53"/>
                <a:gd name="T75" fmla="*/ 32 h 37"/>
                <a:gd name="T76" fmla="*/ 3 w 53"/>
                <a:gd name="T77" fmla="*/ 30 h 37"/>
                <a:gd name="T78" fmla="*/ 3 w 53"/>
                <a:gd name="T79" fmla="*/ 30 h 37"/>
                <a:gd name="T80" fmla="*/ 3 w 53"/>
                <a:gd name="T81" fmla="*/ 30 h 37"/>
                <a:gd name="T82" fmla="*/ 3 w 53"/>
                <a:gd name="T83" fmla="*/ 30 h 37"/>
                <a:gd name="T84" fmla="*/ 2 w 53"/>
                <a:gd name="T85" fmla="*/ 29 h 37"/>
                <a:gd name="T86" fmla="*/ 2 w 53"/>
                <a:gd name="T87" fmla="*/ 29 h 37"/>
                <a:gd name="T88" fmla="*/ 41 w 53"/>
                <a:gd name="T89" fmla="*/ 14 h 37"/>
                <a:gd name="T90" fmla="*/ 39 w 53"/>
                <a:gd name="T91" fmla="*/ 17 h 37"/>
                <a:gd name="T92" fmla="*/ 46 w 53"/>
                <a:gd name="T9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" h="37">
                  <a:moveTo>
                    <a:pt x="1" y="34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7" y="27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3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8" y="29"/>
                    <a:pt x="21" y="28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8" y="24"/>
                    <a:pt x="33" y="17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42" y="6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7"/>
                    <a:pt x="50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6" y="14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9" y="22"/>
                    <a:pt x="34" y="29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4" y="36"/>
                    <a:pt x="19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" y="37"/>
                    <a:pt x="2" y="34"/>
                    <a:pt x="1" y="34"/>
                  </a:cubicBezTo>
                  <a:close/>
                  <a:moveTo>
                    <a:pt x="1" y="34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" y="34"/>
                    <a:pt x="1" y="34"/>
                    <a:pt x="1" y="34"/>
                  </a:cubicBezTo>
                  <a:close/>
                  <a:moveTo>
                    <a:pt x="15" y="33"/>
                  </a:moveTo>
                  <a:cubicBezTo>
                    <a:pt x="17" y="33"/>
                    <a:pt x="20" y="33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0" y="33"/>
                    <a:pt x="17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lose/>
                  <a:moveTo>
                    <a:pt x="11" y="32"/>
                  </a:moveTo>
                  <a:cubicBezTo>
                    <a:pt x="9" y="32"/>
                    <a:pt x="8" y="32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1"/>
                    <a:pt x="8" y="32"/>
                    <a:pt x="11" y="32"/>
                  </a:cubicBez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3" y="30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lose/>
                  <a:moveTo>
                    <a:pt x="2" y="29"/>
                  </a:move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lose/>
                  <a:moveTo>
                    <a:pt x="41" y="14"/>
                  </a:moveTo>
                  <a:cubicBezTo>
                    <a:pt x="40" y="15"/>
                    <a:pt x="39" y="16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1" y="13"/>
                    <a:pt x="44" y="10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4" y="9"/>
                    <a:pt x="43" y="11"/>
                    <a:pt x="4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" name="Freeform 1848"/>
            <p:cNvSpPr/>
            <p:nvPr>
              <p:custDataLst>
                <p:tags r:id="rId20"/>
              </p:custDataLst>
            </p:nvPr>
          </p:nvSpPr>
          <p:spPr bwMode="auto">
            <a:xfrm>
              <a:off x="7483477" y="5580063"/>
              <a:ext cx="17463" cy="15875"/>
            </a:xfrm>
            <a:custGeom>
              <a:avLst/>
              <a:gdLst>
                <a:gd name="T0" fmla="*/ 0 w 11"/>
                <a:gd name="T1" fmla="*/ 3 h 10"/>
                <a:gd name="T2" fmla="*/ 3 w 11"/>
                <a:gd name="T3" fmla="*/ 0 h 10"/>
                <a:gd name="T4" fmla="*/ 11 w 11"/>
                <a:gd name="T5" fmla="*/ 6 h 10"/>
                <a:gd name="T6" fmla="*/ 8 w 11"/>
                <a:gd name="T7" fmla="*/ 10 h 10"/>
                <a:gd name="T8" fmla="*/ 0 w 11"/>
                <a:gd name="T9" fmla="*/ 3 h 10"/>
                <a:gd name="T10" fmla="*/ 0 w 11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0" y="3"/>
                  </a:moveTo>
                  <a:lnTo>
                    <a:pt x="3" y="0"/>
                  </a:lnTo>
                  <a:lnTo>
                    <a:pt x="11" y="6"/>
                  </a:lnTo>
                  <a:lnTo>
                    <a:pt x="8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" name="Freeform 1849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7478714" y="5575301"/>
              <a:ext cx="26988" cy="25400"/>
            </a:xfrm>
            <a:custGeom>
              <a:avLst/>
              <a:gdLst>
                <a:gd name="T0" fmla="*/ 2 w 17"/>
                <a:gd name="T1" fmla="*/ 7 h 16"/>
                <a:gd name="T2" fmla="*/ 3 w 17"/>
                <a:gd name="T3" fmla="*/ 6 h 16"/>
                <a:gd name="T4" fmla="*/ 5 w 17"/>
                <a:gd name="T5" fmla="*/ 7 h 16"/>
                <a:gd name="T6" fmla="*/ 3 w 17"/>
                <a:gd name="T7" fmla="*/ 6 h 16"/>
                <a:gd name="T8" fmla="*/ 2 w 17"/>
                <a:gd name="T9" fmla="*/ 7 h 16"/>
                <a:gd name="T10" fmla="*/ 0 w 17"/>
                <a:gd name="T11" fmla="*/ 6 h 16"/>
                <a:gd name="T12" fmla="*/ 6 w 17"/>
                <a:gd name="T13" fmla="*/ 0 h 16"/>
                <a:gd name="T14" fmla="*/ 17 w 17"/>
                <a:gd name="T15" fmla="*/ 9 h 16"/>
                <a:gd name="T16" fmla="*/ 11 w 17"/>
                <a:gd name="T17" fmla="*/ 16 h 16"/>
                <a:gd name="T18" fmla="*/ 2 w 17"/>
                <a:gd name="T19" fmla="*/ 7 h 16"/>
                <a:gd name="T20" fmla="*/ 2 w 17"/>
                <a:gd name="T21" fmla="*/ 7 h 16"/>
                <a:gd name="T22" fmla="*/ 11 w 17"/>
                <a:gd name="T23" fmla="*/ 11 h 16"/>
                <a:gd name="T24" fmla="*/ 11 w 17"/>
                <a:gd name="T25" fmla="*/ 11 h 16"/>
                <a:gd name="T26" fmla="*/ 8 w 17"/>
                <a:gd name="T27" fmla="*/ 6 h 16"/>
                <a:gd name="T28" fmla="*/ 11 w 17"/>
                <a:gd name="T29" fmla="*/ 11 h 16"/>
                <a:gd name="T30" fmla="*/ 11 w 17"/>
                <a:gd name="T31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6">
                  <a:moveTo>
                    <a:pt x="2" y="7"/>
                  </a:moveTo>
                  <a:lnTo>
                    <a:pt x="3" y="6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7"/>
                  </a:lnTo>
                  <a:lnTo>
                    <a:pt x="0" y="6"/>
                  </a:lnTo>
                  <a:lnTo>
                    <a:pt x="6" y="0"/>
                  </a:lnTo>
                  <a:lnTo>
                    <a:pt x="17" y="9"/>
                  </a:lnTo>
                  <a:lnTo>
                    <a:pt x="11" y="16"/>
                  </a:lnTo>
                  <a:lnTo>
                    <a:pt x="2" y="7"/>
                  </a:lnTo>
                  <a:lnTo>
                    <a:pt x="2" y="7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8" y="6"/>
                  </a:lnTo>
                  <a:lnTo>
                    <a:pt x="11" y="11"/>
                  </a:lnTo>
                  <a:lnTo>
                    <a:pt x="1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" name="Freeform 1850"/>
            <p:cNvSpPr/>
            <p:nvPr>
              <p:custDataLst>
                <p:tags r:id="rId22"/>
              </p:custDataLst>
            </p:nvPr>
          </p:nvSpPr>
          <p:spPr bwMode="auto">
            <a:xfrm>
              <a:off x="7410452" y="5438776"/>
              <a:ext cx="36513" cy="58738"/>
            </a:xfrm>
            <a:custGeom>
              <a:avLst/>
              <a:gdLst>
                <a:gd name="T0" fmla="*/ 10 w 21"/>
                <a:gd name="T1" fmla="*/ 29 h 34"/>
                <a:gd name="T2" fmla="*/ 0 w 21"/>
                <a:gd name="T3" fmla="*/ 15 h 34"/>
                <a:gd name="T4" fmla="*/ 0 w 21"/>
                <a:gd name="T5" fmla="*/ 15 h 34"/>
                <a:gd name="T6" fmla="*/ 1 w 21"/>
                <a:gd name="T7" fmla="*/ 9 h 34"/>
                <a:gd name="T8" fmla="*/ 1 w 21"/>
                <a:gd name="T9" fmla="*/ 9 h 34"/>
                <a:gd name="T10" fmla="*/ 5 w 21"/>
                <a:gd name="T11" fmla="*/ 2 h 34"/>
                <a:gd name="T12" fmla="*/ 5 w 21"/>
                <a:gd name="T13" fmla="*/ 2 h 34"/>
                <a:gd name="T14" fmla="*/ 7 w 21"/>
                <a:gd name="T15" fmla="*/ 0 h 34"/>
                <a:gd name="T16" fmla="*/ 7 w 21"/>
                <a:gd name="T17" fmla="*/ 0 h 34"/>
                <a:gd name="T18" fmla="*/ 9 w 21"/>
                <a:gd name="T19" fmla="*/ 0 h 34"/>
                <a:gd name="T20" fmla="*/ 9 w 21"/>
                <a:gd name="T21" fmla="*/ 0 h 34"/>
                <a:gd name="T22" fmla="*/ 10 w 21"/>
                <a:gd name="T23" fmla="*/ 0 h 34"/>
                <a:gd name="T24" fmla="*/ 10 w 21"/>
                <a:gd name="T25" fmla="*/ 0 h 34"/>
                <a:gd name="T26" fmla="*/ 11 w 21"/>
                <a:gd name="T27" fmla="*/ 0 h 34"/>
                <a:gd name="T28" fmla="*/ 11 w 21"/>
                <a:gd name="T29" fmla="*/ 0 h 34"/>
                <a:gd name="T30" fmla="*/ 17 w 21"/>
                <a:gd name="T31" fmla="*/ 0 h 34"/>
                <a:gd name="T32" fmla="*/ 17 w 21"/>
                <a:gd name="T33" fmla="*/ 4 h 34"/>
                <a:gd name="T34" fmla="*/ 11 w 21"/>
                <a:gd name="T35" fmla="*/ 4 h 34"/>
                <a:gd name="T36" fmla="*/ 10 w 21"/>
                <a:gd name="T37" fmla="*/ 4 h 34"/>
                <a:gd name="T38" fmla="*/ 10 w 21"/>
                <a:gd name="T39" fmla="*/ 4 h 34"/>
                <a:gd name="T40" fmla="*/ 8 w 21"/>
                <a:gd name="T41" fmla="*/ 4 h 34"/>
                <a:gd name="T42" fmla="*/ 8 w 21"/>
                <a:gd name="T43" fmla="*/ 4 h 34"/>
                <a:gd name="T44" fmla="*/ 8 w 21"/>
                <a:gd name="T45" fmla="*/ 4 h 34"/>
                <a:gd name="T46" fmla="*/ 8 w 21"/>
                <a:gd name="T47" fmla="*/ 4 h 34"/>
                <a:gd name="T48" fmla="*/ 4 w 21"/>
                <a:gd name="T49" fmla="*/ 11 h 34"/>
                <a:gd name="T50" fmla="*/ 4 w 21"/>
                <a:gd name="T51" fmla="*/ 11 h 34"/>
                <a:gd name="T52" fmla="*/ 4 w 21"/>
                <a:gd name="T53" fmla="*/ 15 h 34"/>
                <a:gd name="T54" fmla="*/ 4 w 21"/>
                <a:gd name="T55" fmla="*/ 15 h 34"/>
                <a:gd name="T56" fmla="*/ 12 w 21"/>
                <a:gd name="T57" fmla="*/ 26 h 34"/>
                <a:gd name="T58" fmla="*/ 12 w 21"/>
                <a:gd name="T59" fmla="*/ 26 h 34"/>
                <a:gd name="T60" fmla="*/ 21 w 21"/>
                <a:gd name="T61" fmla="*/ 30 h 34"/>
                <a:gd name="T62" fmla="*/ 21 w 21"/>
                <a:gd name="T63" fmla="*/ 30 h 34"/>
                <a:gd name="T64" fmla="*/ 19 w 21"/>
                <a:gd name="T65" fmla="*/ 34 h 34"/>
                <a:gd name="T66" fmla="*/ 10 w 21"/>
                <a:gd name="T67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" h="34">
                  <a:moveTo>
                    <a:pt x="10" y="29"/>
                  </a:moveTo>
                  <a:cubicBezTo>
                    <a:pt x="5" y="26"/>
                    <a:pt x="0" y="21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9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8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8"/>
                    <a:pt x="7" y="23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6" y="29"/>
                    <a:pt x="21" y="30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4"/>
                    <a:pt x="14" y="32"/>
                    <a:pt x="1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" name="Freeform 185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7405689" y="5435601"/>
              <a:ext cx="44450" cy="68263"/>
            </a:xfrm>
            <a:custGeom>
              <a:avLst/>
              <a:gdLst>
                <a:gd name="T0" fmla="*/ 11 w 26"/>
                <a:gd name="T1" fmla="*/ 33 h 39"/>
                <a:gd name="T2" fmla="*/ 13 w 26"/>
                <a:gd name="T3" fmla="*/ 31 h 39"/>
                <a:gd name="T4" fmla="*/ 1 w 26"/>
                <a:gd name="T5" fmla="*/ 17 h 39"/>
                <a:gd name="T6" fmla="*/ 2 w 26"/>
                <a:gd name="T7" fmla="*/ 10 h 39"/>
                <a:gd name="T8" fmla="*/ 6 w 26"/>
                <a:gd name="T9" fmla="*/ 3 h 39"/>
                <a:gd name="T10" fmla="*/ 6 w 26"/>
                <a:gd name="T11" fmla="*/ 3 h 39"/>
                <a:gd name="T12" fmla="*/ 7 w 26"/>
                <a:gd name="T13" fmla="*/ 2 h 39"/>
                <a:gd name="T14" fmla="*/ 10 w 26"/>
                <a:gd name="T15" fmla="*/ 0 h 39"/>
                <a:gd name="T16" fmla="*/ 10 w 26"/>
                <a:gd name="T17" fmla="*/ 0 h 39"/>
                <a:gd name="T18" fmla="*/ 13 w 26"/>
                <a:gd name="T19" fmla="*/ 0 h 39"/>
                <a:gd name="T20" fmla="*/ 13 w 26"/>
                <a:gd name="T21" fmla="*/ 0 h 39"/>
                <a:gd name="T22" fmla="*/ 14 w 26"/>
                <a:gd name="T23" fmla="*/ 0 h 39"/>
                <a:gd name="T24" fmla="*/ 14 w 26"/>
                <a:gd name="T25" fmla="*/ 0 h 39"/>
                <a:gd name="T26" fmla="*/ 22 w 26"/>
                <a:gd name="T27" fmla="*/ 0 h 39"/>
                <a:gd name="T28" fmla="*/ 14 w 26"/>
                <a:gd name="T29" fmla="*/ 8 h 39"/>
                <a:gd name="T30" fmla="*/ 13 w 26"/>
                <a:gd name="T31" fmla="*/ 8 h 39"/>
                <a:gd name="T32" fmla="*/ 13 w 26"/>
                <a:gd name="T33" fmla="*/ 8 h 39"/>
                <a:gd name="T34" fmla="*/ 12 w 26"/>
                <a:gd name="T35" fmla="*/ 8 h 39"/>
                <a:gd name="T36" fmla="*/ 9 w 26"/>
                <a:gd name="T37" fmla="*/ 14 h 39"/>
                <a:gd name="T38" fmla="*/ 8 w 26"/>
                <a:gd name="T39" fmla="*/ 17 h 39"/>
                <a:gd name="T40" fmla="*/ 16 w 26"/>
                <a:gd name="T41" fmla="*/ 26 h 39"/>
                <a:gd name="T42" fmla="*/ 25 w 26"/>
                <a:gd name="T43" fmla="*/ 31 h 39"/>
                <a:gd name="T44" fmla="*/ 25 w 26"/>
                <a:gd name="T45" fmla="*/ 31 h 39"/>
                <a:gd name="T46" fmla="*/ 26 w 26"/>
                <a:gd name="T47" fmla="*/ 32 h 39"/>
                <a:gd name="T48" fmla="*/ 21 w 26"/>
                <a:gd name="T49" fmla="*/ 38 h 39"/>
                <a:gd name="T50" fmla="*/ 12 w 26"/>
                <a:gd name="T51" fmla="*/ 28 h 39"/>
                <a:gd name="T52" fmla="*/ 14 w 26"/>
                <a:gd name="T53" fmla="*/ 29 h 39"/>
                <a:gd name="T54" fmla="*/ 12 w 26"/>
                <a:gd name="T55" fmla="*/ 28 h 39"/>
                <a:gd name="T56" fmla="*/ 12 w 26"/>
                <a:gd name="T57" fmla="*/ 28 h 39"/>
                <a:gd name="T58" fmla="*/ 5 w 26"/>
                <a:gd name="T59" fmla="*/ 13 h 39"/>
                <a:gd name="T60" fmla="*/ 6 w 26"/>
                <a:gd name="T61" fmla="*/ 12 h 39"/>
                <a:gd name="T62" fmla="*/ 9 w 26"/>
                <a:gd name="T63" fmla="*/ 5 h 39"/>
                <a:gd name="T64" fmla="*/ 9 w 26"/>
                <a:gd name="T65" fmla="*/ 5 h 39"/>
                <a:gd name="T66" fmla="*/ 6 w 26"/>
                <a:gd name="T67" fmla="*/ 12 h 39"/>
                <a:gd name="T68" fmla="*/ 18 w 26"/>
                <a:gd name="T69" fmla="*/ 4 h 39"/>
                <a:gd name="T70" fmla="*/ 14 w 26"/>
                <a:gd name="T71" fmla="*/ 4 h 39"/>
                <a:gd name="T72" fmla="*/ 13 w 26"/>
                <a:gd name="T73" fmla="*/ 4 h 39"/>
                <a:gd name="T74" fmla="*/ 12 w 26"/>
                <a:gd name="T75" fmla="*/ 4 h 39"/>
                <a:gd name="T76" fmla="*/ 13 w 26"/>
                <a:gd name="T77" fmla="*/ 4 h 39"/>
                <a:gd name="T78" fmla="*/ 11 w 26"/>
                <a:gd name="T79" fmla="*/ 4 h 39"/>
                <a:gd name="T80" fmla="*/ 11 w 26"/>
                <a:gd name="T81" fmla="*/ 4 h 39"/>
                <a:gd name="T82" fmla="*/ 11 w 26"/>
                <a:gd name="T83" fmla="*/ 4 h 39"/>
                <a:gd name="T84" fmla="*/ 11 w 26"/>
                <a:gd name="T85" fmla="*/ 4 h 39"/>
                <a:gd name="T86" fmla="*/ 11 w 26"/>
                <a:gd name="T87" fmla="*/ 4 h 39"/>
                <a:gd name="T88" fmla="*/ 11 w 26"/>
                <a:gd name="T89" fmla="*/ 4 h 39"/>
                <a:gd name="T90" fmla="*/ 10 w 26"/>
                <a:gd name="T91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" h="39">
                  <a:moveTo>
                    <a:pt x="21" y="38"/>
                  </a:moveTo>
                  <a:cubicBezTo>
                    <a:pt x="21" y="38"/>
                    <a:pt x="16" y="36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7" y="29"/>
                    <a:pt x="1" y="24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4"/>
                    <a:pt x="1" y="12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7"/>
                    <a:pt x="5" y="5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0"/>
                    <a:pt x="11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6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9"/>
                    <a:pt x="12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0" y="29"/>
                    <a:pt x="24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14" y="29"/>
                  </a:moveTo>
                  <a:cubicBezTo>
                    <a:pt x="13" y="29"/>
                    <a:pt x="13" y="29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9"/>
                    <a:pt x="13" y="29"/>
                    <a:pt x="14" y="29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lose/>
                  <a:moveTo>
                    <a:pt x="6" y="12"/>
                  </a:move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9"/>
                    <a:pt x="9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7"/>
                    <a:pt x="8" y="9"/>
                    <a:pt x="6" y="12"/>
                  </a:cubicBezTo>
                  <a:close/>
                  <a:moveTo>
                    <a:pt x="14" y="4"/>
                  </a:moveTo>
                  <a:cubicBezTo>
                    <a:pt x="18" y="4"/>
                    <a:pt x="18" y="4"/>
                    <a:pt x="18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lose/>
                  <a:moveTo>
                    <a:pt x="12" y="4"/>
                  </a:move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" name="Freeform 1852"/>
            <p:cNvSpPr/>
            <p:nvPr>
              <p:custDataLst>
                <p:tags r:id="rId24"/>
              </p:custDataLst>
            </p:nvPr>
          </p:nvSpPr>
          <p:spPr bwMode="auto">
            <a:xfrm>
              <a:off x="7446964" y="5427663"/>
              <a:ext cx="44450" cy="52388"/>
            </a:xfrm>
            <a:custGeom>
              <a:avLst/>
              <a:gdLst>
                <a:gd name="T0" fmla="*/ 0 w 25"/>
                <a:gd name="T1" fmla="*/ 14 h 30"/>
                <a:gd name="T2" fmla="*/ 3 w 25"/>
                <a:gd name="T3" fmla="*/ 7 h 30"/>
                <a:gd name="T4" fmla="*/ 3 w 25"/>
                <a:gd name="T5" fmla="*/ 7 h 30"/>
                <a:gd name="T6" fmla="*/ 18 w 25"/>
                <a:gd name="T7" fmla="*/ 0 h 30"/>
                <a:gd name="T8" fmla="*/ 18 w 25"/>
                <a:gd name="T9" fmla="*/ 0 h 30"/>
                <a:gd name="T10" fmla="*/ 25 w 25"/>
                <a:gd name="T11" fmla="*/ 5 h 30"/>
                <a:gd name="T12" fmla="*/ 25 w 25"/>
                <a:gd name="T13" fmla="*/ 5 h 30"/>
                <a:gd name="T14" fmla="*/ 24 w 25"/>
                <a:gd name="T15" fmla="*/ 6 h 30"/>
                <a:gd name="T16" fmla="*/ 24 w 25"/>
                <a:gd name="T17" fmla="*/ 6 h 30"/>
                <a:gd name="T18" fmla="*/ 24 w 25"/>
                <a:gd name="T19" fmla="*/ 10 h 30"/>
                <a:gd name="T20" fmla="*/ 24 w 25"/>
                <a:gd name="T21" fmla="*/ 10 h 30"/>
                <a:gd name="T22" fmla="*/ 24 w 25"/>
                <a:gd name="T23" fmla="*/ 15 h 30"/>
                <a:gd name="T24" fmla="*/ 24 w 25"/>
                <a:gd name="T25" fmla="*/ 15 h 30"/>
                <a:gd name="T26" fmla="*/ 21 w 25"/>
                <a:gd name="T27" fmla="*/ 16 h 30"/>
                <a:gd name="T28" fmla="*/ 20 w 25"/>
                <a:gd name="T29" fmla="*/ 10 h 30"/>
                <a:gd name="T30" fmla="*/ 20 w 25"/>
                <a:gd name="T31" fmla="*/ 10 h 30"/>
                <a:gd name="T32" fmla="*/ 21 w 25"/>
                <a:gd name="T33" fmla="*/ 5 h 30"/>
                <a:gd name="T34" fmla="*/ 21 w 25"/>
                <a:gd name="T35" fmla="*/ 5 h 30"/>
                <a:gd name="T36" fmla="*/ 21 w 25"/>
                <a:gd name="T37" fmla="*/ 5 h 30"/>
                <a:gd name="T38" fmla="*/ 21 w 25"/>
                <a:gd name="T39" fmla="*/ 5 h 30"/>
                <a:gd name="T40" fmla="*/ 20 w 25"/>
                <a:gd name="T41" fmla="*/ 5 h 30"/>
                <a:gd name="T42" fmla="*/ 20 w 25"/>
                <a:gd name="T43" fmla="*/ 5 h 30"/>
                <a:gd name="T44" fmla="*/ 18 w 25"/>
                <a:gd name="T45" fmla="*/ 4 h 30"/>
                <a:gd name="T46" fmla="*/ 18 w 25"/>
                <a:gd name="T47" fmla="*/ 4 h 30"/>
                <a:gd name="T48" fmla="*/ 6 w 25"/>
                <a:gd name="T49" fmla="*/ 10 h 30"/>
                <a:gd name="T50" fmla="*/ 6 w 25"/>
                <a:gd name="T51" fmla="*/ 10 h 30"/>
                <a:gd name="T52" fmla="*/ 4 w 25"/>
                <a:gd name="T53" fmla="*/ 14 h 30"/>
                <a:gd name="T54" fmla="*/ 4 w 25"/>
                <a:gd name="T55" fmla="*/ 14 h 30"/>
                <a:gd name="T56" fmla="*/ 10 w 25"/>
                <a:gd name="T57" fmla="*/ 22 h 30"/>
                <a:gd name="T58" fmla="*/ 10 w 25"/>
                <a:gd name="T59" fmla="*/ 22 h 30"/>
                <a:gd name="T60" fmla="*/ 16 w 25"/>
                <a:gd name="T61" fmla="*/ 26 h 30"/>
                <a:gd name="T62" fmla="*/ 16 w 25"/>
                <a:gd name="T63" fmla="*/ 26 h 30"/>
                <a:gd name="T64" fmla="*/ 16 w 25"/>
                <a:gd name="T65" fmla="*/ 26 h 30"/>
                <a:gd name="T66" fmla="*/ 14 w 25"/>
                <a:gd name="T67" fmla="*/ 30 h 30"/>
                <a:gd name="T68" fmla="*/ 0 w 25"/>
                <a:gd name="T6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30">
                  <a:moveTo>
                    <a:pt x="0" y="14"/>
                  </a:moveTo>
                  <a:cubicBezTo>
                    <a:pt x="0" y="11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4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1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9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3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3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7" y="19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5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0" y="23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" name="Freeform 1853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3789" y="5424488"/>
              <a:ext cx="50800" cy="66675"/>
            </a:xfrm>
            <a:custGeom>
              <a:avLst/>
              <a:gdLst>
                <a:gd name="T0" fmla="*/ 12 w 29"/>
                <a:gd name="T1" fmla="*/ 32 h 38"/>
                <a:gd name="T2" fmla="*/ 8 w 29"/>
                <a:gd name="T3" fmla="*/ 29 h 38"/>
                <a:gd name="T4" fmla="*/ 0 w 29"/>
                <a:gd name="T5" fmla="*/ 16 h 38"/>
                <a:gd name="T6" fmla="*/ 0 w 29"/>
                <a:gd name="T7" fmla="*/ 16 h 38"/>
                <a:gd name="T8" fmla="*/ 0 w 29"/>
                <a:gd name="T9" fmla="*/ 15 h 38"/>
                <a:gd name="T10" fmla="*/ 4 w 29"/>
                <a:gd name="T11" fmla="*/ 8 h 38"/>
                <a:gd name="T12" fmla="*/ 20 w 29"/>
                <a:gd name="T13" fmla="*/ 0 h 38"/>
                <a:gd name="T14" fmla="*/ 29 w 29"/>
                <a:gd name="T15" fmla="*/ 7 h 38"/>
                <a:gd name="T16" fmla="*/ 28 w 29"/>
                <a:gd name="T17" fmla="*/ 9 h 38"/>
                <a:gd name="T18" fmla="*/ 28 w 29"/>
                <a:gd name="T19" fmla="*/ 12 h 38"/>
                <a:gd name="T20" fmla="*/ 28 w 29"/>
                <a:gd name="T21" fmla="*/ 16 h 38"/>
                <a:gd name="T22" fmla="*/ 28 w 29"/>
                <a:gd name="T23" fmla="*/ 17 h 38"/>
                <a:gd name="T24" fmla="*/ 28 w 29"/>
                <a:gd name="T25" fmla="*/ 18 h 38"/>
                <a:gd name="T26" fmla="*/ 21 w 29"/>
                <a:gd name="T27" fmla="*/ 18 h 38"/>
                <a:gd name="T28" fmla="*/ 20 w 29"/>
                <a:gd name="T29" fmla="*/ 12 h 38"/>
                <a:gd name="T30" fmla="*/ 20 w 29"/>
                <a:gd name="T31" fmla="*/ 8 h 38"/>
                <a:gd name="T32" fmla="*/ 9 w 29"/>
                <a:gd name="T33" fmla="*/ 13 h 38"/>
                <a:gd name="T34" fmla="*/ 8 w 29"/>
                <a:gd name="T35" fmla="*/ 16 h 38"/>
                <a:gd name="T36" fmla="*/ 8 w 29"/>
                <a:gd name="T37" fmla="*/ 16 h 38"/>
                <a:gd name="T38" fmla="*/ 13 w 29"/>
                <a:gd name="T39" fmla="*/ 23 h 38"/>
                <a:gd name="T40" fmla="*/ 18 w 29"/>
                <a:gd name="T41" fmla="*/ 26 h 38"/>
                <a:gd name="T42" fmla="*/ 14 w 29"/>
                <a:gd name="T43" fmla="*/ 38 h 38"/>
                <a:gd name="T44" fmla="*/ 10 w 29"/>
                <a:gd name="T45" fmla="*/ 25 h 38"/>
                <a:gd name="T46" fmla="*/ 13 w 29"/>
                <a:gd name="T47" fmla="*/ 28 h 38"/>
                <a:gd name="T48" fmla="*/ 10 w 29"/>
                <a:gd name="T49" fmla="*/ 26 h 38"/>
                <a:gd name="T50" fmla="*/ 7 w 29"/>
                <a:gd name="T51" fmla="*/ 22 h 38"/>
                <a:gd name="T52" fmla="*/ 24 w 29"/>
                <a:gd name="T53" fmla="*/ 17 h 38"/>
                <a:gd name="T54" fmla="*/ 24 w 29"/>
                <a:gd name="T55" fmla="*/ 17 h 38"/>
                <a:gd name="T56" fmla="*/ 24 w 29"/>
                <a:gd name="T57" fmla="*/ 17 h 38"/>
                <a:gd name="T58" fmla="*/ 4 w 29"/>
                <a:gd name="T59" fmla="*/ 15 h 38"/>
                <a:gd name="T60" fmla="*/ 4 w 29"/>
                <a:gd name="T61" fmla="*/ 15 h 38"/>
                <a:gd name="T62" fmla="*/ 4 w 29"/>
                <a:gd name="T63" fmla="*/ 15 h 38"/>
                <a:gd name="T64" fmla="*/ 4 w 29"/>
                <a:gd name="T65" fmla="*/ 15 h 38"/>
                <a:gd name="T66" fmla="*/ 6 w 29"/>
                <a:gd name="T67" fmla="*/ 11 h 38"/>
                <a:gd name="T68" fmla="*/ 4 w 29"/>
                <a:gd name="T69" fmla="*/ 15 h 38"/>
                <a:gd name="T70" fmla="*/ 24 w 29"/>
                <a:gd name="T71" fmla="*/ 13 h 38"/>
                <a:gd name="T72" fmla="*/ 24 w 29"/>
                <a:gd name="T73" fmla="*/ 13 h 38"/>
                <a:gd name="T74" fmla="*/ 24 w 29"/>
                <a:gd name="T75" fmla="*/ 13 h 38"/>
                <a:gd name="T76" fmla="*/ 24 w 29"/>
                <a:gd name="T77" fmla="*/ 13 h 38"/>
                <a:gd name="T78" fmla="*/ 24 w 29"/>
                <a:gd name="T79" fmla="*/ 13 h 38"/>
                <a:gd name="T80" fmla="*/ 24 w 29"/>
                <a:gd name="T81" fmla="*/ 12 h 38"/>
                <a:gd name="T82" fmla="*/ 24 w 29"/>
                <a:gd name="T83" fmla="*/ 12 h 38"/>
                <a:gd name="T84" fmla="*/ 24 w 29"/>
                <a:gd name="T85" fmla="*/ 12 h 38"/>
                <a:gd name="T86" fmla="*/ 24 w 29"/>
                <a:gd name="T87" fmla="*/ 12 h 38"/>
                <a:gd name="T88" fmla="*/ 25 w 29"/>
                <a:gd name="T89" fmla="*/ 7 h 38"/>
                <a:gd name="T90" fmla="*/ 25 w 29"/>
                <a:gd name="T91" fmla="*/ 7 h 38"/>
                <a:gd name="T92" fmla="*/ 25 w 29"/>
                <a:gd name="T93" fmla="*/ 7 h 38"/>
                <a:gd name="T94" fmla="*/ 25 w 29"/>
                <a:gd name="T95" fmla="*/ 7 h 38"/>
                <a:gd name="T96" fmla="*/ 25 w 29"/>
                <a:gd name="T97" fmla="*/ 7 h 38"/>
                <a:gd name="T98" fmla="*/ 24 w 29"/>
                <a:gd name="T99" fmla="*/ 5 h 38"/>
                <a:gd name="T100" fmla="*/ 24 w 29"/>
                <a:gd name="T101" fmla="*/ 5 h 38"/>
                <a:gd name="T102" fmla="*/ 19 w 29"/>
                <a:gd name="T103" fmla="*/ 4 h 38"/>
                <a:gd name="T104" fmla="*/ 19 w 29"/>
                <a:gd name="T105" fmla="*/ 4 h 38"/>
                <a:gd name="T106" fmla="*/ 20 w 29"/>
                <a:gd name="T107" fmla="*/ 4 h 38"/>
                <a:gd name="T108" fmla="*/ 20 w 29"/>
                <a:gd name="T10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9" h="38">
                  <a:moveTo>
                    <a:pt x="14" y="33"/>
                  </a:move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1"/>
                    <a:pt x="9" y="30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4" y="26"/>
                    <a:pt x="0" y="2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0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8" y="2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1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4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0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3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10" y="20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5" y="24"/>
                    <a:pt x="17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3"/>
                    <a:pt x="14" y="33"/>
                    <a:pt x="14" y="33"/>
                  </a:cubicBezTo>
                  <a:close/>
                  <a:moveTo>
                    <a:pt x="10" y="25"/>
                  </a:moveTo>
                  <a:cubicBezTo>
                    <a:pt x="11" y="26"/>
                    <a:pt x="12" y="27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7"/>
                    <a:pt x="11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4"/>
                    <a:pt x="8" y="23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9" y="24"/>
                    <a:pt x="10" y="25"/>
                  </a:cubicBezTo>
                  <a:close/>
                  <a:moveTo>
                    <a:pt x="24" y="17"/>
                  </a:move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lose/>
                  <a:moveTo>
                    <a:pt x="2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5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3"/>
                    <a:pt x="24" y="13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4" y="5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19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lose/>
                  <a:moveTo>
                    <a:pt x="20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" name="Freeform 1854"/>
            <p:cNvSpPr/>
            <p:nvPr>
              <p:custDataLst>
                <p:tags r:id="rId26"/>
              </p:custDataLst>
            </p:nvPr>
          </p:nvSpPr>
          <p:spPr bwMode="auto">
            <a:xfrm>
              <a:off x="7429502" y="5559426"/>
              <a:ext cx="9525" cy="6350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0 h 4"/>
                <a:gd name="T4" fmla="*/ 6 w 6"/>
                <a:gd name="T5" fmla="*/ 0 h 4"/>
                <a:gd name="T6" fmla="*/ 6 w 6"/>
                <a:gd name="T7" fmla="*/ 4 h 4"/>
                <a:gd name="T8" fmla="*/ 0 w 6"/>
                <a:gd name="T9" fmla="*/ 4 h 4"/>
                <a:gd name="T10" fmla="*/ 0 w 6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" name="Freeform 1855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7426327" y="5556251"/>
              <a:ext cx="15875" cy="12700"/>
            </a:xfrm>
            <a:custGeom>
              <a:avLst/>
              <a:gdLst>
                <a:gd name="T0" fmla="*/ 8 w 10"/>
                <a:gd name="T1" fmla="*/ 8 h 8"/>
                <a:gd name="T2" fmla="*/ 2 w 10"/>
                <a:gd name="T3" fmla="*/ 8 h 8"/>
                <a:gd name="T4" fmla="*/ 2 w 10"/>
                <a:gd name="T5" fmla="*/ 6 h 8"/>
                <a:gd name="T6" fmla="*/ 4 w 10"/>
                <a:gd name="T7" fmla="*/ 6 h 8"/>
                <a:gd name="T8" fmla="*/ 2 w 10"/>
                <a:gd name="T9" fmla="*/ 6 h 8"/>
                <a:gd name="T10" fmla="*/ 2 w 10"/>
                <a:gd name="T11" fmla="*/ 8 h 8"/>
                <a:gd name="T12" fmla="*/ 0 w 10"/>
                <a:gd name="T13" fmla="*/ 8 h 8"/>
                <a:gd name="T14" fmla="*/ 0 w 10"/>
                <a:gd name="T15" fmla="*/ 0 h 8"/>
                <a:gd name="T16" fmla="*/ 10 w 10"/>
                <a:gd name="T17" fmla="*/ 0 h 8"/>
                <a:gd name="T18" fmla="*/ 10 w 10"/>
                <a:gd name="T19" fmla="*/ 8 h 8"/>
                <a:gd name="T20" fmla="*/ 8 w 10"/>
                <a:gd name="T21" fmla="*/ 8 h 8"/>
                <a:gd name="T22" fmla="*/ 8 w 10"/>
                <a:gd name="T23" fmla="*/ 8 h 8"/>
                <a:gd name="T24" fmla="*/ 5 w 10"/>
                <a:gd name="T25" fmla="*/ 4 h 8"/>
                <a:gd name="T26" fmla="*/ 5 w 10"/>
                <a:gd name="T27" fmla="*/ 4 h 8"/>
                <a:gd name="T28" fmla="*/ 4 w 10"/>
                <a:gd name="T29" fmla="*/ 4 h 8"/>
                <a:gd name="T30" fmla="*/ 4 w 10"/>
                <a:gd name="T31" fmla="*/ 4 h 8"/>
                <a:gd name="T32" fmla="*/ 5 w 10"/>
                <a:gd name="T33" fmla="*/ 4 h 8"/>
                <a:gd name="T34" fmla="*/ 5 w 10"/>
                <a:gd name="T3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8">
                  <a:moveTo>
                    <a:pt x="8" y="8"/>
                  </a:moveTo>
                  <a:lnTo>
                    <a:pt x="2" y="8"/>
                  </a:lnTo>
                  <a:lnTo>
                    <a:pt x="2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8"/>
                  </a:lnTo>
                  <a:lnTo>
                    <a:pt x="8" y="8"/>
                  </a:lnTo>
                  <a:lnTo>
                    <a:pt x="8" y="8"/>
                  </a:lnTo>
                  <a:close/>
                  <a:moveTo>
                    <a:pt x="5" y="4"/>
                  </a:move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" name="Freeform 1856"/>
            <p:cNvSpPr/>
            <p:nvPr>
              <p:custDataLst>
                <p:tags r:id="rId28"/>
              </p:custDataLst>
            </p:nvPr>
          </p:nvSpPr>
          <p:spPr bwMode="auto">
            <a:xfrm>
              <a:off x="7496177" y="5688013"/>
              <a:ext cx="6350" cy="23813"/>
            </a:xfrm>
            <a:custGeom>
              <a:avLst/>
              <a:gdLst>
                <a:gd name="T0" fmla="*/ 0 w 4"/>
                <a:gd name="T1" fmla="*/ 15 h 15"/>
                <a:gd name="T2" fmla="*/ 0 w 4"/>
                <a:gd name="T3" fmla="*/ 0 h 15"/>
                <a:gd name="T4" fmla="*/ 4 w 4"/>
                <a:gd name="T5" fmla="*/ 0 h 15"/>
                <a:gd name="T6" fmla="*/ 4 w 4"/>
                <a:gd name="T7" fmla="*/ 15 h 15"/>
                <a:gd name="T8" fmla="*/ 0 w 4"/>
                <a:gd name="T9" fmla="*/ 15 h 15"/>
                <a:gd name="T10" fmla="*/ 0 w 4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5">
                  <a:moveTo>
                    <a:pt x="0" y="15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" name="Freeform 1857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7493002" y="5684838"/>
              <a:ext cx="12700" cy="30163"/>
            </a:xfrm>
            <a:custGeom>
              <a:avLst/>
              <a:gdLst>
                <a:gd name="T0" fmla="*/ 6 w 8"/>
                <a:gd name="T1" fmla="*/ 19 h 19"/>
                <a:gd name="T2" fmla="*/ 2 w 8"/>
                <a:gd name="T3" fmla="*/ 19 h 19"/>
                <a:gd name="T4" fmla="*/ 2 w 8"/>
                <a:gd name="T5" fmla="*/ 17 h 19"/>
                <a:gd name="T6" fmla="*/ 4 w 8"/>
                <a:gd name="T7" fmla="*/ 17 h 19"/>
                <a:gd name="T8" fmla="*/ 2 w 8"/>
                <a:gd name="T9" fmla="*/ 17 h 19"/>
                <a:gd name="T10" fmla="*/ 2 w 8"/>
                <a:gd name="T11" fmla="*/ 19 h 19"/>
                <a:gd name="T12" fmla="*/ 0 w 8"/>
                <a:gd name="T13" fmla="*/ 19 h 19"/>
                <a:gd name="T14" fmla="*/ 0 w 8"/>
                <a:gd name="T15" fmla="*/ 0 h 19"/>
                <a:gd name="T16" fmla="*/ 8 w 8"/>
                <a:gd name="T17" fmla="*/ 0 h 19"/>
                <a:gd name="T18" fmla="*/ 8 w 8"/>
                <a:gd name="T19" fmla="*/ 19 h 19"/>
                <a:gd name="T20" fmla="*/ 6 w 8"/>
                <a:gd name="T21" fmla="*/ 19 h 19"/>
                <a:gd name="T22" fmla="*/ 6 w 8"/>
                <a:gd name="T23" fmla="*/ 19 h 19"/>
                <a:gd name="T24" fmla="*/ 4 w 8"/>
                <a:gd name="T25" fmla="*/ 15 h 19"/>
                <a:gd name="T26" fmla="*/ 4 w 8"/>
                <a:gd name="T27" fmla="*/ 4 h 19"/>
                <a:gd name="T28" fmla="*/ 4 w 8"/>
                <a:gd name="T29" fmla="*/ 15 h 19"/>
                <a:gd name="T30" fmla="*/ 4 w 8"/>
                <a:gd name="T31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9">
                  <a:moveTo>
                    <a:pt x="6" y="19"/>
                  </a:moveTo>
                  <a:lnTo>
                    <a:pt x="2" y="19"/>
                  </a:lnTo>
                  <a:lnTo>
                    <a:pt x="2" y="17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6" y="19"/>
                  </a:lnTo>
                  <a:close/>
                  <a:moveTo>
                    <a:pt x="4" y="15"/>
                  </a:moveTo>
                  <a:lnTo>
                    <a:pt x="4" y="4"/>
                  </a:lnTo>
                  <a:lnTo>
                    <a:pt x="4" y="15"/>
                  </a:lnTo>
                  <a:lnTo>
                    <a:pt x="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3" name="Freeform 1858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7410452" y="5708651"/>
              <a:ext cx="142875" cy="190500"/>
            </a:xfrm>
            <a:custGeom>
              <a:avLst/>
              <a:gdLst>
                <a:gd name="T0" fmla="*/ 35 w 82"/>
                <a:gd name="T1" fmla="*/ 109 h 109"/>
                <a:gd name="T2" fmla="*/ 10 w 82"/>
                <a:gd name="T3" fmla="*/ 85 h 109"/>
                <a:gd name="T4" fmla="*/ 10 w 82"/>
                <a:gd name="T5" fmla="*/ 85 h 109"/>
                <a:gd name="T6" fmla="*/ 0 w 82"/>
                <a:gd name="T7" fmla="*/ 43 h 109"/>
                <a:gd name="T8" fmla="*/ 0 w 82"/>
                <a:gd name="T9" fmla="*/ 43 h 109"/>
                <a:gd name="T10" fmla="*/ 51 w 82"/>
                <a:gd name="T11" fmla="*/ 0 h 109"/>
                <a:gd name="T12" fmla="*/ 51 w 82"/>
                <a:gd name="T13" fmla="*/ 0 h 109"/>
                <a:gd name="T14" fmla="*/ 75 w 82"/>
                <a:gd name="T15" fmla="*/ 16 h 109"/>
                <a:gd name="T16" fmla="*/ 75 w 82"/>
                <a:gd name="T17" fmla="*/ 16 h 109"/>
                <a:gd name="T18" fmla="*/ 82 w 82"/>
                <a:gd name="T19" fmla="*/ 54 h 109"/>
                <a:gd name="T20" fmla="*/ 82 w 82"/>
                <a:gd name="T21" fmla="*/ 54 h 109"/>
                <a:gd name="T22" fmla="*/ 42 w 82"/>
                <a:gd name="T23" fmla="*/ 107 h 109"/>
                <a:gd name="T24" fmla="*/ 42 w 82"/>
                <a:gd name="T25" fmla="*/ 107 h 109"/>
                <a:gd name="T26" fmla="*/ 35 w 82"/>
                <a:gd name="T27" fmla="*/ 109 h 109"/>
                <a:gd name="T28" fmla="*/ 35 w 82"/>
                <a:gd name="T29" fmla="*/ 109 h 109"/>
                <a:gd name="T30" fmla="*/ 35 w 82"/>
                <a:gd name="T31" fmla="*/ 109 h 109"/>
                <a:gd name="T32" fmla="*/ 19 w 82"/>
                <a:gd name="T33" fmla="*/ 13 h 109"/>
                <a:gd name="T34" fmla="*/ 4 w 82"/>
                <a:gd name="T35" fmla="*/ 43 h 109"/>
                <a:gd name="T36" fmla="*/ 4 w 82"/>
                <a:gd name="T37" fmla="*/ 43 h 109"/>
                <a:gd name="T38" fmla="*/ 14 w 82"/>
                <a:gd name="T39" fmla="*/ 83 h 109"/>
                <a:gd name="T40" fmla="*/ 14 w 82"/>
                <a:gd name="T41" fmla="*/ 83 h 109"/>
                <a:gd name="T42" fmla="*/ 35 w 82"/>
                <a:gd name="T43" fmla="*/ 105 h 109"/>
                <a:gd name="T44" fmla="*/ 35 w 82"/>
                <a:gd name="T45" fmla="*/ 105 h 109"/>
                <a:gd name="T46" fmla="*/ 40 w 82"/>
                <a:gd name="T47" fmla="*/ 103 h 109"/>
                <a:gd name="T48" fmla="*/ 40 w 82"/>
                <a:gd name="T49" fmla="*/ 103 h 109"/>
                <a:gd name="T50" fmla="*/ 78 w 82"/>
                <a:gd name="T51" fmla="*/ 54 h 109"/>
                <a:gd name="T52" fmla="*/ 78 w 82"/>
                <a:gd name="T53" fmla="*/ 54 h 109"/>
                <a:gd name="T54" fmla="*/ 72 w 82"/>
                <a:gd name="T55" fmla="*/ 18 h 109"/>
                <a:gd name="T56" fmla="*/ 72 w 82"/>
                <a:gd name="T57" fmla="*/ 18 h 109"/>
                <a:gd name="T58" fmla="*/ 51 w 82"/>
                <a:gd name="T59" fmla="*/ 4 h 109"/>
                <a:gd name="T60" fmla="*/ 51 w 82"/>
                <a:gd name="T61" fmla="*/ 4 h 109"/>
                <a:gd name="T62" fmla="*/ 51 w 82"/>
                <a:gd name="T63" fmla="*/ 4 h 109"/>
                <a:gd name="T64" fmla="*/ 51 w 82"/>
                <a:gd name="T65" fmla="*/ 4 h 109"/>
                <a:gd name="T66" fmla="*/ 19 w 82"/>
                <a:gd name="T67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109">
                  <a:moveTo>
                    <a:pt x="35" y="109"/>
                  </a:moveTo>
                  <a:cubicBezTo>
                    <a:pt x="25" y="108"/>
                    <a:pt x="16" y="98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4" y="72"/>
                    <a:pt x="0" y="56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3"/>
                    <a:pt x="28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6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80" y="26"/>
                    <a:pt x="82" y="39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83"/>
                    <a:pt x="60" y="97"/>
                    <a:pt x="42" y="107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0" y="108"/>
                    <a:pt x="37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lose/>
                  <a:moveTo>
                    <a:pt x="19" y="13"/>
                  </a:moveTo>
                  <a:cubicBezTo>
                    <a:pt x="10" y="20"/>
                    <a:pt x="4" y="29"/>
                    <a:pt x="4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55"/>
                    <a:pt x="7" y="71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20" y="96"/>
                    <a:pt x="28" y="105"/>
                    <a:pt x="35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7" y="105"/>
                    <a:pt x="38" y="104"/>
                    <a:pt x="40" y="103"/>
                  </a:cubicBezTo>
                  <a:cubicBezTo>
                    <a:pt x="40" y="103"/>
                    <a:pt x="40" y="103"/>
                    <a:pt x="40" y="103"/>
                  </a:cubicBezTo>
                  <a:cubicBezTo>
                    <a:pt x="58" y="93"/>
                    <a:pt x="78" y="81"/>
                    <a:pt x="78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40"/>
                    <a:pt x="76" y="2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0" y="4"/>
                    <a:pt x="28" y="7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4" name="Freeform 1859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7407277" y="5705476"/>
              <a:ext cx="149225" cy="196850"/>
            </a:xfrm>
            <a:custGeom>
              <a:avLst/>
              <a:gdLst>
                <a:gd name="T0" fmla="*/ 37 w 86"/>
                <a:gd name="T1" fmla="*/ 111 h 113"/>
                <a:gd name="T2" fmla="*/ 10 w 86"/>
                <a:gd name="T3" fmla="*/ 88 h 113"/>
                <a:gd name="T4" fmla="*/ 0 w 86"/>
                <a:gd name="T5" fmla="*/ 45 h 113"/>
                <a:gd name="T6" fmla="*/ 52 w 86"/>
                <a:gd name="T7" fmla="*/ 0 h 113"/>
                <a:gd name="T8" fmla="*/ 53 w 86"/>
                <a:gd name="T9" fmla="*/ 0 h 113"/>
                <a:gd name="T10" fmla="*/ 79 w 86"/>
                <a:gd name="T11" fmla="*/ 17 h 113"/>
                <a:gd name="T12" fmla="*/ 86 w 86"/>
                <a:gd name="T13" fmla="*/ 56 h 113"/>
                <a:gd name="T14" fmla="*/ 45 w 86"/>
                <a:gd name="T15" fmla="*/ 111 h 113"/>
                <a:gd name="T16" fmla="*/ 37 w 86"/>
                <a:gd name="T17" fmla="*/ 113 h 113"/>
                <a:gd name="T18" fmla="*/ 37 w 86"/>
                <a:gd name="T19" fmla="*/ 113 h 113"/>
                <a:gd name="T20" fmla="*/ 43 w 86"/>
                <a:gd name="T21" fmla="*/ 107 h 113"/>
                <a:gd name="T22" fmla="*/ 82 w 86"/>
                <a:gd name="T23" fmla="*/ 56 h 113"/>
                <a:gd name="T24" fmla="*/ 43 w 86"/>
                <a:gd name="T25" fmla="*/ 107 h 113"/>
                <a:gd name="T26" fmla="*/ 37 w 86"/>
                <a:gd name="T27" fmla="*/ 109 h 113"/>
                <a:gd name="T28" fmla="*/ 37 w 86"/>
                <a:gd name="T29" fmla="*/ 109 h 113"/>
                <a:gd name="T30" fmla="*/ 37 w 86"/>
                <a:gd name="T31" fmla="*/ 109 h 113"/>
                <a:gd name="T32" fmla="*/ 36 w 86"/>
                <a:gd name="T33" fmla="*/ 108 h 113"/>
                <a:gd name="T34" fmla="*/ 36 w 86"/>
                <a:gd name="T35" fmla="*/ 108 h 113"/>
                <a:gd name="T36" fmla="*/ 35 w 86"/>
                <a:gd name="T37" fmla="*/ 108 h 113"/>
                <a:gd name="T38" fmla="*/ 30 w 86"/>
                <a:gd name="T39" fmla="*/ 106 h 113"/>
                <a:gd name="T40" fmla="*/ 37 w 86"/>
                <a:gd name="T41" fmla="*/ 105 h 113"/>
                <a:gd name="T42" fmla="*/ 41 w 86"/>
                <a:gd name="T43" fmla="*/ 104 h 113"/>
                <a:gd name="T44" fmla="*/ 78 w 86"/>
                <a:gd name="T45" fmla="*/ 56 h 113"/>
                <a:gd name="T46" fmla="*/ 78 w 86"/>
                <a:gd name="T47" fmla="*/ 56 h 113"/>
                <a:gd name="T48" fmla="*/ 72 w 86"/>
                <a:gd name="T49" fmla="*/ 21 h 113"/>
                <a:gd name="T50" fmla="*/ 53 w 86"/>
                <a:gd name="T51" fmla="*/ 8 h 113"/>
                <a:gd name="T52" fmla="*/ 22 w 86"/>
                <a:gd name="T53" fmla="*/ 17 h 113"/>
                <a:gd name="T54" fmla="*/ 8 w 86"/>
                <a:gd name="T55" fmla="*/ 45 h 113"/>
                <a:gd name="T56" fmla="*/ 8 w 86"/>
                <a:gd name="T57" fmla="*/ 45 h 113"/>
                <a:gd name="T58" fmla="*/ 17 w 86"/>
                <a:gd name="T59" fmla="*/ 85 h 113"/>
                <a:gd name="T60" fmla="*/ 37 w 86"/>
                <a:gd name="T61" fmla="*/ 105 h 113"/>
                <a:gd name="T62" fmla="*/ 37 w 86"/>
                <a:gd name="T63" fmla="*/ 105 h 113"/>
                <a:gd name="T64" fmla="*/ 14 w 86"/>
                <a:gd name="T65" fmla="*/ 86 h 113"/>
                <a:gd name="T66" fmla="*/ 17 w 86"/>
                <a:gd name="T67" fmla="*/ 92 h 113"/>
                <a:gd name="T68" fmla="*/ 14 w 86"/>
                <a:gd name="T69" fmla="*/ 86 h 113"/>
                <a:gd name="T70" fmla="*/ 9 w 86"/>
                <a:gd name="T71" fmla="*/ 74 h 113"/>
                <a:gd name="T72" fmla="*/ 82 w 86"/>
                <a:gd name="T73" fmla="*/ 56 h 113"/>
                <a:gd name="T74" fmla="*/ 82 w 86"/>
                <a:gd name="T75" fmla="*/ 56 h 113"/>
                <a:gd name="T76" fmla="*/ 76 w 86"/>
                <a:gd name="T77" fmla="*/ 21 h 113"/>
                <a:gd name="T78" fmla="*/ 4 w 86"/>
                <a:gd name="T79" fmla="*/ 45 h 113"/>
                <a:gd name="T80" fmla="*/ 4 w 86"/>
                <a:gd name="T81" fmla="*/ 45 h 113"/>
                <a:gd name="T82" fmla="*/ 4 w 86"/>
                <a:gd name="T83" fmla="*/ 45 h 113"/>
                <a:gd name="T84" fmla="*/ 6 w 86"/>
                <a:gd name="T85" fmla="*/ 31 h 113"/>
                <a:gd name="T86" fmla="*/ 76 w 86"/>
                <a:gd name="T87" fmla="*/ 21 h 113"/>
                <a:gd name="T88" fmla="*/ 76 w 86"/>
                <a:gd name="T89" fmla="*/ 21 h 113"/>
                <a:gd name="T90" fmla="*/ 75 w 86"/>
                <a:gd name="T91" fmla="*/ 18 h 113"/>
                <a:gd name="T92" fmla="*/ 75 w 86"/>
                <a:gd name="T93" fmla="*/ 18 h 113"/>
                <a:gd name="T94" fmla="*/ 75 w 86"/>
                <a:gd name="T95" fmla="*/ 18 h 113"/>
                <a:gd name="T96" fmla="*/ 75 w 86"/>
                <a:gd name="T97" fmla="*/ 18 h 113"/>
                <a:gd name="T98" fmla="*/ 75 w 86"/>
                <a:gd name="T99" fmla="*/ 18 h 113"/>
                <a:gd name="T100" fmla="*/ 53 w 86"/>
                <a:gd name="T101" fmla="*/ 4 h 113"/>
                <a:gd name="T102" fmla="*/ 53 w 86"/>
                <a:gd name="T103" fmla="*/ 4 h 113"/>
                <a:gd name="T104" fmla="*/ 51 w 86"/>
                <a:gd name="T105" fmla="*/ 4 h 113"/>
                <a:gd name="T106" fmla="*/ 53 w 86"/>
                <a:gd name="T107" fmla="*/ 4 h 113"/>
                <a:gd name="T108" fmla="*/ 53 w 86"/>
                <a:gd name="T109" fmla="*/ 4 h 113"/>
                <a:gd name="T110" fmla="*/ 21 w 86"/>
                <a:gd name="T111" fmla="*/ 15 h 113"/>
                <a:gd name="T112" fmla="*/ 20 w 86"/>
                <a:gd name="T113" fmla="*/ 14 h 113"/>
                <a:gd name="T114" fmla="*/ 21 w 86"/>
                <a:gd name="T115" fmla="*/ 1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113">
                  <a:moveTo>
                    <a:pt x="37" y="113"/>
                  </a:moveTo>
                  <a:cubicBezTo>
                    <a:pt x="37" y="111"/>
                    <a:pt x="37" y="111"/>
                    <a:pt x="37" y="111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25" y="112"/>
                    <a:pt x="17" y="101"/>
                    <a:pt x="10" y="88"/>
                  </a:cubicBezTo>
                  <a:cubicBezTo>
                    <a:pt x="10" y="88"/>
                    <a:pt x="10" y="88"/>
                    <a:pt x="10" y="88"/>
                  </a:cubicBezTo>
                  <a:cubicBezTo>
                    <a:pt x="4" y="75"/>
                    <a:pt x="0" y="59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4"/>
                    <a:pt x="3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4" y="28"/>
                    <a:pt x="86" y="41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86"/>
                    <a:pt x="63" y="101"/>
                    <a:pt x="45" y="111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2" y="112"/>
                    <a:pt x="40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lose/>
                  <a:moveTo>
                    <a:pt x="37" y="109"/>
                  </a:moveTo>
                  <a:cubicBezTo>
                    <a:pt x="39" y="109"/>
                    <a:pt x="41" y="108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61" y="97"/>
                    <a:pt x="82" y="84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84"/>
                    <a:pt x="61" y="97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1" y="108"/>
                    <a:pt x="39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lose/>
                  <a:moveTo>
                    <a:pt x="36" y="108"/>
                  </a:move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lose/>
                  <a:moveTo>
                    <a:pt x="35" y="108"/>
                  </a:moveTo>
                  <a:cubicBezTo>
                    <a:pt x="34" y="108"/>
                    <a:pt x="32" y="107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07"/>
                    <a:pt x="34" y="108"/>
                    <a:pt x="35" y="108"/>
                  </a:cubicBezTo>
                  <a:close/>
                  <a:moveTo>
                    <a:pt x="37" y="105"/>
                  </a:moveTo>
                  <a:cubicBezTo>
                    <a:pt x="38" y="105"/>
                    <a:pt x="39" y="104"/>
                    <a:pt x="41" y="104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59" y="94"/>
                    <a:pt x="78" y="82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2"/>
                    <a:pt x="76" y="29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7" y="12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3" y="8"/>
                    <a:pt x="31" y="11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14" y="23"/>
                    <a:pt x="8" y="32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7" y="57"/>
                    <a:pt x="11" y="72"/>
                    <a:pt x="17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23" y="97"/>
                    <a:pt x="31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lose/>
                  <a:moveTo>
                    <a:pt x="14" y="86"/>
                  </a:moveTo>
                  <a:cubicBezTo>
                    <a:pt x="15" y="88"/>
                    <a:pt x="16" y="90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0"/>
                    <a:pt x="15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2" y="82"/>
                    <a:pt x="10" y="78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8"/>
                    <a:pt x="12" y="82"/>
                    <a:pt x="14" y="86"/>
                  </a:cubicBezTo>
                  <a:close/>
                  <a:moveTo>
                    <a:pt x="82" y="56"/>
                  </a:moveTo>
                  <a:cubicBezTo>
                    <a:pt x="82" y="56"/>
                    <a:pt x="82" y="56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43"/>
                    <a:pt x="80" y="3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80" y="31"/>
                    <a:pt x="82" y="43"/>
                    <a:pt x="82" y="56"/>
                  </a:cubicBezTo>
                  <a:close/>
                  <a:moveTo>
                    <a:pt x="4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0"/>
                    <a:pt x="4" y="35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5"/>
                    <a:pt x="4" y="40"/>
                    <a:pt x="4" y="45"/>
                  </a:cubicBezTo>
                  <a:close/>
                  <a:moveTo>
                    <a:pt x="76" y="21"/>
                  </a:move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0" y="9"/>
                    <a:pt x="6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2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63" y="4"/>
                    <a:pt x="70" y="9"/>
                    <a:pt x="75" y="18"/>
                  </a:cubicBezTo>
                  <a:close/>
                  <a:moveTo>
                    <a:pt x="21" y="15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5" name="Freeform 1860"/>
            <p:cNvSpPr/>
            <p:nvPr>
              <p:custDataLst>
                <p:tags r:id="rId32"/>
              </p:custDataLst>
            </p:nvPr>
          </p:nvSpPr>
          <p:spPr bwMode="auto">
            <a:xfrm>
              <a:off x="7531102" y="5711826"/>
              <a:ext cx="128588" cy="122238"/>
            </a:xfrm>
            <a:custGeom>
              <a:avLst/>
              <a:gdLst>
                <a:gd name="T0" fmla="*/ 55 w 74"/>
                <a:gd name="T1" fmla="*/ 67 h 70"/>
                <a:gd name="T2" fmla="*/ 70 w 74"/>
                <a:gd name="T3" fmla="*/ 58 h 70"/>
                <a:gd name="T4" fmla="*/ 70 w 74"/>
                <a:gd name="T5" fmla="*/ 56 h 70"/>
                <a:gd name="T6" fmla="*/ 70 w 74"/>
                <a:gd name="T7" fmla="*/ 56 h 70"/>
                <a:gd name="T8" fmla="*/ 50 w 74"/>
                <a:gd name="T9" fmla="*/ 6 h 70"/>
                <a:gd name="T10" fmla="*/ 50 w 74"/>
                <a:gd name="T11" fmla="*/ 6 h 70"/>
                <a:gd name="T12" fmla="*/ 41 w 74"/>
                <a:gd name="T13" fmla="*/ 4 h 70"/>
                <a:gd name="T14" fmla="*/ 41 w 74"/>
                <a:gd name="T15" fmla="*/ 4 h 70"/>
                <a:gd name="T16" fmla="*/ 2 w 74"/>
                <a:gd name="T17" fmla="*/ 11 h 70"/>
                <a:gd name="T18" fmla="*/ 2 w 74"/>
                <a:gd name="T19" fmla="*/ 11 h 70"/>
                <a:gd name="T20" fmla="*/ 0 w 74"/>
                <a:gd name="T21" fmla="*/ 7 h 70"/>
                <a:gd name="T22" fmla="*/ 41 w 74"/>
                <a:gd name="T23" fmla="*/ 0 h 70"/>
                <a:gd name="T24" fmla="*/ 41 w 74"/>
                <a:gd name="T25" fmla="*/ 0 h 70"/>
                <a:gd name="T26" fmla="*/ 53 w 74"/>
                <a:gd name="T27" fmla="*/ 3 h 70"/>
                <a:gd name="T28" fmla="*/ 53 w 74"/>
                <a:gd name="T29" fmla="*/ 3 h 70"/>
                <a:gd name="T30" fmla="*/ 74 w 74"/>
                <a:gd name="T31" fmla="*/ 56 h 70"/>
                <a:gd name="T32" fmla="*/ 74 w 74"/>
                <a:gd name="T33" fmla="*/ 56 h 70"/>
                <a:gd name="T34" fmla="*/ 72 w 74"/>
                <a:gd name="T35" fmla="*/ 62 h 70"/>
                <a:gd name="T36" fmla="*/ 72 w 74"/>
                <a:gd name="T37" fmla="*/ 62 h 70"/>
                <a:gd name="T38" fmla="*/ 72 w 74"/>
                <a:gd name="T39" fmla="*/ 62 h 70"/>
                <a:gd name="T40" fmla="*/ 57 w 74"/>
                <a:gd name="T41" fmla="*/ 70 h 70"/>
                <a:gd name="T42" fmla="*/ 57 w 74"/>
                <a:gd name="T43" fmla="*/ 70 h 70"/>
                <a:gd name="T44" fmla="*/ 55 w 74"/>
                <a:gd name="T45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" h="70">
                  <a:moveTo>
                    <a:pt x="55" y="67"/>
                  </a:move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7"/>
                    <a:pt x="70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1" y="45"/>
                    <a:pt x="55" y="12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5"/>
                    <a:pt x="46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27" y="4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6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6" y="0"/>
                    <a:pt x="51" y="0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9" y="11"/>
                    <a:pt x="74" y="43"/>
                    <a:pt x="74" y="5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4" y="58"/>
                    <a:pt x="74" y="60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5" y="67"/>
                    <a:pt x="55" y="67"/>
                    <a:pt x="55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6" name="Freeform 1861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7527927" y="5708651"/>
              <a:ext cx="134938" cy="139700"/>
            </a:xfrm>
            <a:custGeom>
              <a:avLst/>
              <a:gdLst>
                <a:gd name="T0" fmla="*/ 57 w 78"/>
                <a:gd name="T1" fmla="*/ 69 h 80"/>
                <a:gd name="T2" fmla="*/ 57 w 78"/>
                <a:gd name="T3" fmla="*/ 69 h 80"/>
                <a:gd name="T4" fmla="*/ 54 w 78"/>
                <a:gd name="T5" fmla="*/ 68 h 80"/>
                <a:gd name="T6" fmla="*/ 70 w 78"/>
                <a:gd name="T7" fmla="*/ 58 h 80"/>
                <a:gd name="T8" fmla="*/ 70 w 78"/>
                <a:gd name="T9" fmla="*/ 58 h 80"/>
                <a:gd name="T10" fmla="*/ 70 w 78"/>
                <a:gd name="T11" fmla="*/ 58 h 80"/>
                <a:gd name="T12" fmla="*/ 50 w 78"/>
                <a:gd name="T13" fmla="*/ 9 h 80"/>
                <a:gd name="T14" fmla="*/ 50 w 78"/>
                <a:gd name="T15" fmla="*/ 9 h 80"/>
                <a:gd name="T16" fmla="*/ 50 w 78"/>
                <a:gd name="T17" fmla="*/ 9 h 80"/>
                <a:gd name="T18" fmla="*/ 50 w 78"/>
                <a:gd name="T19" fmla="*/ 9 h 80"/>
                <a:gd name="T20" fmla="*/ 49 w 78"/>
                <a:gd name="T21" fmla="*/ 8 h 80"/>
                <a:gd name="T22" fmla="*/ 44 w 78"/>
                <a:gd name="T23" fmla="*/ 8 h 80"/>
                <a:gd name="T24" fmla="*/ 44 w 78"/>
                <a:gd name="T25" fmla="*/ 8 h 80"/>
                <a:gd name="T26" fmla="*/ 43 w 78"/>
                <a:gd name="T27" fmla="*/ 8 h 80"/>
                <a:gd name="T28" fmla="*/ 5 w 78"/>
                <a:gd name="T29" fmla="*/ 15 h 80"/>
                <a:gd name="T30" fmla="*/ 3 w 78"/>
                <a:gd name="T31" fmla="*/ 18 h 80"/>
                <a:gd name="T32" fmla="*/ 2 w 78"/>
                <a:gd name="T33" fmla="*/ 7 h 80"/>
                <a:gd name="T34" fmla="*/ 2 w 78"/>
                <a:gd name="T35" fmla="*/ 7 h 80"/>
                <a:gd name="T36" fmla="*/ 3 w 78"/>
                <a:gd name="T37" fmla="*/ 7 h 80"/>
                <a:gd name="T38" fmla="*/ 6 w 78"/>
                <a:gd name="T39" fmla="*/ 6 h 80"/>
                <a:gd name="T40" fmla="*/ 17 w 78"/>
                <a:gd name="T41" fmla="*/ 4 h 80"/>
                <a:gd name="T42" fmla="*/ 43 w 78"/>
                <a:gd name="T43" fmla="*/ 0 h 80"/>
                <a:gd name="T44" fmla="*/ 57 w 78"/>
                <a:gd name="T45" fmla="*/ 4 h 80"/>
                <a:gd name="T46" fmla="*/ 78 w 78"/>
                <a:gd name="T47" fmla="*/ 58 h 80"/>
                <a:gd name="T48" fmla="*/ 76 w 78"/>
                <a:gd name="T49" fmla="*/ 65 h 80"/>
                <a:gd name="T50" fmla="*/ 61 w 78"/>
                <a:gd name="T51" fmla="*/ 73 h 80"/>
                <a:gd name="T52" fmla="*/ 55 w 78"/>
                <a:gd name="T53" fmla="*/ 70 h 80"/>
                <a:gd name="T54" fmla="*/ 73 w 78"/>
                <a:gd name="T55" fmla="*/ 62 h 80"/>
                <a:gd name="T56" fmla="*/ 73 w 78"/>
                <a:gd name="T57" fmla="*/ 62 h 80"/>
                <a:gd name="T58" fmla="*/ 60 w 78"/>
                <a:gd name="T59" fmla="*/ 69 h 80"/>
                <a:gd name="T60" fmla="*/ 74 w 78"/>
                <a:gd name="T61" fmla="*/ 61 h 80"/>
                <a:gd name="T62" fmla="*/ 74 w 78"/>
                <a:gd name="T63" fmla="*/ 58 h 80"/>
                <a:gd name="T64" fmla="*/ 54 w 78"/>
                <a:gd name="T65" fmla="*/ 7 h 80"/>
                <a:gd name="T66" fmla="*/ 53 w 78"/>
                <a:gd name="T67" fmla="*/ 7 h 80"/>
                <a:gd name="T68" fmla="*/ 74 w 78"/>
                <a:gd name="T69" fmla="*/ 58 h 80"/>
                <a:gd name="T70" fmla="*/ 74 w 78"/>
                <a:gd name="T71" fmla="*/ 58 h 80"/>
                <a:gd name="T72" fmla="*/ 74 w 78"/>
                <a:gd name="T73" fmla="*/ 58 h 80"/>
                <a:gd name="T74" fmla="*/ 48 w 78"/>
                <a:gd name="T75" fmla="*/ 4 h 80"/>
                <a:gd name="T76" fmla="*/ 44 w 78"/>
                <a:gd name="T77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8" h="80">
                  <a:moveTo>
                    <a:pt x="55" y="70"/>
                  </a:moveTo>
                  <a:cubicBezTo>
                    <a:pt x="57" y="69"/>
                    <a:pt x="57" y="69"/>
                    <a:pt x="57" y="69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59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1" y="48"/>
                    <a:pt x="55" y="15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8" y="8"/>
                    <a:pt x="46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1" y="8"/>
                    <a:pt x="9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5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12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5" y="2"/>
                    <a:pt x="35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8" y="0"/>
                    <a:pt x="53" y="0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63" y="13"/>
                    <a:pt x="78" y="43"/>
                    <a:pt x="78" y="5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60"/>
                    <a:pt x="78" y="63"/>
                    <a:pt x="76" y="65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5" y="70"/>
                    <a:pt x="55" y="70"/>
                    <a:pt x="55" y="70"/>
                  </a:cubicBezTo>
                  <a:close/>
                  <a:moveTo>
                    <a:pt x="60" y="69"/>
                  </a:move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69"/>
                    <a:pt x="60" y="69"/>
                    <a:pt x="60" y="69"/>
                  </a:cubicBezTo>
                  <a:close/>
                  <a:moveTo>
                    <a:pt x="74" y="61"/>
                  </a:moveTo>
                  <a:cubicBezTo>
                    <a:pt x="74" y="60"/>
                    <a:pt x="74" y="59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46"/>
                    <a:pt x="59" y="14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9" y="14"/>
                    <a:pt x="74" y="45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60"/>
                    <a:pt x="74" y="60"/>
                    <a:pt x="74" y="61"/>
                  </a:cubicBezTo>
                  <a:close/>
                  <a:moveTo>
                    <a:pt x="48" y="4"/>
                  </a:moveTo>
                  <a:cubicBezTo>
                    <a:pt x="47" y="4"/>
                    <a:pt x="46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4"/>
                    <a:pt x="47" y="4"/>
                    <a:pt x="4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7" name="Freeform 1862"/>
            <p:cNvSpPr/>
            <p:nvPr>
              <p:custDataLst>
                <p:tags r:id="rId34"/>
              </p:custDataLst>
            </p:nvPr>
          </p:nvSpPr>
          <p:spPr bwMode="auto">
            <a:xfrm>
              <a:off x="7646989" y="5818188"/>
              <a:ext cx="7938" cy="20638"/>
            </a:xfrm>
            <a:custGeom>
              <a:avLst/>
              <a:gdLst>
                <a:gd name="T0" fmla="*/ 0 w 5"/>
                <a:gd name="T1" fmla="*/ 13 h 13"/>
                <a:gd name="T2" fmla="*/ 0 w 5"/>
                <a:gd name="T3" fmla="*/ 0 h 13"/>
                <a:gd name="T4" fmla="*/ 5 w 5"/>
                <a:gd name="T5" fmla="*/ 0 h 13"/>
                <a:gd name="T6" fmla="*/ 5 w 5"/>
                <a:gd name="T7" fmla="*/ 13 h 13"/>
                <a:gd name="T8" fmla="*/ 0 w 5"/>
                <a:gd name="T9" fmla="*/ 13 h 13"/>
                <a:gd name="T10" fmla="*/ 0 w 5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3">
                  <a:moveTo>
                    <a:pt x="0" y="1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8" name="Freeform 1863"/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7643814" y="5815013"/>
              <a:ext cx="14288" cy="28575"/>
            </a:xfrm>
            <a:custGeom>
              <a:avLst/>
              <a:gdLst>
                <a:gd name="T0" fmla="*/ 7 w 9"/>
                <a:gd name="T1" fmla="*/ 18 h 18"/>
                <a:gd name="T2" fmla="*/ 2 w 9"/>
                <a:gd name="T3" fmla="*/ 18 h 18"/>
                <a:gd name="T4" fmla="*/ 2 w 9"/>
                <a:gd name="T5" fmla="*/ 15 h 18"/>
                <a:gd name="T6" fmla="*/ 4 w 9"/>
                <a:gd name="T7" fmla="*/ 15 h 18"/>
                <a:gd name="T8" fmla="*/ 2 w 9"/>
                <a:gd name="T9" fmla="*/ 15 h 18"/>
                <a:gd name="T10" fmla="*/ 2 w 9"/>
                <a:gd name="T11" fmla="*/ 18 h 18"/>
                <a:gd name="T12" fmla="*/ 0 w 9"/>
                <a:gd name="T13" fmla="*/ 18 h 18"/>
                <a:gd name="T14" fmla="*/ 0 w 9"/>
                <a:gd name="T15" fmla="*/ 0 h 18"/>
                <a:gd name="T16" fmla="*/ 9 w 9"/>
                <a:gd name="T17" fmla="*/ 0 h 18"/>
                <a:gd name="T18" fmla="*/ 9 w 9"/>
                <a:gd name="T19" fmla="*/ 18 h 18"/>
                <a:gd name="T20" fmla="*/ 7 w 9"/>
                <a:gd name="T21" fmla="*/ 18 h 18"/>
                <a:gd name="T22" fmla="*/ 7 w 9"/>
                <a:gd name="T23" fmla="*/ 18 h 18"/>
                <a:gd name="T24" fmla="*/ 4 w 9"/>
                <a:gd name="T25" fmla="*/ 13 h 18"/>
                <a:gd name="T26" fmla="*/ 4 w 9"/>
                <a:gd name="T27" fmla="*/ 4 h 18"/>
                <a:gd name="T28" fmla="*/ 4 w 9"/>
                <a:gd name="T29" fmla="*/ 13 h 18"/>
                <a:gd name="T30" fmla="*/ 4 w 9"/>
                <a:gd name="T31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8">
                  <a:moveTo>
                    <a:pt x="7" y="18"/>
                  </a:moveTo>
                  <a:lnTo>
                    <a:pt x="2" y="18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8"/>
                  </a:lnTo>
                  <a:lnTo>
                    <a:pt x="7" y="18"/>
                  </a:lnTo>
                  <a:lnTo>
                    <a:pt x="7" y="18"/>
                  </a:lnTo>
                  <a:close/>
                  <a:moveTo>
                    <a:pt x="4" y="13"/>
                  </a:moveTo>
                  <a:lnTo>
                    <a:pt x="4" y="4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9" name="Freeform 1864"/>
            <p:cNvSpPr/>
            <p:nvPr>
              <p:custDataLst>
                <p:tags r:id="rId36"/>
              </p:custDataLst>
            </p:nvPr>
          </p:nvSpPr>
          <p:spPr bwMode="auto">
            <a:xfrm>
              <a:off x="7316789" y="5661026"/>
              <a:ext cx="128588" cy="88900"/>
            </a:xfrm>
            <a:custGeom>
              <a:avLst/>
              <a:gdLst>
                <a:gd name="T0" fmla="*/ 7 w 74"/>
                <a:gd name="T1" fmla="*/ 47 h 51"/>
                <a:gd name="T2" fmla="*/ 1 w 74"/>
                <a:gd name="T3" fmla="*/ 34 h 51"/>
                <a:gd name="T4" fmla="*/ 1 w 74"/>
                <a:gd name="T5" fmla="*/ 34 h 51"/>
                <a:gd name="T6" fmla="*/ 0 w 74"/>
                <a:gd name="T7" fmla="*/ 29 h 51"/>
                <a:gd name="T8" fmla="*/ 0 w 74"/>
                <a:gd name="T9" fmla="*/ 29 h 51"/>
                <a:gd name="T10" fmla="*/ 13 w 74"/>
                <a:gd name="T11" fmla="*/ 5 h 51"/>
                <a:gd name="T12" fmla="*/ 13 w 74"/>
                <a:gd name="T13" fmla="*/ 5 h 51"/>
                <a:gd name="T14" fmla="*/ 15 w 74"/>
                <a:gd name="T15" fmla="*/ 0 h 51"/>
                <a:gd name="T16" fmla="*/ 15 w 74"/>
                <a:gd name="T17" fmla="*/ 0 h 51"/>
                <a:gd name="T18" fmla="*/ 18 w 74"/>
                <a:gd name="T19" fmla="*/ 2 h 51"/>
                <a:gd name="T20" fmla="*/ 16 w 74"/>
                <a:gd name="T21" fmla="*/ 7 h 51"/>
                <a:gd name="T22" fmla="*/ 16 w 74"/>
                <a:gd name="T23" fmla="*/ 8 h 51"/>
                <a:gd name="T24" fmla="*/ 10 w 74"/>
                <a:gd name="T25" fmla="*/ 14 h 51"/>
                <a:gd name="T26" fmla="*/ 10 w 74"/>
                <a:gd name="T27" fmla="*/ 14 h 51"/>
                <a:gd name="T28" fmla="*/ 4 w 74"/>
                <a:gd name="T29" fmla="*/ 29 h 51"/>
                <a:gd name="T30" fmla="*/ 4 w 74"/>
                <a:gd name="T31" fmla="*/ 29 h 51"/>
                <a:gd name="T32" fmla="*/ 5 w 74"/>
                <a:gd name="T33" fmla="*/ 33 h 51"/>
                <a:gd name="T34" fmla="*/ 5 w 74"/>
                <a:gd name="T35" fmla="*/ 33 h 51"/>
                <a:gd name="T36" fmla="*/ 10 w 74"/>
                <a:gd name="T37" fmla="*/ 44 h 51"/>
                <a:gd name="T38" fmla="*/ 10 w 74"/>
                <a:gd name="T39" fmla="*/ 44 h 51"/>
                <a:gd name="T40" fmla="*/ 18 w 74"/>
                <a:gd name="T41" fmla="*/ 47 h 51"/>
                <a:gd name="T42" fmla="*/ 18 w 74"/>
                <a:gd name="T43" fmla="*/ 47 h 51"/>
                <a:gd name="T44" fmla="*/ 22 w 74"/>
                <a:gd name="T45" fmla="*/ 47 h 51"/>
                <a:gd name="T46" fmla="*/ 22 w 74"/>
                <a:gd name="T47" fmla="*/ 47 h 51"/>
                <a:gd name="T48" fmla="*/ 73 w 74"/>
                <a:gd name="T49" fmla="*/ 35 h 51"/>
                <a:gd name="T50" fmla="*/ 73 w 74"/>
                <a:gd name="T51" fmla="*/ 35 h 51"/>
                <a:gd name="T52" fmla="*/ 74 w 74"/>
                <a:gd name="T53" fmla="*/ 39 h 51"/>
                <a:gd name="T54" fmla="*/ 22 w 74"/>
                <a:gd name="T55" fmla="*/ 51 h 51"/>
                <a:gd name="T56" fmla="*/ 22 w 74"/>
                <a:gd name="T57" fmla="*/ 51 h 51"/>
                <a:gd name="T58" fmla="*/ 18 w 74"/>
                <a:gd name="T59" fmla="*/ 51 h 51"/>
                <a:gd name="T60" fmla="*/ 18 w 74"/>
                <a:gd name="T61" fmla="*/ 51 h 51"/>
                <a:gd name="T62" fmla="*/ 17 w 74"/>
                <a:gd name="T63" fmla="*/ 51 h 51"/>
                <a:gd name="T64" fmla="*/ 17 w 74"/>
                <a:gd name="T65" fmla="*/ 51 h 51"/>
                <a:gd name="T66" fmla="*/ 7 w 74"/>
                <a:gd name="T67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4" h="51">
                  <a:moveTo>
                    <a:pt x="7" y="47"/>
                  </a:moveTo>
                  <a:cubicBezTo>
                    <a:pt x="4" y="44"/>
                    <a:pt x="3" y="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2"/>
                    <a:pt x="0" y="31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7"/>
                    <a:pt x="11" y="7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3" y="10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7" y="19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2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9"/>
                    <a:pt x="8" y="42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6"/>
                    <a:pt x="13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9" y="47"/>
                    <a:pt x="20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4" y="46"/>
                    <a:pt x="73" y="35"/>
                    <a:pt x="73" y="35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35" y="50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51"/>
                    <a:pt x="19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51"/>
                    <a:pt x="9" y="50"/>
                    <a:pt x="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0" name="Freeform 1865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7313614" y="5657851"/>
              <a:ext cx="136525" cy="96838"/>
            </a:xfrm>
            <a:custGeom>
              <a:avLst/>
              <a:gdLst>
                <a:gd name="T0" fmla="*/ 1 w 79"/>
                <a:gd name="T1" fmla="*/ 37 h 55"/>
                <a:gd name="T2" fmla="*/ 0 w 79"/>
                <a:gd name="T3" fmla="*/ 31 h 55"/>
                <a:gd name="T4" fmla="*/ 15 w 79"/>
                <a:gd name="T5" fmla="*/ 1 h 55"/>
                <a:gd name="T6" fmla="*/ 23 w 79"/>
                <a:gd name="T7" fmla="*/ 2 h 55"/>
                <a:gd name="T8" fmla="*/ 19 w 79"/>
                <a:gd name="T9" fmla="*/ 11 h 55"/>
                <a:gd name="T10" fmla="*/ 18 w 79"/>
                <a:gd name="T11" fmla="*/ 13 h 55"/>
                <a:gd name="T12" fmla="*/ 14 w 79"/>
                <a:gd name="T13" fmla="*/ 18 h 55"/>
                <a:gd name="T14" fmla="*/ 8 w 79"/>
                <a:gd name="T15" fmla="*/ 31 h 55"/>
                <a:gd name="T16" fmla="*/ 13 w 79"/>
                <a:gd name="T17" fmla="*/ 45 h 55"/>
                <a:gd name="T18" fmla="*/ 20 w 79"/>
                <a:gd name="T19" fmla="*/ 47 h 55"/>
                <a:gd name="T20" fmla="*/ 74 w 79"/>
                <a:gd name="T21" fmla="*/ 36 h 55"/>
                <a:gd name="T22" fmla="*/ 77 w 79"/>
                <a:gd name="T23" fmla="*/ 35 h 55"/>
                <a:gd name="T24" fmla="*/ 76 w 79"/>
                <a:gd name="T25" fmla="*/ 43 h 55"/>
                <a:gd name="T26" fmla="*/ 75 w 79"/>
                <a:gd name="T27" fmla="*/ 44 h 55"/>
                <a:gd name="T28" fmla="*/ 55 w 79"/>
                <a:gd name="T29" fmla="*/ 49 h 55"/>
                <a:gd name="T30" fmla="*/ 24 w 79"/>
                <a:gd name="T31" fmla="*/ 55 h 55"/>
                <a:gd name="T32" fmla="*/ 19 w 79"/>
                <a:gd name="T33" fmla="*/ 55 h 55"/>
                <a:gd name="T34" fmla="*/ 19 w 79"/>
                <a:gd name="T35" fmla="*/ 55 h 55"/>
                <a:gd name="T36" fmla="*/ 23 w 79"/>
                <a:gd name="T37" fmla="*/ 51 h 55"/>
                <a:gd name="T38" fmla="*/ 20 w 79"/>
                <a:gd name="T39" fmla="*/ 51 h 55"/>
                <a:gd name="T40" fmla="*/ 19 w 79"/>
                <a:gd name="T41" fmla="*/ 51 h 55"/>
                <a:gd name="T42" fmla="*/ 19 w 79"/>
                <a:gd name="T43" fmla="*/ 51 h 55"/>
                <a:gd name="T44" fmla="*/ 17 w 79"/>
                <a:gd name="T45" fmla="*/ 51 h 55"/>
                <a:gd name="T46" fmla="*/ 17 w 79"/>
                <a:gd name="T47" fmla="*/ 51 h 55"/>
                <a:gd name="T48" fmla="*/ 17 w 79"/>
                <a:gd name="T49" fmla="*/ 51 h 55"/>
                <a:gd name="T50" fmla="*/ 10 w 79"/>
                <a:gd name="T51" fmla="*/ 48 h 55"/>
                <a:gd name="T52" fmla="*/ 10 w 79"/>
                <a:gd name="T53" fmla="*/ 48 h 55"/>
                <a:gd name="T54" fmla="*/ 54 w 79"/>
                <a:gd name="T55" fmla="*/ 45 h 55"/>
                <a:gd name="T56" fmla="*/ 47 w 79"/>
                <a:gd name="T57" fmla="*/ 46 h 55"/>
                <a:gd name="T58" fmla="*/ 74 w 79"/>
                <a:gd name="T59" fmla="*/ 40 h 55"/>
                <a:gd name="T60" fmla="*/ 5 w 79"/>
                <a:gd name="T61" fmla="*/ 36 h 55"/>
                <a:gd name="T62" fmla="*/ 5 w 79"/>
                <a:gd name="T63" fmla="*/ 36 h 55"/>
                <a:gd name="T64" fmla="*/ 4 w 79"/>
                <a:gd name="T65" fmla="*/ 31 h 55"/>
                <a:gd name="T66" fmla="*/ 5 w 79"/>
                <a:gd name="T67" fmla="*/ 36 h 55"/>
                <a:gd name="T68" fmla="*/ 7 w 79"/>
                <a:gd name="T69" fmla="*/ 21 h 55"/>
                <a:gd name="T70" fmla="*/ 10 w 79"/>
                <a:gd name="T71" fmla="*/ 15 h 55"/>
                <a:gd name="T72" fmla="*/ 13 w 79"/>
                <a:gd name="T73" fmla="*/ 12 h 55"/>
                <a:gd name="T74" fmla="*/ 20 w 79"/>
                <a:gd name="T75" fmla="*/ 9 h 55"/>
                <a:gd name="T76" fmla="*/ 16 w 79"/>
                <a:gd name="T77" fmla="*/ 9 h 55"/>
                <a:gd name="T78" fmla="*/ 16 w 79"/>
                <a:gd name="T79" fmla="*/ 9 h 55"/>
                <a:gd name="T80" fmla="*/ 16 w 79"/>
                <a:gd name="T81" fmla="*/ 8 h 55"/>
                <a:gd name="T82" fmla="*/ 16 w 79"/>
                <a:gd name="T83" fmla="*/ 8 h 55"/>
                <a:gd name="T84" fmla="*/ 19 w 79"/>
                <a:gd name="T85" fmla="*/ 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" h="55"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4" y="47"/>
                    <a:pt x="3" y="42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5"/>
                    <a:pt x="0" y="33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9"/>
                    <a:pt x="10" y="9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8" y="12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4"/>
                    <a:pt x="15" y="16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1" y="21"/>
                    <a:pt x="8" y="27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2"/>
                    <a:pt x="8" y="33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40"/>
                    <a:pt x="12" y="44"/>
                    <a:pt x="13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5" y="47"/>
                    <a:pt x="16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2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34" y="46"/>
                    <a:pt x="70" y="37"/>
                    <a:pt x="74" y="36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7" y="43"/>
                    <a:pt x="77" y="43"/>
                    <a:pt x="76" y="43"/>
                  </a:cubicBezTo>
                  <a:cubicBezTo>
                    <a:pt x="76" y="43"/>
                    <a:pt x="76" y="43"/>
                    <a:pt x="76" y="43"/>
                  </a:cubicBezTo>
                  <a:cubicBezTo>
                    <a:pt x="76" y="43"/>
                    <a:pt x="76" y="44"/>
                    <a:pt x="75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4" y="44"/>
                    <a:pt x="72" y="44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6"/>
                    <a:pt x="61" y="47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4" y="51"/>
                    <a:pt x="31" y="54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1" y="55"/>
                    <a:pt x="20" y="55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4" y="55"/>
                    <a:pt x="10" y="54"/>
                    <a:pt x="7" y="50"/>
                  </a:cubicBezTo>
                  <a:close/>
                  <a:moveTo>
                    <a:pt x="20" y="51"/>
                  </a:moveTo>
                  <a:cubicBezTo>
                    <a:pt x="21" y="51"/>
                    <a:pt x="22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1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17" y="51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lose/>
                  <a:moveTo>
                    <a:pt x="17" y="51"/>
                  </a:moveTo>
                  <a:cubicBezTo>
                    <a:pt x="14" y="51"/>
                    <a:pt x="13" y="50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3" y="50"/>
                    <a:pt x="14" y="51"/>
                    <a:pt x="17" y="51"/>
                  </a:cubicBezTo>
                  <a:close/>
                  <a:moveTo>
                    <a:pt x="9" y="49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lose/>
                  <a:moveTo>
                    <a:pt x="69" y="41"/>
                  </a:moveTo>
                  <a:cubicBezTo>
                    <a:pt x="66" y="42"/>
                    <a:pt x="60" y="43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2" y="45"/>
                    <a:pt x="50" y="46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6" y="45"/>
                    <a:pt x="64" y="42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1" y="41"/>
                    <a:pt x="73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3" y="40"/>
                    <a:pt x="71" y="41"/>
                    <a:pt x="69" y="41"/>
                  </a:cubicBezTo>
                  <a:close/>
                  <a:moveTo>
                    <a:pt x="5" y="36"/>
                  </a:moveTo>
                  <a:cubicBezTo>
                    <a:pt x="6" y="39"/>
                    <a:pt x="7" y="41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1"/>
                    <a:pt x="6" y="39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4" y="34"/>
                    <a:pt x="4" y="33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3"/>
                    <a:pt x="4" y="34"/>
                    <a:pt x="5" y="36"/>
                  </a:cubicBezTo>
                  <a:close/>
                  <a:moveTo>
                    <a:pt x="7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lose/>
                  <a:moveTo>
                    <a:pt x="7" y="21"/>
                  </a:moveTo>
                  <a:cubicBezTo>
                    <a:pt x="8" y="19"/>
                    <a:pt x="9" y="17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4"/>
                    <a:pt x="12" y="13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1" y="15"/>
                    <a:pt x="9" y="18"/>
                    <a:pt x="7" y="21"/>
                  </a:cubicBezTo>
                  <a:close/>
                  <a:moveTo>
                    <a:pt x="20" y="10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10"/>
                  </a:cubicBezTo>
                  <a:close/>
                  <a:moveTo>
                    <a:pt x="16" y="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1" name="Freeform 1866"/>
            <p:cNvSpPr/>
            <p:nvPr>
              <p:custDataLst>
                <p:tags r:id="rId38"/>
              </p:custDataLst>
            </p:nvPr>
          </p:nvSpPr>
          <p:spPr bwMode="auto">
            <a:xfrm>
              <a:off x="7340602" y="5668963"/>
              <a:ext cx="17463" cy="11113"/>
            </a:xfrm>
            <a:custGeom>
              <a:avLst/>
              <a:gdLst>
                <a:gd name="T0" fmla="*/ 0 w 11"/>
                <a:gd name="T1" fmla="*/ 4 h 7"/>
                <a:gd name="T2" fmla="*/ 1 w 11"/>
                <a:gd name="T3" fmla="*/ 0 h 7"/>
                <a:gd name="T4" fmla="*/ 11 w 11"/>
                <a:gd name="T5" fmla="*/ 3 h 7"/>
                <a:gd name="T6" fmla="*/ 9 w 11"/>
                <a:gd name="T7" fmla="*/ 7 h 7"/>
                <a:gd name="T8" fmla="*/ 0 w 11"/>
                <a:gd name="T9" fmla="*/ 4 h 7"/>
                <a:gd name="T10" fmla="*/ 0 w 11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0" y="4"/>
                  </a:moveTo>
                  <a:lnTo>
                    <a:pt x="1" y="0"/>
                  </a:lnTo>
                  <a:lnTo>
                    <a:pt x="11" y="3"/>
                  </a:lnTo>
                  <a:lnTo>
                    <a:pt x="9" y="7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2" name="Freeform 1867"/>
            <p:cNvSpPr>
              <a:spLocks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7335839" y="5665788"/>
              <a:ext cx="25400" cy="19050"/>
            </a:xfrm>
            <a:custGeom>
              <a:avLst/>
              <a:gdLst>
                <a:gd name="T0" fmla="*/ 2 w 16"/>
                <a:gd name="T1" fmla="*/ 8 h 12"/>
                <a:gd name="T2" fmla="*/ 3 w 16"/>
                <a:gd name="T3" fmla="*/ 6 h 12"/>
                <a:gd name="T4" fmla="*/ 5 w 16"/>
                <a:gd name="T5" fmla="*/ 7 h 12"/>
                <a:gd name="T6" fmla="*/ 3 w 16"/>
                <a:gd name="T7" fmla="*/ 6 h 12"/>
                <a:gd name="T8" fmla="*/ 2 w 16"/>
                <a:gd name="T9" fmla="*/ 8 h 12"/>
                <a:gd name="T10" fmla="*/ 0 w 16"/>
                <a:gd name="T11" fmla="*/ 7 h 12"/>
                <a:gd name="T12" fmla="*/ 3 w 16"/>
                <a:gd name="T13" fmla="*/ 0 h 12"/>
                <a:gd name="T14" fmla="*/ 16 w 16"/>
                <a:gd name="T15" fmla="*/ 3 h 12"/>
                <a:gd name="T16" fmla="*/ 14 w 16"/>
                <a:gd name="T17" fmla="*/ 12 h 12"/>
                <a:gd name="T18" fmla="*/ 2 w 16"/>
                <a:gd name="T19" fmla="*/ 8 h 12"/>
                <a:gd name="T20" fmla="*/ 2 w 16"/>
                <a:gd name="T21" fmla="*/ 8 h 12"/>
                <a:gd name="T22" fmla="*/ 11 w 16"/>
                <a:gd name="T23" fmla="*/ 6 h 12"/>
                <a:gd name="T24" fmla="*/ 5 w 16"/>
                <a:gd name="T25" fmla="*/ 5 h 12"/>
                <a:gd name="T26" fmla="*/ 5 w 16"/>
                <a:gd name="T27" fmla="*/ 5 h 12"/>
                <a:gd name="T28" fmla="*/ 11 w 16"/>
                <a:gd name="T29" fmla="*/ 6 h 12"/>
                <a:gd name="T30" fmla="*/ 11 w 16"/>
                <a:gd name="T31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2">
                  <a:moveTo>
                    <a:pt x="2" y="8"/>
                  </a:moveTo>
                  <a:lnTo>
                    <a:pt x="3" y="6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8"/>
                  </a:lnTo>
                  <a:lnTo>
                    <a:pt x="0" y="7"/>
                  </a:lnTo>
                  <a:lnTo>
                    <a:pt x="3" y="0"/>
                  </a:lnTo>
                  <a:lnTo>
                    <a:pt x="16" y="3"/>
                  </a:lnTo>
                  <a:lnTo>
                    <a:pt x="14" y="12"/>
                  </a:ln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11" y="6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11" y="6"/>
                  </a:lnTo>
                  <a:lnTo>
                    <a:pt x="11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3" name="Freeform 1868"/>
            <p:cNvSpPr/>
            <p:nvPr>
              <p:custDataLst>
                <p:tags r:id="rId40"/>
              </p:custDataLst>
            </p:nvPr>
          </p:nvSpPr>
          <p:spPr bwMode="auto">
            <a:xfrm>
              <a:off x="7337427" y="5875338"/>
              <a:ext cx="119063" cy="187325"/>
            </a:xfrm>
            <a:custGeom>
              <a:avLst/>
              <a:gdLst>
                <a:gd name="T0" fmla="*/ 7 w 68"/>
                <a:gd name="T1" fmla="*/ 103 h 107"/>
                <a:gd name="T2" fmla="*/ 21 w 68"/>
                <a:gd name="T3" fmla="*/ 103 h 107"/>
                <a:gd name="T4" fmla="*/ 0 w 68"/>
                <a:gd name="T5" fmla="*/ 13 h 107"/>
                <a:gd name="T6" fmla="*/ 0 w 68"/>
                <a:gd name="T7" fmla="*/ 13 h 107"/>
                <a:gd name="T8" fmla="*/ 1 w 68"/>
                <a:gd name="T9" fmla="*/ 10 h 107"/>
                <a:gd name="T10" fmla="*/ 1 w 68"/>
                <a:gd name="T11" fmla="*/ 10 h 107"/>
                <a:gd name="T12" fmla="*/ 7 w 68"/>
                <a:gd name="T13" fmla="*/ 2 h 107"/>
                <a:gd name="T14" fmla="*/ 7 w 68"/>
                <a:gd name="T15" fmla="*/ 2 h 107"/>
                <a:gd name="T16" fmla="*/ 20 w 68"/>
                <a:gd name="T17" fmla="*/ 0 h 107"/>
                <a:gd name="T18" fmla="*/ 20 w 68"/>
                <a:gd name="T19" fmla="*/ 0 h 107"/>
                <a:gd name="T20" fmla="*/ 68 w 68"/>
                <a:gd name="T21" fmla="*/ 9 h 107"/>
                <a:gd name="T22" fmla="*/ 68 w 68"/>
                <a:gd name="T23" fmla="*/ 9 h 107"/>
                <a:gd name="T24" fmla="*/ 68 w 68"/>
                <a:gd name="T25" fmla="*/ 9 h 107"/>
                <a:gd name="T26" fmla="*/ 67 w 68"/>
                <a:gd name="T27" fmla="*/ 12 h 107"/>
                <a:gd name="T28" fmla="*/ 50 w 68"/>
                <a:gd name="T29" fmla="*/ 8 h 107"/>
                <a:gd name="T30" fmla="*/ 50 w 68"/>
                <a:gd name="T31" fmla="*/ 8 h 107"/>
                <a:gd name="T32" fmla="*/ 20 w 68"/>
                <a:gd name="T33" fmla="*/ 4 h 107"/>
                <a:gd name="T34" fmla="*/ 20 w 68"/>
                <a:gd name="T35" fmla="*/ 4 h 107"/>
                <a:gd name="T36" fmla="*/ 9 w 68"/>
                <a:gd name="T37" fmla="*/ 6 h 107"/>
                <a:gd name="T38" fmla="*/ 9 w 68"/>
                <a:gd name="T39" fmla="*/ 6 h 107"/>
                <a:gd name="T40" fmla="*/ 5 w 68"/>
                <a:gd name="T41" fmla="*/ 11 h 107"/>
                <a:gd name="T42" fmla="*/ 5 w 68"/>
                <a:gd name="T43" fmla="*/ 11 h 107"/>
                <a:gd name="T44" fmla="*/ 4 w 68"/>
                <a:gd name="T45" fmla="*/ 13 h 107"/>
                <a:gd name="T46" fmla="*/ 4 w 68"/>
                <a:gd name="T47" fmla="*/ 13 h 107"/>
                <a:gd name="T48" fmla="*/ 15 w 68"/>
                <a:gd name="T49" fmla="*/ 67 h 107"/>
                <a:gd name="T50" fmla="*/ 15 w 68"/>
                <a:gd name="T51" fmla="*/ 67 h 107"/>
                <a:gd name="T52" fmla="*/ 26 w 68"/>
                <a:gd name="T53" fmla="*/ 104 h 107"/>
                <a:gd name="T54" fmla="*/ 26 w 68"/>
                <a:gd name="T55" fmla="*/ 104 h 107"/>
                <a:gd name="T56" fmla="*/ 27 w 68"/>
                <a:gd name="T57" fmla="*/ 107 h 107"/>
                <a:gd name="T58" fmla="*/ 7 w 68"/>
                <a:gd name="T59" fmla="*/ 107 h 107"/>
                <a:gd name="T60" fmla="*/ 7 w 68"/>
                <a:gd name="T61" fmla="*/ 10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8" h="107">
                  <a:moveTo>
                    <a:pt x="7" y="103"/>
                  </a:moveTo>
                  <a:cubicBezTo>
                    <a:pt x="21" y="103"/>
                    <a:pt x="21" y="103"/>
                    <a:pt x="21" y="103"/>
                  </a:cubicBezTo>
                  <a:cubicBezTo>
                    <a:pt x="18" y="90"/>
                    <a:pt x="1" y="3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1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6"/>
                    <a:pt x="4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0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0" y="0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0" y="10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1" y="6"/>
                    <a:pt x="3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6" y="4"/>
                    <a:pt x="12" y="4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6" y="7"/>
                    <a:pt x="5" y="8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4"/>
                    <a:pt x="10" y="47"/>
                    <a:pt x="15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1" y="87"/>
                    <a:pt x="26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3"/>
                    <a:pt x="7" y="103"/>
                    <a:pt x="7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4" name="Freeform 1869"/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7334252" y="5872163"/>
              <a:ext cx="125413" cy="193675"/>
            </a:xfrm>
            <a:custGeom>
              <a:avLst/>
              <a:gdLst>
                <a:gd name="T0" fmla="*/ 7 w 72"/>
                <a:gd name="T1" fmla="*/ 105 h 111"/>
                <a:gd name="T2" fmla="*/ 21 w 72"/>
                <a:gd name="T3" fmla="*/ 103 h 111"/>
                <a:gd name="T4" fmla="*/ 0 w 72"/>
                <a:gd name="T5" fmla="*/ 15 h 111"/>
                <a:gd name="T6" fmla="*/ 1 w 72"/>
                <a:gd name="T7" fmla="*/ 12 h 111"/>
                <a:gd name="T8" fmla="*/ 8 w 72"/>
                <a:gd name="T9" fmla="*/ 2 h 111"/>
                <a:gd name="T10" fmla="*/ 22 w 72"/>
                <a:gd name="T11" fmla="*/ 0 h 111"/>
                <a:gd name="T12" fmla="*/ 70 w 72"/>
                <a:gd name="T13" fmla="*/ 9 h 111"/>
                <a:gd name="T14" fmla="*/ 71 w 72"/>
                <a:gd name="T15" fmla="*/ 9 h 111"/>
                <a:gd name="T16" fmla="*/ 72 w 72"/>
                <a:gd name="T17" fmla="*/ 10 h 111"/>
                <a:gd name="T18" fmla="*/ 69 w 72"/>
                <a:gd name="T19" fmla="*/ 16 h 111"/>
                <a:gd name="T20" fmla="*/ 69 w 72"/>
                <a:gd name="T21" fmla="*/ 16 h 111"/>
                <a:gd name="T22" fmla="*/ 68 w 72"/>
                <a:gd name="T23" fmla="*/ 16 h 111"/>
                <a:gd name="T24" fmla="*/ 68 w 72"/>
                <a:gd name="T25" fmla="*/ 16 h 111"/>
                <a:gd name="T26" fmla="*/ 68 w 72"/>
                <a:gd name="T27" fmla="*/ 16 h 111"/>
                <a:gd name="T28" fmla="*/ 68 w 72"/>
                <a:gd name="T29" fmla="*/ 16 h 111"/>
                <a:gd name="T30" fmla="*/ 67 w 72"/>
                <a:gd name="T31" fmla="*/ 16 h 111"/>
                <a:gd name="T32" fmla="*/ 64 w 72"/>
                <a:gd name="T33" fmla="*/ 15 h 111"/>
                <a:gd name="T34" fmla="*/ 52 w 72"/>
                <a:gd name="T35" fmla="*/ 12 h 111"/>
                <a:gd name="T36" fmla="*/ 23 w 72"/>
                <a:gd name="T37" fmla="*/ 8 h 111"/>
                <a:gd name="T38" fmla="*/ 22 w 72"/>
                <a:gd name="T39" fmla="*/ 8 h 111"/>
                <a:gd name="T40" fmla="*/ 12 w 72"/>
                <a:gd name="T41" fmla="*/ 9 h 111"/>
                <a:gd name="T42" fmla="*/ 9 w 72"/>
                <a:gd name="T43" fmla="*/ 13 h 111"/>
                <a:gd name="T44" fmla="*/ 8 w 72"/>
                <a:gd name="T45" fmla="*/ 15 h 111"/>
                <a:gd name="T46" fmla="*/ 8 w 72"/>
                <a:gd name="T47" fmla="*/ 15 h 111"/>
                <a:gd name="T48" fmla="*/ 19 w 72"/>
                <a:gd name="T49" fmla="*/ 69 h 111"/>
                <a:gd name="T50" fmla="*/ 30 w 72"/>
                <a:gd name="T51" fmla="*/ 106 h 111"/>
                <a:gd name="T52" fmla="*/ 30 w 72"/>
                <a:gd name="T53" fmla="*/ 106 h 111"/>
                <a:gd name="T54" fmla="*/ 7 w 72"/>
                <a:gd name="T55" fmla="*/ 111 h 111"/>
                <a:gd name="T56" fmla="*/ 23 w 72"/>
                <a:gd name="T57" fmla="*/ 96 h 111"/>
                <a:gd name="T58" fmla="*/ 17 w 72"/>
                <a:gd name="T59" fmla="*/ 76 h 111"/>
                <a:gd name="T60" fmla="*/ 4 w 72"/>
                <a:gd name="T61" fmla="*/ 15 h 111"/>
                <a:gd name="T62" fmla="*/ 4 w 72"/>
                <a:gd name="T63" fmla="*/ 15 h 111"/>
                <a:gd name="T64" fmla="*/ 4 w 72"/>
                <a:gd name="T65" fmla="*/ 14 h 111"/>
                <a:gd name="T66" fmla="*/ 4 w 72"/>
                <a:gd name="T67" fmla="*/ 14 h 111"/>
                <a:gd name="T68" fmla="*/ 4 w 72"/>
                <a:gd name="T69" fmla="*/ 14 h 111"/>
                <a:gd name="T70" fmla="*/ 53 w 72"/>
                <a:gd name="T71" fmla="*/ 8 h 111"/>
                <a:gd name="T72" fmla="*/ 67 w 72"/>
                <a:gd name="T73" fmla="*/ 12 h 111"/>
                <a:gd name="T74" fmla="*/ 65 w 72"/>
                <a:gd name="T75" fmla="*/ 11 h 111"/>
                <a:gd name="T76" fmla="*/ 53 w 72"/>
                <a:gd name="T77" fmla="*/ 8 h 111"/>
                <a:gd name="T78" fmla="*/ 41 w 72"/>
                <a:gd name="T79" fmla="*/ 6 h 111"/>
                <a:gd name="T80" fmla="*/ 53 w 72"/>
                <a:gd name="T81" fmla="*/ 8 h 111"/>
                <a:gd name="T82" fmla="*/ 6 w 72"/>
                <a:gd name="T83" fmla="*/ 8 h 111"/>
                <a:gd name="T84" fmla="*/ 6 w 72"/>
                <a:gd name="T85" fmla="*/ 8 h 111"/>
                <a:gd name="T86" fmla="*/ 8 w 72"/>
                <a:gd name="T87" fmla="*/ 7 h 111"/>
                <a:gd name="T88" fmla="*/ 6 w 72"/>
                <a:gd name="T89" fmla="*/ 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2" h="111">
                  <a:moveTo>
                    <a:pt x="7" y="109"/>
                  </a:moveTo>
                  <a:cubicBezTo>
                    <a:pt x="7" y="105"/>
                    <a:pt x="7" y="105"/>
                    <a:pt x="7" y="105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1" y="103"/>
                    <a:pt x="21" y="103"/>
                    <a:pt x="21" y="103"/>
                  </a:cubicBezTo>
                  <a:cubicBezTo>
                    <a:pt x="16" y="86"/>
                    <a:pt x="1" y="3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7"/>
                    <a:pt x="4" y="4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2" y="0"/>
                    <a:pt x="17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1" y="0"/>
                    <a:pt x="67" y="8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16"/>
                    <a:pt x="65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1" y="14"/>
                    <a:pt x="57" y="13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43" y="10"/>
                    <a:pt x="3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11"/>
                    <a:pt x="9" y="11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6"/>
                    <a:pt x="14" y="49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4" y="87"/>
                    <a:pt x="29" y="104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09"/>
                    <a:pt x="7" y="109"/>
                    <a:pt x="7" y="109"/>
                  </a:cubicBezTo>
                  <a:close/>
                  <a:moveTo>
                    <a:pt x="23" y="96"/>
                  </a:moveTo>
                  <a:cubicBezTo>
                    <a:pt x="21" y="90"/>
                    <a:pt x="19" y="84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84"/>
                    <a:pt x="21" y="90"/>
                    <a:pt x="23" y="9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5"/>
                    <a:pt x="4" y="15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53" y="8"/>
                  </a:moveTo>
                  <a:cubicBezTo>
                    <a:pt x="59" y="10"/>
                    <a:pt x="65" y="11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6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2" y="10"/>
                    <a:pt x="58" y="9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9" y="7"/>
                    <a:pt x="45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5" y="7"/>
                    <a:pt x="49" y="7"/>
                    <a:pt x="53" y="8"/>
                  </a:cubicBezTo>
                  <a:close/>
                  <a:moveTo>
                    <a:pt x="6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lose/>
                  <a:moveTo>
                    <a:pt x="6" y="8"/>
                  </a:moveTo>
                  <a:cubicBezTo>
                    <a:pt x="7" y="8"/>
                    <a:pt x="7" y="8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8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5" name="Freeform 1870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7496177" y="5892801"/>
              <a:ext cx="176213" cy="133350"/>
            </a:xfrm>
            <a:custGeom>
              <a:avLst/>
              <a:gdLst>
                <a:gd name="T0" fmla="*/ 30 w 101"/>
                <a:gd name="T1" fmla="*/ 72 h 76"/>
                <a:gd name="T2" fmla="*/ 25 w 101"/>
                <a:gd name="T3" fmla="*/ 64 h 76"/>
                <a:gd name="T4" fmla="*/ 25 w 101"/>
                <a:gd name="T5" fmla="*/ 64 h 76"/>
                <a:gd name="T6" fmla="*/ 13 w 101"/>
                <a:gd name="T7" fmla="*/ 38 h 76"/>
                <a:gd name="T8" fmla="*/ 13 w 101"/>
                <a:gd name="T9" fmla="*/ 38 h 76"/>
                <a:gd name="T10" fmla="*/ 0 w 101"/>
                <a:gd name="T11" fmla="*/ 1 h 76"/>
                <a:gd name="T12" fmla="*/ 0 w 101"/>
                <a:gd name="T13" fmla="*/ 1 h 76"/>
                <a:gd name="T14" fmla="*/ 4 w 101"/>
                <a:gd name="T15" fmla="*/ 0 h 76"/>
                <a:gd name="T16" fmla="*/ 16 w 101"/>
                <a:gd name="T17" fmla="*/ 33 h 76"/>
                <a:gd name="T18" fmla="*/ 16 w 101"/>
                <a:gd name="T19" fmla="*/ 33 h 76"/>
                <a:gd name="T20" fmla="*/ 35 w 101"/>
                <a:gd name="T21" fmla="*/ 72 h 76"/>
                <a:gd name="T22" fmla="*/ 35 w 101"/>
                <a:gd name="T23" fmla="*/ 72 h 76"/>
                <a:gd name="T24" fmla="*/ 36 w 101"/>
                <a:gd name="T25" fmla="*/ 72 h 76"/>
                <a:gd name="T26" fmla="*/ 36 w 101"/>
                <a:gd name="T27" fmla="*/ 72 h 76"/>
                <a:gd name="T28" fmla="*/ 59 w 101"/>
                <a:gd name="T29" fmla="*/ 52 h 76"/>
                <a:gd name="T30" fmla="*/ 59 w 101"/>
                <a:gd name="T31" fmla="*/ 52 h 76"/>
                <a:gd name="T32" fmla="*/ 76 w 101"/>
                <a:gd name="T33" fmla="*/ 36 h 76"/>
                <a:gd name="T34" fmla="*/ 76 w 101"/>
                <a:gd name="T35" fmla="*/ 36 h 76"/>
                <a:gd name="T36" fmla="*/ 78 w 101"/>
                <a:gd name="T37" fmla="*/ 34 h 76"/>
                <a:gd name="T38" fmla="*/ 101 w 101"/>
                <a:gd name="T39" fmla="*/ 63 h 76"/>
                <a:gd name="T40" fmla="*/ 98 w 101"/>
                <a:gd name="T41" fmla="*/ 66 h 76"/>
                <a:gd name="T42" fmla="*/ 77 w 101"/>
                <a:gd name="T43" fmla="*/ 40 h 76"/>
                <a:gd name="T44" fmla="*/ 38 w 101"/>
                <a:gd name="T45" fmla="*/ 76 h 76"/>
                <a:gd name="T46" fmla="*/ 38 w 101"/>
                <a:gd name="T47" fmla="*/ 76 h 76"/>
                <a:gd name="T48" fmla="*/ 36 w 101"/>
                <a:gd name="T49" fmla="*/ 76 h 76"/>
                <a:gd name="T50" fmla="*/ 36 w 101"/>
                <a:gd name="T51" fmla="*/ 76 h 76"/>
                <a:gd name="T52" fmla="*/ 30 w 101"/>
                <a:gd name="T53" fmla="*/ 72 h 76"/>
                <a:gd name="T54" fmla="*/ 0 w 101"/>
                <a:gd name="T55" fmla="*/ 1 h 76"/>
                <a:gd name="T56" fmla="*/ 0 w 101"/>
                <a:gd name="T57" fmla="*/ 1 h 76"/>
                <a:gd name="T58" fmla="*/ 0 w 101"/>
                <a:gd name="T59" fmla="*/ 1 h 76"/>
                <a:gd name="T60" fmla="*/ 0 w 101"/>
                <a:gd name="T61" fmla="*/ 1 h 76"/>
                <a:gd name="T62" fmla="*/ 0 w 101"/>
                <a:gd name="T63" fmla="*/ 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1" h="76">
                  <a:moveTo>
                    <a:pt x="30" y="72"/>
                  </a:moveTo>
                  <a:cubicBezTo>
                    <a:pt x="29" y="70"/>
                    <a:pt x="27" y="67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1" y="57"/>
                    <a:pt x="17" y="47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6" y="20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9" y="16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50"/>
                    <a:pt x="31" y="69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40" y="69"/>
                    <a:pt x="50" y="60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44"/>
                    <a:pt x="76" y="36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1" y="46"/>
                    <a:pt x="46" y="70"/>
                    <a:pt x="38" y="76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3" y="76"/>
                    <a:pt x="32" y="74"/>
                    <a:pt x="30" y="72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6" name="Freeform 1871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7491414" y="5888038"/>
              <a:ext cx="185738" cy="141288"/>
            </a:xfrm>
            <a:custGeom>
              <a:avLst/>
              <a:gdLst>
                <a:gd name="T0" fmla="*/ 32 w 107"/>
                <a:gd name="T1" fmla="*/ 76 h 81"/>
                <a:gd name="T2" fmla="*/ 33 w 107"/>
                <a:gd name="T3" fmla="*/ 75 h 81"/>
                <a:gd name="T4" fmla="*/ 32 w 107"/>
                <a:gd name="T5" fmla="*/ 76 h 81"/>
                <a:gd name="T6" fmla="*/ 26 w 107"/>
                <a:gd name="T7" fmla="*/ 67 h 81"/>
                <a:gd name="T8" fmla="*/ 26 w 107"/>
                <a:gd name="T9" fmla="*/ 67 h 81"/>
                <a:gd name="T10" fmla="*/ 15 w 107"/>
                <a:gd name="T11" fmla="*/ 42 h 81"/>
                <a:gd name="T12" fmla="*/ 15 w 107"/>
                <a:gd name="T13" fmla="*/ 42 h 81"/>
                <a:gd name="T14" fmla="*/ 1 w 107"/>
                <a:gd name="T15" fmla="*/ 5 h 81"/>
                <a:gd name="T16" fmla="*/ 1 w 107"/>
                <a:gd name="T17" fmla="*/ 5 h 81"/>
                <a:gd name="T18" fmla="*/ 0 w 107"/>
                <a:gd name="T19" fmla="*/ 3 h 81"/>
                <a:gd name="T20" fmla="*/ 8 w 107"/>
                <a:gd name="T21" fmla="*/ 0 h 81"/>
                <a:gd name="T22" fmla="*/ 8 w 107"/>
                <a:gd name="T23" fmla="*/ 2 h 81"/>
                <a:gd name="T24" fmla="*/ 21 w 107"/>
                <a:gd name="T25" fmla="*/ 35 h 81"/>
                <a:gd name="T26" fmla="*/ 21 w 107"/>
                <a:gd name="T27" fmla="*/ 35 h 81"/>
                <a:gd name="T28" fmla="*/ 31 w 107"/>
                <a:gd name="T29" fmla="*/ 60 h 81"/>
                <a:gd name="T30" fmla="*/ 31 w 107"/>
                <a:gd name="T31" fmla="*/ 60 h 81"/>
                <a:gd name="T32" fmla="*/ 39 w 107"/>
                <a:gd name="T33" fmla="*/ 73 h 81"/>
                <a:gd name="T34" fmla="*/ 39 w 107"/>
                <a:gd name="T35" fmla="*/ 73 h 81"/>
                <a:gd name="T36" fmla="*/ 61 w 107"/>
                <a:gd name="T37" fmla="*/ 54 h 81"/>
                <a:gd name="T38" fmla="*/ 61 w 107"/>
                <a:gd name="T39" fmla="*/ 54 h 81"/>
                <a:gd name="T40" fmla="*/ 77 w 107"/>
                <a:gd name="T41" fmla="*/ 38 h 81"/>
                <a:gd name="T42" fmla="*/ 77 w 107"/>
                <a:gd name="T43" fmla="*/ 38 h 81"/>
                <a:gd name="T44" fmla="*/ 77 w 107"/>
                <a:gd name="T45" fmla="*/ 38 h 81"/>
                <a:gd name="T46" fmla="*/ 81 w 107"/>
                <a:gd name="T47" fmla="*/ 34 h 81"/>
                <a:gd name="T48" fmla="*/ 107 w 107"/>
                <a:gd name="T49" fmla="*/ 66 h 81"/>
                <a:gd name="T50" fmla="*/ 101 w 107"/>
                <a:gd name="T51" fmla="*/ 71 h 81"/>
                <a:gd name="T52" fmla="*/ 80 w 107"/>
                <a:gd name="T53" fmla="*/ 46 h 81"/>
                <a:gd name="T54" fmla="*/ 42 w 107"/>
                <a:gd name="T55" fmla="*/ 80 h 81"/>
                <a:gd name="T56" fmla="*/ 42 w 107"/>
                <a:gd name="T57" fmla="*/ 80 h 81"/>
                <a:gd name="T58" fmla="*/ 39 w 107"/>
                <a:gd name="T59" fmla="*/ 81 h 81"/>
                <a:gd name="T60" fmla="*/ 39 w 107"/>
                <a:gd name="T61" fmla="*/ 81 h 81"/>
                <a:gd name="T62" fmla="*/ 32 w 107"/>
                <a:gd name="T63" fmla="*/ 76 h 81"/>
                <a:gd name="T64" fmla="*/ 38 w 107"/>
                <a:gd name="T65" fmla="*/ 77 h 81"/>
                <a:gd name="T66" fmla="*/ 37 w 107"/>
                <a:gd name="T67" fmla="*/ 76 h 81"/>
                <a:gd name="T68" fmla="*/ 37 w 107"/>
                <a:gd name="T69" fmla="*/ 76 h 81"/>
                <a:gd name="T70" fmla="*/ 36 w 107"/>
                <a:gd name="T71" fmla="*/ 76 h 81"/>
                <a:gd name="T72" fmla="*/ 36 w 107"/>
                <a:gd name="T73" fmla="*/ 76 h 81"/>
                <a:gd name="T74" fmla="*/ 38 w 107"/>
                <a:gd name="T75" fmla="*/ 77 h 81"/>
                <a:gd name="T76" fmla="*/ 30 w 107"/>
                <a:gd name="T77" fmla="*/ 66 h 81"/>
                <a:gd name="T78" fmla="*/ 32 w 107"/>
                <a:gd name="T79" fmla="*/ 69 h 81"/>
                <a:gd name="T80" fmla="*/ 32 w 107"/>
                <a:gd name="T81" fmla="*/ 69 h 81"/>
                <a:gd name="T82" fmla="*/ 28 w 107"/>
                <a:gd name="T83" fmla="*/ 61 h 81"/>
                <a:gd name="T84" fmla="*/ 28 w 107"/>
                <a:gd name="T85" fmla="*/ 61 h 81"/>
                <a:gd name="T86" fmla="*/ 25 w 107"/>
                <a:gd name="T87" fmla="*/ 56 h 81"/>
                <a:gd name="T88" fmla="*/ 25 w 107"/>
                <a:gd name="T89" fmla="*/ 56 h 81"/>
                <a:gd name="T90" fmla="*/ 30 w 107"/>
                <a:gd name="T91" fmla="*/ 66 h 81"/>
                <a:gd name="T92" fmla="*/ 99 w 107"/>
                <a:gd name="T93" fmla="*/ 63 h 81"/>
                <a:gd name="T94" fmla="*/ 80 w 107"/>
                <a:gd name="T95" fmla="*/ 40 h 81"/>
                <a:gd name="T96" fmla="*/ 80 w 107"/>
                <a:gd name="T97" fmla="*/ 40 h 81"/>
                <a:gd name="T98" fmla="*/ 99 w 107"/>
                <a:gd name="T99" fmla="*/ 63 h 81"/>
                <a:gd name="T100" fmla="*/ 57 w 107"/>
                <a:gd name="T101" fmla="*/ 63 h 81"/>
                <a:gd name="T102" fmla="*/ 57 w 107"/>
                <a:gd name="T103" fmla="*/ 62 h 81"/>
                <a:gd name="T104" fmla="*/ 57 w 107"/>
                <a:gd name="T105" fmla="*/ 62 h 81"/>
                <a:gd name="T106" fmla="*/ 57 w 107"/>
                <a:gd name="T107" fmla="*/ 63 h 81"/>
                <a:gd name="T108" fmla="*/ 57 w 107"/>
                <a:gd name="T109" fmla="*/ 62 h 81"/>
                <a:gd name="T110" fmla="*/ 62 w 107"/>
                <a:gd name="T111" fmla="*/ 57 h 81"/>
                <a:gd name="T112" fmla="*/ 62 w 107"/>
                <a:gd name="T113" fmla="*/ 57 h 81"/>
                <a:gd name="T114" fmla="*/ 57 w 107"/>
                <a:gd name="T115" fmla="*/ 62 h 81"/>
                <a:gd name="T116" fmla="*/ 14 w 107"/>
                <a:gd name="T117" fmla="*/ 29 h 81"/>
                <a:gd name="T118" fmla="*/ 5 w 107"/>
                <a:gd name="T119" fmla="*/ 5 h 81"/>
                <a:gd name="T120" fmla="*/ 5 w 107"/>
                <a:gd name="T121" fmla="*/ 5 h 81"/>
                <a:gd name="T122" fmla="*/ 5 w 107"/>
                <a:gd name="T123" fmla="*/ 5 h 81"/>
                <a:gd name="T124" fmla="*/ 14 w 107"/>
                <a:gd name="T125" fmla="*/ 2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7" h="81">
                  <a:moveTo>
                    <a:pt x="32" y="76"/>
                  </a:move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0" y="74"/>
                    <a:pt x="28" y="71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2" y="60"/>
                    <a:pt x="18" y="51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7" y="23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14" y="18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4" y="44"/>
                    <a:pt x="28" y="53"/>
                    <a:pt x="31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4" y="66"/>
                    <a:pt x="37" y="71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3" y="69"/>
                    <a:pt x="52" y="6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9" y="46"/>
                    <a:pt x="76" y="39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1" y="71"/>
                    <a:pt x="101" y="71"/>
                    <a:pt x="101" y="71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72" y="54"/>
                    <a:pt x="50" y="75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1" y="81"/>
                    <a:pt x="40" y="81"/>
                    <a:pt x="39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35" y="81"/>
                    <a:pt x="33" y="78"/>
                    <a:pt x="32" y="76"/>
                  </a:cubicBezTo>
                  <a:close/>
                  <a:moveTo>
                    <a:pt x="38" y="77"/>
                  </a:moveTo>
                  <a:cubicBezTo>
                    <a:pt x="38" y="77"/>
                    <a:pt x="37" y="77"/>
                    <a:pt x="37" y="76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7" y="76"/>
                    <a:pt x="37" y="77"/>
                    <a:pt x="38" y="77"/>
                  </a:cubicBezTo>
                  <a:close/>
                  <a:moveTo>
                    <a:pt x="30" y="66"/>
                  </a:moveTo>
                  <a:cubicBezTo>
                    <a:pt x="30" y="67"/>
                    <a:pt x="31" y="68"/>
                    <a:pt x="32" y="69"/>
                  </a:cubicBezTo>
                  <a:cubicBezTo>
                    <a:pt x="32" y="69"/>
                    <a:pt x="32" y="69"/>
                    <a:pt x="32" y="69"/>
                  </a:cubicBezTo>
                  <a:cubicBezTo>
                    <a:pt x="30" y="67"/>
                    <a:pt x="29" y="65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7" y="60"/>
                    <a:pt x="26" y="58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6" y="59"/>
                    <a:pt x="28" y="63"/>
                    <a:pt x="30" y="66"/>
                  </a:cubicBezTo>
                  <a:close/>
                  <a:moveTo>
                    <a:pt x="99" y="63"/>
                  </a:move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99" y="63"/>
                    <a:pt x="99" y="63"/>
                    <a:pt x="99" y="63"/>
                  </a:cubicBezTo>
                  <a:close/>
                  <a:moveTo>
                    <a:pt x="57" y="63"/>
                  </a:moveTo>
                  <a:cubicBezTo>
                    <a:pt x="57" y="63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3"/>
                    <a:pt x="57" y="63"/>
                  </a:cubicBezTo>
                  <a:close/>
                  <a:moveTo>
                    <a:pt x="57" y="62"/>
                  </a:moveTo>
                  <a:cubicBezTo>
                    <a:pt x="59" y="61"/>
                    <a:pt x="61" y="59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1" y="59"/>
                    <a:pt x="59" y="61"/>
                    <a:pt x="57" y="62"/>
                  </a:cubicBezTo>
                  <a:close/>
                  <a:moveTo>
                    <a:pt x="14" y="29"/>
                  </a:moveTo>
                  <a:cubicBezTo>
                    <a:pt x="10" y="18"/>
                    <a:pt x="7" y="9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9"/>
                    <a:pt x="10" y="18"/>
                    <a:pt x="1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 flipH="1">
            <a:off x="8001811" y="3979112"/>
            <a:ext cx="514664" cy="981102"/>
            <a:chOff x="7313614" y="5424488"/>
            <a:chExt cx="363538" cy="641350"/>
          </a:xfrm>
          <a:solidFill>
            <a:srgbClr val="114196"/>
          </a:solidFill>
        </p:grpSpPr>
        <p:sp>
          <p:nvSpPr>
            <p:cNvPr id="55" name="Freeform 1842"/>
            <p:cNvSpPr>
              <a:spLocks noEditPoints="1"/>
            </p:cNvSpPr>
            <p:nvPr/>
          </p:nvSpPr>
          <p:spPr bwMode="auto">
            <a:xfrm>
              <a:off x="7394577" y="5473701"/>
              <a:ext cx="217488" cy="217488"/>
            </a:xfrm>
            <a:custGeom>
              <a:avLst/>
              <a:gdLst>
                <a:gd name="T0" fmla="*/ 0 w 125"/>
                <a:gd name="T1" fmla="*/ 62 h 125"/>
                <a:gd name="T2" fmla="*/ 63 w 125"/>
                <a:gd name="T3" fmla="*/ 0 h 125"/>
                <a:gd name="T4" fmla="*/ 63 w 125"/>
                <a:gd name="T5" fmla="*/ 0 h 125"/>
                <a:gd name="T6" fmla="*/ 125 w 125"/>
                <a:gd name="T7" fmla="*/ 62 h 125"/>
                <a:gd name="T8" fmla="*/ 125 w 125"/>
                <a:gd name="T9" fmla="*/ 62 h 125"/>
                <a:gd name="T10" fmla="*/ 63 w 125"/>
                <a:gd name="T11" fmla="*/ 125 h 125"/>
                <a:gd name="T12" fmla="*/ 63 w 125"/>
                <a:gd name="T13" fmla="*/ 125 h 125"/>
                <a:gd name="T14" fmla="*/ 0 w 125"/>
                <a:gd name="T15" fmla="*/ 62 h 125"/>
                <a:gd name="T16" fmla="*/ 4 w 125"/>
                <a:gd name="T17" fmla="*/ 62 h 125"/>
                <a:gd name="T18" fmla="*/ 63 w 125"/>
                <a:gd name="T19" fmla="*/ 121 h 125"/>
                <a:gd name="T20" fmla="*/ 63 w 125"/>
                <a:gd name="T21" fmla="*/ 121 h 125"/>
                <a:gd name="T22" fmla="*/ 121 w 125"/>
                <a:gd name="T23" fmla="*/ 62 h 125"/>
                <a:gd name="T24" fmla="*/ 121 w 125"/>
                <a:gd name="T25" fmla="*/ 62 h 125"/>
                <a:gd name="T26" fmla="*/ 63 w 125"/>
                <a:gd name="T27" fmla="*/ 4 h 125"/>
                <a:gd name="T28" fmla="*/ 63 w 125"/>
                <a:gd name="T29" fmla="*/ 4 h 125"/>
                <a:gd name="T30" fmla="*/ 4 w 125"/>
                <a:gd name="T3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5" h="125">
                  <a:moveTo>
                    <a:pt x="0" y="62"/>
                  </a:moveTo>
                  <a:cubicBezTo>
                    <a:pt x="0" y="28"/>
                    <a:pt x="28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97" y="0"/>
                    <a:pt x="125" y="28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97"/>
                    <a:pt x="97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28" y="125"/>
                    <a:pt x="0" y="97"/>
                    <a:pt x="0" y="62"/>
                  </a:cubicBezTo>
                  <a:close/>
                  <a:moveTo>
                    <a:pt x="4" y="62"/>
                  </a:moveTo>
                  <a:cubicBezTo>
                    <a:pt x="4" y="95"/>
                    <a:pt x="30" y="121"/>
                    <a:pt x="63" y="121"/>
                  </a:cubicBezTo>
                  <a:cubicBezTo>
                    <a:pt x="63" y="121"/>
                    <a:pt x="63" y="121"/>
                    <a:pt x="63" y="121"/>
                  </a:cubicBezTo>
                  <a:cubicBezTo>
                    <a:pt x="95" y="121"/>
                    <a:pt x="121" y="95"/>
                    <a:pt x="121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30"/>
                    <a:pt x="95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30" y="4"/>
                    <a:pt x="4" y="30"/>
                    <a:pt x="4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1843"/>
            <p:cNvSpPr>
              <a:spLocks noEditPoints="1"/>
            </p:cNvSpPr>
            <p:nvPr/>
          </p:nvSpPr>
          <p:spPr bwMode="auto">
            <a:xfrm>
              <a:off x="7391402" y="5470526"/>
              <a:ext cx="225425" cy="223838"/>
            </a:xfrm>
            <a:custGeom>
              <a:avLst/>
              <a:gdLst>
                <a:gd name="T0" fmla="*/ 0 w 129"/>
                <a:gd name="T1" fmla="*/ 64 h 129"/>
                <a:gd name="T2" fmla="*/ 65 w 129"/>
                <a:gd name="T3" fmla="*/ 0 h 129"/>
                <a:gd name="T4" fmla="*/ 65 w 129"/>
                <a:gd name="T5" fmla="*/ 0 h 129"/>
                <a:gd name="T6" fmla="*/ 129 w 129"/>
                <a:gd name="T7" fmla="*/ 64 h 129"/>
                <a:gd name="T8" fmla="*/ 129 w 129"/>
                <a:gd name="T9" fmla="*/ 64 h 129"/>
                <a:gd name="T10" fmla="*/ 65 w 129"/>
                <a:gd name="T11" fmla="*/ 129 h 129"/>
                <a:gd name="T12" fmla="*/ 65 w 129"/>
                <a:gd name="T13" fmla="*/ 129 h 129"/>
                <a:gd name="T14" fmla="*/ 0 w 129"/>
                <a:gd name="T15" fmla="*/ 64 h 129"/>
                <a:gd name="T16" fmla="*/ 125 w 129"/>
                <a:gd name="T17" fmla="*/ 64 h 129"/>
                <a:gd name="T18" fmla="*/ 69 w 129"/>
                <a:gd name="T19" fmla="*/ 125 h 129"/>
                <a:gd name="T20" fmla="*/ 69 w 129"/>
                <a:gd name="T21" fmla="*/ 125 h 129"/>
                <a:gd name="T22" fmla="*/ 125 w 129"/>
                <a:gd name="T23" fmla="*/ 64 h 129"/>
                <a:gd name="T24" fmla="*/ 125 w 129"/>
                <a:gd name="T25" fmla="*/ 64 h 129"/>
                <a:gd name="T26" fmla="*/ 65 w 129"/>
                <a:gd name="T27" fmla="*/ 4 h 129"/>
                <a:gd name="T28" fmla="*/ 65 w 129"/>
                <a:gd name="T29" fmla="*/ 4 h 129"/>
                <a:gd name="T30" fmla="*/ 125 w 129"/>
                <a:gd name="T31" fmla="*/ 64 h 129"/>
                <a:gd name="T32" fmla="*/ 65 w 129"/>
                <a:gd name="T33" fmla="*/ 121 h 129"/>
                <a:gd name="T34" fmla="*/ 121 w 129"/>
                <a:gd name="T35" fmla="*/ 64 h 129"/>
                <a:gd name="T36" fmla="*/ 121 w 129"/>
                <a:gd name="T37" fmla="*/ 64 h 129"/>
                <a:gd name="T38" fmla="*/ 65 w 129"/>
                <a:gd name="T39" fmla="*/ 8 h 129"/>
                <a:gd name="T40" fmla="*/ 65 w 129"/>
                <a:gd name="T41" fmla="*/ 8 h 129"/>
                <a:gd name="T42" fmla="*/ 8 w 129"/>
                <a:gd name="T43" fmla="*/ 64 h 129"/>
                <a:gd name="T44" fmla="*/ 8 w 129"/>
                <a:gd name="T45" fmla="*/ 64 h 129"/>
                <a:gd name="T46" fmla="*/ 65 w 129"/>
                <a:gd name="T47" fmla="*/ 121 h 129"/>
                <a:gd name="T48" fmla="*/ 22 w 129"/>
                <a:gd name="T49" fmla="*/ 22 h 129"/>
                <a:gd name="T50" fmla="*/ 63 w 129"/>
                <a:gd name="T51" fmla="*/ 4 h 129"/>
                <a:gd name="T52" fmla="*/ 63 w 129"/>
                <a:gd name="T53" fmla="*/ 4 h 129"/>
                <a:gd name="T54" fmla="*/ 22 w 129"/>
                <a:gd name="T55" fmla="*/ 2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9" h="129">
                  <a:moveTo>
                    <a:pt x="0" y="64"/>
                  </a:moveTo>
                  <a:cubicBezTo>
                    <a:pt x="0" y="29"/>
                    <a:pt x="29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29" y="100"/>
                    <a:pt x="100" y="129"/>
                    <a:pt x="65" y="129"/>
                  </a:cubicBezTo>
                  <a:cubicBezTo>
                    <a:pt x="65" y="129"/>
                    <a:pt x="65" y="129"/>
                    <a:pt x="65" y="129"/>
                  </a:cubicBezTo>
                  <a:cubicBezTo>
                    <a:pt x="29" y="129"/>
                    <a:pt x="0" y="100"/>
                    <a:pt x="0" y="64"/>
                  </a:cubicBezTo>
                  <a:close/>
                  <a:moveTo>
                    <a:pt x="125" y="64"/>
                  </a:moveTo>
                  <a:cubicBezTo>
                    <a:pt x="125" y="96"/>
                    <a:pt x="100" y="122"/>
                    <a:pt x="69" y="125"/>
                  </a:cubicBezTo>
                  <a:cubicBezTo>
                    <a:pt x="69" y="125"/>
                    <a:pt x="69" y="125"/>
                    <a:pt x="69" y="125"/>
                  </a:cubicBezTo>
                  <a:cubicBezTo>
                    <a:pt x="100" y="122"/>
                    <a:pt x="125" y="96"/>
                    <a:pt x="125" y="64"/>
                  </a:cubicBezTo>
                  <a:cubicBezTo>
                    <a:pt x="125" y="64"/>
                    <a:pt x="125" y="64"/>
                    <a:pt x="125" y="64"/>
                  </a:cubicBezTo>
                  <a:cubicBezTo>
                    <a:pt x="125" y="31"/>
                    <a:pt x="98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98" y="4"/>
                    <a:pt x="125" y="31"/>
                    <a:pt x="125" y="64"/>
                  </a:cubicBezTo>
                  <a:close/>
                  <a:moveTo>
                    <a:pt x="65" y="121"/>
                  </a:moveTo>
                  <a:cubicBezTo>
                    <a:pt x="96" y="121"/>
                    <a:pt x="121" y="95"/>
                    <a:pt x="121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21" y="33"/>
                    <a:pt x="96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33" y="8"/>
                    <a:pt x="8" y="33"/>
                    <a:pt x="8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95"/>
                    <a:pt x="33" y="121"/>
                    <a:pt x="65" y="121"/>
                  </a:cubicBezTo>
                  <a:close/>
                  <a:moveTo>
                    <a:pt x="22" y="22"/>
                  </a:moveTo>
                  <a:cubicBezTo>
                    <a:pt x="33" y="11"/>
                    <a:pt x="47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47" y="4"/>
                    <a:pt x="33" y="11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844"/>
            <p:cNvSpPr/>
            <p:nvPr/>
          </p:nvSpPr>
          <p:spPr bwMode="auto">
            <a:xfrm>
              <a:off x="7377114" y="5583238"/>
              <a:ext cx="22225" cy="19050"/>
            </a:xfrm>
            <a:custGeom>
              <a:avLst/>
              <a:gdLst>
                <a:gd name="T0" fmla="*/ 0 w 14"/>
                <a:gd name="T1" fmla="*/ 8 h 12"/>
                <a:gd name="T2" fmla="*/ 12 w 14"/>
                <a:gd name="T3" fmla="*/ 0 h 12"/>
                <a:gd name="T4" fmla="*/ 14 w 14"/>
                <a:gd name="T5" fmla="*/ 4 h 12"/>
                <a:gd name="T6" fmla="*/ 2 w 14"/>
                <a:gd name="T7" fmla="*/ 12 h 12"/>
                <a:gd name="T8" fmla="*/ 0 w 14"/>
                <a:gd name="T9" fmla="*/ 8 h 12"/>
                <a:gd name="T10" fmla="*/ 0 w 14"/>
                <a:gd name="T1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2">
                  <a:moveTo>
                    <a:pt x="0" y="8"/>
                  </a:moveTo>
                  <a:lnTo>
                    <a:pt x="12" y="0"/>
                  </a:lnTo>
                  <a:lnTo>
                    <a:pt x="14" y="4"/>
                  </a:lnTo>
                  <a:lnTo>
                    <a:pt x="2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1845"/>
            <p:cNvSpPr/>
            <p:nvPr/>
          </p:nvSpPr>
          <p:spPr bwMode="auto">
            <a:xfrm>
              <a:off x="7372352" y="5580063"/>
              <a:ext cx="33338" cy="25400"/>
            </a:xfrm>
            <a:custGeom>
              <a:avLst/>
              <a:gdLst>
                <a:gd name="T0" fmla="*/ 1 w 21"/>
                <a:gd name="T1" fmla="*/ 11 h 16"/>
                <a:gd name="T2" fmla="*/ 3 w 21"/>
                <a:gd name="T3" fmla="*/ 10 h 16"/>
                <a:gd name="T4" fmla="*/ 4 w 21"/>
                <a:gd name="T5" fmla="*/ 12 h 16"/>
                <a:gd name="T6" fmla="*/ 3 w 21"/>
                <a:gd name="T7" fmla="*/ 10 h 16"/>
                <a:gd name="T8" fmla="*/ 1 w 21"/>
                <a:gd name="T9" fmla="*/ 11 h 16"/>
                <a:gd name="T10" fmla="*/ 0 w 21"/>
                <a:gd name="T11" fmla="*/ 9 h 16"/>
                <a:gd name="T12" fmla="*/ 16 w 21"/>
                <a:gd name="T13" fmla="*/ 0 h 16"/>
                <a:gd name="T14" fmla="*/ 21 w 21"/>
                <a:gd name="T15" fmla="*/ 8 h 16"/>
                <a:gd name="T16" fmla="*/ 4 w 21"/>
                <a:gd name="T17" fmla="*/ 16 h 16"/>
                <a:gd name="T18" fmla="*/ 1 w 21"/>
                <a:gd name="T19" fmla="*/ 11 h 16"/>
                <a:gd name="T20" fmla="*/ 1 w 21"/>
                <a:gd name="T21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6">
                  <a:moveTo>
                    <a:pt x="1" y="11"/>
                  </a:moveTo>
                  <a:lnTo>
                    <a:pt x="3" y="10"/>
                  </a:lnTo>
                  <a:lnTo>
                    <a:pt x="4" y="12"/>
                  </a:lnTo>
                  <a:lnTo>
                    <a:pt x="3" y="10"/>
                  </a:lnTo>
                  <a:lnTo>
                    <a:pt x="1" y="11"/>
                  </a:lnTo>
                  <a:lnTo>
                    <a:pt x="0" y="9"/>
                  </a:lnTo>
                  <a:lnTo>
                    <a:pt x="16" y="0"/>
                  </a:lnTo>
                  <a:lnTo>
                    <a:pt x="21" y="8"/>
                  </a:lnTo>
                  <a:lnTo>
                    <a:pt x="4" y="16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1846"/>
            <p:cNvSpPr/>
            <p:nvPr/>
          </p:nvSpPr>
          <p:spPr bwMode="auto">
            <a:xfrm>
              <a:off x="7413627" y="5589588"/>
              <a:ext cx="84138" cy="58738"/>
            </a:xfrm>
            <a:custGeom>
              <a:avLst/>
              <a:gdLst>
                <a:gd name="T0" fmla="*/ 0 w 48"/>
                <a:gd name="T1" fmla="*/ 30 h 33"/>
                <a:gd name="T2" fmla="*/ 0 w 48"/>
                <a:gd name="T3" fmla="*/ 30 h 33"/>
                <a:gd name="T4" fmla="*/ 2 w 48"/>
                <a:gd name="T5" fmla="*/ 26 h 33"/>
                <a:gd name="T6" fmla="*/ 5 w 48"/>
                <a:gd name="T7" fmla="*/ 28 h 33"/>
                <a:gd name="T8" fmla="*/ 5 w 48"/>
                <a:gd name="T9" fmla="*/ 28 h 33"/>
                <a:gd name="T10" fmla="*/ 13 w 48"/>
                <a:gd name="T11" fmla="*/ 29 h 33"/>
                <a:gd name="T12" fmla="*/ 13 w 48"/>
                <a:gd name="T13" fmla="*/ 29 h 33"/>
                <a:gd name="T14" fmla="*/ 23 w 48"/>
                <a:gd name="T15" fmla="*/ 26 h 33"/>
                <a:gd name="T16" fmla="*/ 23 w 48"/>
                <a:gd name="T17" fmla="*/ 26 h 33"/>
                <a:gd name="T18" fmla="*/ 37 w 48"/>
                <a:gd name="T19" fmla="*/ 11 h 33"/>
                <a:gd name="T20" fmla="*/ 37 w 48"/>
                <a:gd name="T21" fmla="*/ 11 h 33"/>
                <a:gd name="T22" fmla="*/ 44 w 48"/>
                <a:gd name="T23" fmla="*/ 0 h 33"/>
                <a:gd name="T24" fmla="*/ 44 w 48"/>
                <a:gd name="T25" fmla="*/ 0 h 33"/>
                <a:gd name="T26" fmla="*/ 48 w 48"/>
                <a:gd name="T27" fmla="*/ 3 h 33"/>
                <a:gd name="T28" fmla="*/ 25 w 48"/>
                <a:gd name="T29" fmla="*/ 30 h 33"/>
                <a:gd name="T30" fmla="*/ 25 w 48"/>
                <a:gd name="T31" fmla="*/ 30 h 33"/>
                <a:gd name="T32" fmla="*/ 13 w 48"/>
                <a:gd name="T33" fmla="*/ 33 h 33"/>
                <a:gd name="T34" fmla="*/ 13 w 48"/>
                <a:gd name="T35" fmla="*/ 33 h 33"/>
                <a:gd name="T36" fmla="*/ 0 w 48"/>
                <a:gd name="T3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7" y="28"/>
                    <a:pt x="10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7" y="29"/>
                    <a:pt x="20" y="28"/>
                    <a:pt x="23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7" y="23"/>
                    <a:pt x="33" y="17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1" y="5"/>
                    <a:pt x="44" y="0"/>
                    <a:pt x="4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35" y="22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1" y="32"/>
                    <a:pt x="17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6" y="33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1847"/>
            <p:cNvSpPr>
              <a:spLocks noEditPoints="1"/>
            </p:cNvSpPr>
            <p:nvPr/>
          </p:nvSpPr>
          <p:spPr bwMode="auto">
            <a:xfrm>
              <a:off x="7410452" y="5586413"/>
              <a:ext cx="92075" cy="65088"/>
            </a:xfrm>
            <a:custGeom>
              <a:avLst/>
              <a:gdLst>
                <a:gd name="T0" fmla="*/ 1 w 53"/>
                <a:gd name="T1" fmla="*/ 33 h 37"/>
                <a:gd name="T2" fmla="*/ 0 w 53"/>
                <a:gd name="T3" fmla="*/ 31 h 37"/>
                <a:gd name="T4" fmla="*/ 2 w 53"/>
                <a:gd name="T5" fmla="*/ 27 h 37"/>
                <a:gd name="T6" fmla="*/ 4 w 53"/>
                <a:gd name="T7" fmla="*/ 26 h 37"/>
                <a:gd name="T8" fmla="*/ 4 w 53"/>
                <a:gd name="T9" fmla="*/ 26 h 37"/>
                <a:gd name="T10" fmla="*/ 4 w 53"/>
                <a:gd name="T11" fmla="*/ 26 h 37"/>
                <a:gd name="T12" fmla="*/ 4 w 53"/>
                <a:gd name="T13" fmla="*/ 26 h 37"/>
                <a:gd name="T14" fmla="*/ 5 w 53"/>
                <a:gd name="T15" fmla="*/ 26 h 37"/>
                <a:gd name="T16" fmla="*/ 5 w 53"/>
                <a:gd name="T17" fmla="*/ 26 h 37"/>
                <a:gd name="T18" fmla="*/ 5 w 53"/>
                <a:gd name="T19" fmla="*/ 27 h 37"/>
                <a:gd name="T20" fmla="*/ 8 w 53"/>
                <a:gd name="T21" fmla="*/ 28 h 37"/>
                <a:gd name="T22" fmla="*/ 15 w 53"/>
                <a:gd name="T23" fmla="*/ 29 h 37"/>
                <a:gd name="T24" fmla="*/ 15 w 53"/>
                <a:gd name="T25" fmla="*/ 29 h 37"/>
                <a:gd name="T26" fmla="*/ 16 w 53"/>
                <a:gd name="T27" fmla="*/ 29 h 37"/>
                <a:gd name="T28" fmla="*/ 24 w 53"/>
                <a:gd name="T29" fmla="*/ 27 h 37"/>
                <a:gd name="T30" fmla="*/ 37 w 53"/>
                <a:gd name="T31" fmla="*/ 12 h 37"/>
                <a:gd name="T32" fmla="*/ 45 w 53"/>
                <a:gd name="T33" fmla="*/ 1 h 37"/>
                <a:gd name="T34" fmla="*/ 45 w 53"/>
                <a:gd name="T35" fmla="*/ 1 h 37"/>
                <a:gd name="T36" fmla="*/ 53 w 53"/>
                <a:gd name="T37" fmla="*/ 4 h 37"/>
                <a:gd name="T38" fmla="*/ 51 w 53"/>
                <a:gd name="T39" fmla="*/ 6 h 37"/>
                <a:gd name="T40" fmla="*/ 51 w 53"/>
                <a:gd name="T41" fmla="*/ 7 h 37"/>
                <a:gd name="T42" fmla="*/ 49 w 53"/>
                <a:gd name="T43" fmla="*/ 9 h 37"/>
                <a:gd name="T44" fmla="*/ 44 w 53"/>
                <a:gd name="T45" fmla="*/ 17 h 37"/>
                <a:gd name="T46" fmla="*/ 28 w 53"/>
                <a:gd name="T47" fmla="*/ 33 h 37"/>
                <a:gd name="T48" fmla="*/ 15 w 53"/>
                <a:gd name="T49" fmla="*/ 37 h 37"/>
                <a:gd name="T50" fmla="*/ 1 w 53"/>
                <a:gd name="T51" fmla="*/ 34 h 37"/>
                <a:gd name="T52" fmla="*/ 2 w 53"/>
                <a:gd name="T53" fmla="*/ 32 h 37"/>
                <a:gd name="T54" fmla="*/ 15 w 53"/>
                <a:gd name="T55" fmla="*/ 33 h 37"/>
                <a:gd name="T56" fmla="*/ 22 w 53"/>
                <a:gd name="T57" fmla="*/ 32 h 37"/>
                <a:gd name="T58" fmla="*/ 15 w 53"/>
                <a:gd name="T59" fmla="*/ 33 h 37"/>
                <a:gd name="T60" fmla="*/ 15 w 53"/>
                <a:gd name="T61" fmla="*/ 33 h 37"/>
                <a:gd name="T62" fmla="*/ 14 w 53"/>
                <a:gd name="T63" fmla="*/ 33 h 37"/>
                <a:gd name="T64" fmla="*/ 11 w 53"/>
                <a:gd name="T65" fmla="*/ 32 h 37"/>
                <a:gd name="T66" fmla="*/ 7 w 53"/>
                <a:gd name="T67" fmla="*/ 31 h 37"/>
                <a:gd name="T68" fmla="*/ 5 w 53"/>
                <a:gd name="T69" fmla="*/ 31 h 37"/>
                <a:gd name="T70" fmla="*/ 11 w 53"/>
                <a:gd name="T71" fmla="*/ 32 h 37"/>
                <a:gd name="T72" fmla="*/ 22 w 53"/>
                <a:gd name="T73" fmla="*/ 32 h 37"/>
                <a:gd name="T74" fmla="*/ 22 w 53"/>
                <a:gd name="T75" fmla="*/ 32 h 37"/>
                <a:gd name="T76" fmla="*/ 3 w 53"/>
                <a:gd name="T77" fmla="*/ 30 h 37"/>
                <a:gd name="T78" fmla="*/ 3 w 53"/>
                <a:gd name="T79" fmla="*/ 30 h 37"/>
                <a:gd name="T80" fmla="*/ 3 w 53"/>
                <a:gd name="T81" fmla="*/ 30 h 37"/>
                <a:gd name="T82" fmla="*/ 3 w 53"/>
                <a:gd name="T83" fmla="*/ 30 h 37"/>
                <a:gd name="T84" fmla="*/ 2 w 53"/>
                <a:gd name="T85" fmla="*/ 29 h 37"/>
                <a:gd name="T86" fmla="*/ 2 w 53"/>
                <a:gd name="T87" fmla="*/ 29 h 37"/>
                <a:gd name="T88" fmla="*/ 41 w 53"/>
                <a:gd name="T89" fmla="*/ 14 h 37"/>
                <a:gd name="T90" fmla="*/ 39 w 53"/>
                <a:gd name="T91" fmla="*/ 17 h 37"/>
                <a:gd name="T92" fmla="*/ 46 w 53"/>
                <a:gd name="T93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3" h="37">
                  <a:moveTo>
                    <a:pt x="1" y="34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6" y="27"/>
                    <a:pt x="7" y="27"/>
                    <a:pt x="8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3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8" y="29"/>
                    <a:pt x="21" y="28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8" y="24"/>
                    <a:pt x="33" y="17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42" y="6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7"/>
                    <a:pt x="50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8" y="11"/>
                    <a:pt x="46" y="14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39" y="22"/>
                    <a:pt x="34" y="29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4" y="36"/>
                    <a:pt x="19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" y="37"/>
                    <a:pt x="2" y="34"/>
                    <a:pt x="1" y="34"/>
                  </a:cubicBezTo>
                  <a:close/>
                  <a:moveTo>
                    <a:pt x="1" y="34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" y="34"/>
                    <a:pt x="1" y="34"/>
                    <a:pt x="1" y="34"/>
                  </a:cubicBezTo>
                  <a:close/>
                  <a:moveTo>
                    <a:pt x="15" y="33"/>
                  </a:moveTo>
                  <a:cubicBezTo>
                    <a:pt x="17" y="33"/>
                    <a:pt x="20" y="33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0" y="33"/>
                    <a:pt x="17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3"/>
                    <a:pt x="15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3"/>
                    <a:pt x="15" y="33"/>
                    <a:pt x="15" y="33"/>
                  </a:cubicBezTo>
                  <a:close/>
                  <a:moveTo>
                    <a:pt x="11" y="32"/>
                  </a:moveTo>
                  <a:cubicBezTo>
                    <a:pt x="9" y="32"/>
                    <a:pt x="8" y="32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6" y="31"/>
                    <a:pt x="8" y="32"/>
                    <a:pt x="11" y="32"/>
                  </a:cubicBezTo>
                  <a:close/>
                  <a:moveTo>
                    <a:pt x="22" y="32"/>
                  </a:move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lose/>
                  <a:moveTo>
                    <a:pt x="3" y="30"/>
                  </a:move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3" y="30"/>
                    <a:pt x="3" y="30"/>
                    <a:pt x="3" y="30"/>
                  </a:cubicBezTo>
                  <a:close/>
                  <a:moveTo>
                    <a:pt x="2" y="29"/>
                  </a:move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2" y="29"/>
                  </a:cubicBezTo>
                  <a:close/>
                  <a:moveTo>
                    <a:pt x="41" y="14"/>
                  </a:moveTo>
                  <a:cubicBezTo>
                    <a:pt x="40" y="15"/>
                    <a:pt x="39" y="16"/>
                    <a:pt x="39" y="17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1" y="13"/>
                    <a:pt x="44" y="10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4" y="9"/>
                    <a:pt x="43" y="11"/>
                    <a:pt x="4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848"/>
            <p:cNvSpPr/>
            <p:nvPr/>
          </p:nvSpPr>
          <p:spPr bwMode="auto">
            <a:xfrm>
              <a:off x="7483477" y="5580063"/>
              <a:ext cx="17463" cy="15875"/>
            </a:xfrm>
            <a:custGeom>
              <a:avLst/>
              <a:gdLst>
                <a:gd name="T0" fmla="*/ 0 w 11"/>
                <a:gd name="T1" fmla="*/ 3 h 10"/>
                <a:gd name="T2" fmla="*/ 3 w 11"/>
                <a:gd name="T3" fmla="*/ 0 h 10"/>
                <a:gd name="T4" fmla="*/ 11 w 11"/>
                <a:gd name="T5" fmla="*/ 6 h 10"/>
                <a:gd name="T6" fmla="*/ 8 w 11"/>
                <a:gd name="T7" fmla="*/ 10 h 10"/>
                <a:gd name="T8" fmla="*/ 0 w 11"/>
                <a:gd name="T9" fmla="*/ 3 h 10"/>
                <a:gd name="T10" fmla="*/ 0 w 11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0">
                  <a:moveTo>
                    <a:pt x="0" y="3"/>
                  </a:moveTo>
                  <a:lnTo>
                    <a:pt x="3" y="0"/>
                  </a:lnTo>
                  <a:lnTo>
                    <a:pt x="11" y="6"/>
                  </a:lnTo>
                  <a:lnTo>
                    <a:pt x="8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1849"/>
            <p:cNvSpPr>
              <a:spLocks noEditPoints="1"/>
            </p:cNvSpPr>
            <p:nvPr/>
          </p:nvSpPr>
          <p:spPr bwMode="auto">
            <a:xfrm>
              <a:off x="7478714" y="5575301"/>
              <a:ext cx="26988" cy="25400"/>
            </a:xfrm>
            <a:custGeom>
              <a:avLst/>
              <a:gdLst>
                <a:gd name="T0" fmla="*/ 2 w 17"/>
                <a:gd name="T1" fmla="*/ 7 h 16"/>
                <a:gd name="T2" fmla="*/ 3 w 17"/>
                <a:gd name="T3" fmla="*/ 6 h 16"/>
                <a:gd name="T4" fmla="*/ 5 w 17"/>
                <a:gd name="T5" fmla="*/ 7 h 16"/>
                <a:gd name="T6" fmla="*/ 3 w 17"/>
                <a:gd name="T7" fmla="*/ 6 h 16"/>
                <a:gd name="T8" fmla="*/ 2 w 17"/>
                <a:gd name="T9" fmla="*/ 7 h 16"/>
                <a:gd name="T10" fmla="*/ 0 w 17"/>
                <a:gd name="T11" fmla="*/ 6 h 16"/>
                <a:gd name="T12" fmla="*/ 6 w 17"/>
                <a:gd name="T13" fmla="*/ 0 h 16"/>
                <a:gd name="T14" fmla="*/ 17 w 17"/>
                <a:gd name="T15" fmla="*/ 9 h 16"/>
                <a:gd name="T16" fmla="*/ 11 w 17"/>
                <a:gd name="T17" fmla="*/ 16 h 16"/>
                <a:gd name="T18" fmla="*/ 2 w 17"/>
                <a:gd name="T19" fmla="*/ 7 h 16"/>
                <a:gd name="T20" fmla="*/ 2 w 17"/>
                <a:gd name="T21" fmla="*/ 7 h 16"/>
                <a:gd name="T22" fmla="*/ 11 w 17"/>
                <a:gd name="T23" fmla="*/ 11 h 16"/>
                <a:gd name="T24" fmla="*/ 11 w 17"/>
                <a:gd name="T25" fmla="*/ 11 h 16"/>
                <a:gd name="T26" fmla="*/ 8 w 17"/>
                <a:gd name="T27" fmla="*/ 6 h 16"/>
                <a:gd name="T28" fmla="*/ 11 w 17"/>
                <a:gd name="T29" fmla="*/ 11 h 16"/>
                <a:gd name="T30" fmla="*/ 11 w 17"/>
                <a:gd name="T31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6">
                  <a:moveTo>
                    <a:pt x="2" y="7"/>
                  </a:moveTo>
                  <a:lnTo>
                    <a:pt x="3" y="6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7"/>
                  </a:lnTo>
                  <a:lnTo>
                    <a:pt x="0" y="6"/>
                  </a:lnTo>
                  <a:lnTo>
                    <a:pt x="6" y="0"/>
                  </a:lnTo>
                  <a:lnTo>
                    <a:pt x="17" y="9"/>
                  </a:lnTo>
                  <a:lnTo>
                    <a:pt x="11" y="16"/>
                  </a:lnTo>
                  <a:lnTo>
                    <a:pt x="2" y="7"/>
                  </a:lnTo>
                  <a:lnTo>
                    <a:pt x="2" y="7"/>
                  </a:lnTo>
                  <a:close/>
                  <a:moveTo>
                    <a:pt x="11" y="11"/>
                  </a:moveTo>
                  <a:lnTo>
                    <a:pt x="11" y="11"/>
                  </a:lnTo>
                  <a:lnTo>
                    <a:pt x="8" y="6"/>
                  </a:lnTo>
                  <a:lnTo>
                    <a:pt x="11" y="11"/>
                  </a:lnTo>
                  <a:lnTo>
                    <a:pt x="1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1850"/>
            <p:cNvSpPr/>
            <p:nvPr/>
          </p:nvSpPr>
          <p:spPr bwMode="auto">
            <a:xfrm>
              <a:off x="7410452" y="5438776"/>
              <a:ext cx="36513" cy="58738"/>
            </a:xfrm>
            <a:custGeom>
              <a:avLst/>
              <a:gdLst>
                <a:gd name="T0" fmla="*/ 10 w 21"/>
                <a:gd name="T1" fmla="*/ 29 h 34"/>
                <a:gd name="T2" fmla="*/ 0 w 21"/>
                <a:gd name="T3" fmla="*/ 15 h 34"/>
                <a:gd name="T4" fmla="*/ 0 w 21"/>
                <a:gd name="T5" fmla="*/ 15 h 34"/>
                <a:gd name="T6" fmla="*/ 1 w 21"/>
                <a:gd name="T7" fmla="*/ 9 h 34"/>
                <a:gd name="T8" fmla="*/ 1 w 21"/>
                <a:gd name="T9" fmla="*/ 9 h 34"/>
                <a:gd name="T10" fmla="*/ 5 w 21"/>
                <a:gd name="T11" fmla="*/ 2 h 34"/>
                <a:gd name="T12" fmla="*/ 5 w 21"/>
                <a:gd name="T13" fmla="*/ 2 h 34"/>
                <a:gd name="T14" fmla="*/ 7 w 21"/>
                <a:gd name="T15" fmla="*/ 0 h 34"/>
                <a:gd name="T16" fmla="*/ 7 w 21"/>
                <a:gd name="T17" fmla="*/ 0 h 34"/>
                <a:gd name="T18" fmla="*/ 9 w 21"/>
                <a:gd name="T19" fmla="*/ 0 h 34"/>
                <a:gd name="T20" fmla="*/ 9 w 21"/>
                <a:gd name="T21" fmla="*/ 0 h 34"/>
                <a:gd name="T22" fmla="*/ 10 w 21"/>
                <a:gd name="T23" fmla="*/ 0 h 34"/>
                <a:gd name="T24" fmla="*/ 10 w 21"/>
                <a:gd name="T25" fmla="*/ 0 h 34"/>
                <a:gd name="T26" fmla="*/ 11 w 21"/>
                <a:gd name="T27" fmla="*/ 0 h 34"/>
                <a:gd name="T28" fmla="*/ 11 w 21"/>
                <a:gd name="T29" fmla="*/ 0 h 34"/>
                <a:gd name="T30" fmla="*/ 17 w 21"/>
                <a:gd name="T31" fmla="*/ 0 h 34"/>
                <a:gd name="T32" fmla="*/ 17 w 21"/>
                <a:gd name="T33" fmla="*/ 4 h 34"/>
                <a:gd name="T34" fmla="*/ 11 w 21"/>
                <a:gd name="T35" fmla="*/ 4 h 34"/>
                <a:gd name="T36" fmla="*/ 10 w 21"/>
                <a:gd name="T37" fmla="*/ 4 h 34"/>
                <a:gd name="T38" fmla="*/ 10 w 21"/>
                <a:gd name="T39" fmla="*/ 4 h 34"/>
                <a:gd name="T40" fmla="*/ 8 w 21"/>
                <a:gd name="T41" fmla="*/ 4 h 34"/>
                <a:gd name="T42" fmla="*/ 8 w 21"/>
                <a:gd name="T43" fmla="*/ 4 h 34"/>
                <a:gd name="T44" fmla="*/ 8 w 21"/>
                <a:gd name="T45" fmla="*/ 4 h 34"/>
                <a:gd name="T46" fmla="*/ 8 w 21"/>
                <a:gd name="T47" fmla="*/ 4 h 34"/>
                <a:gd name="T48" fmla="*/ 4 w 21"/>
                <a:gd name="T49" fmla="*/ 11 h 34"/>
                <a:gd name="T50" fmla="*/ 4 w 21"/>
                <a:gd name="T51" fmla="*/ 11 h 34"/>
                <a:gd name="T52" fmla="*/ 4 w 21"/>
                <a:gd name="T53" fmla="*/ 15 h 34"/>
                <a:gd name="T54" fmla="*/ 4 w 21"/>
                <a:gd name="T55" fmla="*/ 15 h 34"/>
                <a:gd name="T56" fmla="*/ 12 w 21"/>
                <a:gd name="T57" fmla="*/ 26 h 34"/>
                <a:gd name="T58" fmla="*/ 12 w 21"/>
                <a:gd name="T59" fmla="*/ 26 h 34"/>
                <a:gd name="T60" fmla="*/ 21 w 21"/>
                <a:gd name="T61" fmla="*/ 30 h 34"/>
                <a:gd name="T62" fmla="*/ 21 w 21"/>
                <a:gd name="T63" fmla="*/ 30 h 34"/>
                <a:gd name="T64" fmla="*/ 19 w 21"/>
                <a:gd name="T65" fmla="*/ 34 h 34"/>
                <a:gd name="T66" fmla="*/ 10 w 21"/>
                <a:gd name="T67" fmla="*/ 2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1" h="34">
                  <a:moveTo>
                    <a:pt x="10" y="29"/>
                  </a:moveTo>
                  <a:cubicBezTo>
                    <a:pt x="5" y="26"/>
                    <a:pt x="0" y="21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1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3" y="6"/>
                    <a:pt x="4" y="4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5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9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8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8"/>
                    <a:pt x="7" y="23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6" y="29"/>
                    <a:pt x="21" y="30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4"/>
                    <a:pt x="14" y="32"/>
                    <a:pt x="1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1851"/>
            <p:cNvSpPr>
              <a:spLocks noEditPoints="1"/>
            </p:cNvSpPr>
            <p:nvPr/>
          </p:nvSpPr>
          <p:spPr bwMode="auto">
            <a:xfrm>
              <a:off x="7405689" y="5435601"/>
              <a:ext cx="44450" cy="68263"/>
            </a:xfrm>
            <a:custGeom>
              <a:avLst/>
              <a:gdLst>
                <a:gd name="T0" fmla="*/ 11 w 26"/>
                <a:gd name="T1" fmla="*/ 33 h 39"/>
                <a:gd name="T2" fmla="*/ 13 w 26"/>
                <a:gd name="T3" fmla="*/ 31 h 39"/>
                <a:gd name="T4" fmla="*/ 1 w 26"/>
                <a:gd name="T5" fmla="*/ 17 h 39"/>
                <a:gd name="T6" fmla="*/ 2 w 26"/>
                <a:gd name="T7" fmla="*/ 10 h 39"/>
                <a:gd name="T8" fmla="*/ 6 w 26"/>
                <a:gd name="T9" fmla="*/ 3 h 39"/>
                <a:gd name="T10" fmla="*/ 6 w 26"/>
                <a:gd name="T11" fmla="*/ 3 h 39"/>
                <a:gd name="T12" fmla="*/ 7 w 26"/>
                <a:gd name="T13" fmla="*/ 2 h 39"/>
                <a:gd name="T14" fmla="*/ 10 w 26"/>
                <a:gd name="T15" fmla="*/ 0 h 39"/>
                <a:gd name="T16" fmla="*/ 10 w 26"/>
                <a:gd name="T17" fmla="*/ 0 h 39"/>
                <a:gd name="T18" fmla="*/ 13 w 26"/>
                <a:gd name="T19" fmla="*/ 0 h 39"/>
                <a:gd name="T20" fmla="*/ 13 w 26"/>
                <a:gd name="T21" fmla="*/ 0 h 39"/>
                <a:gd name="T22" fmla="*/ 14 w 26"/>
                <a:gd name="T23" fmla="*/ 0 h 39"/>
                <a:gd name="T24" fmla="*/ 14 w 26"/>
                <a:gd name="T25" fmla="*/ 0 h 39"/>
                <a:gd name="T26" fmla="*/ 22 w 26"/>
                <a:gd name="T27" fmla="*/ 0 h 39"/>
                <a:gd name="T28" fmla="*/ 14 w 26"/>
                <a:gd name="T29" fmla="*/ 8 h 39"/>
                <a:gd name="T30" fmla="*/ 13 w 26"/>
                <a:gd name="T31" fmla="*/ 8 h 39"/>
                <a:gd name="T32" fmla="*/ 13 w 26"/>
                <a:gd name="T33" fmla="*/ 8 h 39"/>
                <a:gd name="T34" fmla="*/ 12 w 26"/>
                <a:gd name="T35" fmla="*/ 8 h 39"/>
                <a:gd name="T36" fmla="*/ 9 w 26"/>
                <a:gd name="T37" fmla="*/ 14 h 39"/>
                <a:gd name="T38" fmla="*/ 8 w 26"/>
                <a:gd name="T39" fmla="*/ 17 h 39"/>
                <a:gd name="T40" fmla="*/ 16 w 26"/>
                <a:gd name="T41" fmla="*/ 26 h 39"/>
                <a:gd name="T42" fmla="*/ 25 w 26"/>
                <a:gd name="T43" fmla="*/ 31 h 39"/>
                <a:gd name="T44" fmla="*/ 25 w 26"/>
                <a:gd name="T45" fmla="*/ 31 h 39"/>
                <a:gd name="T46" fmla="*/ 26 w 26"/>
                <a:gd name="T47" fmla="*/ 32 h 39"/>
                <a:gd name="T48" fmla="*/ 21 w 26"/>
                <a:gd name="T49" fmla="*/ 38 h 39"/>
                <a:gd name="T50" fmla="*/ 12 w 26"/>
                <a:gd name="T51" fmla="*/ 28 h 39"/>
                <a:gd name="T52" fmla="*/ 14 w 26"/>
                <a:gd name="T53" fmla="*/ 29 h 39"/>
                <a:gd name="T54" fmla="*/ 12 w 26"/>
                <a:gd name="T55" fmla="*/ 28 h 39"/>
                <a:gd name="T56" fmla="*/ 12 w 26"/>
                <a:gd name="T57" fmla="*/ 28 h 39"/>
                <a:gd name="T58" fmla="*/ 5 w 26"/>
                <a:gd name="T59" fmla="*/ 13 h 39"/>
                <a:gd name="T60" fmla="*/ 6 w 26"/>
                <a:gd name="T61" fmla="*/ 12 h 39"/>
                <a:gd name="T62" fmla="*/ 9 w 26"/>
                <a:gd name="T63" fmla="*/ 5 h 39"/>
                <a:gd name="T64" fmla="*/ 9 w 26"/>
                <a:gd name="T65" fmla="*/ 5 h 39"/>
                <a:gd name="T66" fmla="*/ 6 w 26"/>
                <a:gd name="T67" fmla="*/ 12 h 39"/>
                <a:gd name="T68" fmla="*/ 18 w 26"/>
                <a:gd name="T69" fmla="*/ 4 h 39"/>
                <a:gd name="T70" fmla="*/ 14 w 26"/>
                <a:gd name="T71" fmla="*/ 4 h 39"/>
                <a:gd name="T72" fmla="*/ 13 w 26"/>
                <a:gd name="T73" fmla="*/ 4 h 39"/>
                <a:gd name="T74" fmla="*/ 12 w 26"/>
                <a:gd name="T75" fmla="*/ 4 h 39"/>
                <a:gd name="T76" fmla="*/ 13 w 26"/>
                <a:gd name="T77" fmla="*/ 4 h 39"/>
                <a:gd name="T78" fmla="*/ 11 w 26"/>
                <a:gd name="T79" fmla="*/ 4 h 39"/>
                <a:gd name="T80" fmla="*/ 11 w 26"/>
                <a:gd name="T81" fmla="*/ 4 h 39"/>
                <a:gd name="T82" fmla="*/ 11 w 26"/>
                <a:gd name="T83" fmla="*/ 4 h 39"/>
                <a:gd name="T84" fmla="*/ 11 w 26"/>
                <a:gd name="T85" fmla="*/ 4 h 39"/>
                <a:gd name="T86" fmla="*/ 11 w 26"/>
                <a:gd name="T87" fmla="*/ 4 h 39"/>
                <a:gd name="T88" fmla="*/ 11 w 26"/>
                <a:gd name="T89" fmla="*/ 4 h 39"/>
                <a:gd name="T90" fmla="*/ 10 w 26"/>
                <a:gd name="T91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" h="39">
                  <a:moveTo>
                    <a:pt x="21" y="38"/>
                  </a:moveTo>
                  <a:cubicBezTo>
                    <a:pt x="21" y="38"/>
                    <a:pt x="16" y="36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7" y="29"/>
                    <a:pt x="1" y="24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4"/>
                    <a:pt x="1" y="12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7"/>
                    <a:pt x="5" y="5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10"/>
                    <a:pt x="11" y="12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6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9"/>
                    <a:pt x="12" y="23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20" y="29"/>
                    <a:pt x="24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14" y="29"/>
                  </a:moveTo>
                  <a:cubicBezTo>
                    <a:pt x="13" y="29"/>
                    <a:pt x="13" y="29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3" y="29"/>
                    <a:pt x="13" y="29"/>
                    <a:pt x="14" y="29"/>
                  </a:cubicBezTo>
                  <a:close/>
                  <a:moveTo>
                    <a:pt x="12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lose/>
                  <a:moveTo>
                    <a:pt x="6" y="12"/>
                  </a:move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9"/>
                    <a:pt x="9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7"/>
                    <a:pt x="8" y="9"/>
                    <a:pt x="6" y="12"/>
                  </a:cubicBezTo>
                  <a:close/>
                  <a:moveTo>
                    <a:pt x="14" y="4"/>
                  </a:moveTo>
                  <a:cubicBezTo>
                    <a:pt x="18" y="4"/>
                    <a:pt x="18" y="4"/>
                    <a:pt x="18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3" y="4"/>
                  </a:move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lose/>
                  <a:moveTo>
                    <a:pt x="12" y="4"/>
                  </a:move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852"/>
            <p:cNvSpPr/>
            <p:nvPr/>
          </p:nvSpPr>
          <p:spPr bwMode="auto">
            <a:xfrm>
              <a:off x="7446964" y="5427663"/>
              <a:ext cx="44450" cy="52388"/>
            </a:xfrm>
            <a:custGeom>
              <a:avLst/>
              <a:gdLst>
                <a:gd name="T0" fmla="*/ 0 w 25"/>
                <a:gd name="T1" fmla="*/ 14 h 30"/>
                <a:gd name="T2" fmla="*/ 3 w 25"/>
                <a:gd name="T3" fmla="*/ 7 h 30"/>
                <a:gd name="T4" fmla="*/ 3 w 25"/>
                <a:gd name="T5" fmla="*/ 7 h 30"/>
                <a:gd name="T6" fmla="*/ 18 w 25"/>
                <a:gd name="T7" fmla="*/ 0 h 30"/>
                <a:gd name="T8" fmla="*/ 18 w 25"/>
                <a:gd name="T9" fmla="*/ 0 h 30"/>
                <a:gd name="T10" fmla="*/ 25 w 25"/>
                <a:gd name="T11" fmla="*/ 5 h 30"/>
                <a:gd name="T12" fmla="*/ 25 w 25"/>
                <a:gd name="T13" fmla="*/ 5 h 30"/>
                <a:gd name="T14" fmla="*/ 24 w 25"/>
                <a:gd name="T15" fmla="*/ 6 h 30"/>
                <a:gd name="T16" fmla="*/ 24 w 25"/>
                <a:gd name="T17" fmla="*/ 6 h 30"/>
                <a:gd name="T18" fmla="*/ 24 w 25"/>
                <a:gd name="T19" fmla="*/ 10 h 30"/>
                <a:gd name="T20" fmla="*/ 24 w 25"/>
                <a:gd name="T21" fmla="*/ 10 h 30"/>
                <a:gd name="T22" fmla="*/ 24 w 25"/>
                <a:gd name="T23" fmla="*/ 15 h 30"/>
                <a:gd name="T24" fmla="*/ 24 w 25"/>
                <a:gd name="T25" fmla="*/ 15 h 30"/>
                <a:gd name="T26" fmla="*/ 21 w 25"/>
                <a:gd name="T27" fmla="*/ 16 h 30"/>
                <a:gd name="T28" fmla="*/ 20 w 25"/>
                <a:gd name="T29" fmla="*/ 10 h 30"/>
                <a:gd name="T30" fmla="*/ 20 w 25"/>
                <a:gd name="T31" fmla="*/ 10 h 30"/>
                <a:gd name="T32" fmla="*/ 21 w 25"/>
                <a:gd name="T33" fmla="*/ 5 h 30"/>
                <a:gd name="T34" fmla="*/ 21 w 25"/>
                <a:gd name="T35" fmla="*/ 5 h 30"/>
                <a:gd name="T36" fmla="*/ 21 w 25"/>
                <a:gd name="T37" fmla="*/ 5 h 30"/>
                <a:gd name="T38" fmla="*/ 21 w 25"/>
                <a:gd name="T39" fmla="*/ 5 h 30"/>
                <a:gd name="T40" fmla="*/ 20 w 25"/>
                <a:gd name="T41" fmla="*/ 5 h 30"/>
                <a:gd name="T42" fmla="*/ 20 w 25"/>
                <a:gd name="T43" fmla="*/ 5 h 30"/>
                <a:gd name="T44" fmla="*/ 18 w 25"/>
                <a:gd name="T45" fmla="*/ 4 h 30"/>
                <a:gd name="T46" fmla="*/ 18 w 25"/>
                <a:gd name="T47" fmla="*/ 4 h 30"/>
                <a:gd name="T48" fmla="*/ 6 w 25"/>
                <a:gd name="T49" fmla="*/ 10 h 30"/>
                <a:gd name="T50" fmla="*/ 6 w 25"/>
                <a:gd name="T51" fmla="*/ 10 h 30"/>
                <a:gd name="T52" fmla="*/ 4 w 25"/>
                <a:gd name="T53" fmla="*/ 14 h 30"/>
                <a:gd name="T54" fmla="*/ 4 w 25"/>
                <a:gd name="T55" fmla="*/ 14 h 30"/>
                <a:gd name="T56" fmla="*/ 10 w 25"/>
                <a:gd name="T57" fmla="*/ 22 h 30"/>
                <a:gd name="T58" fmla="*/ 10 w 25"/>
                <a:gd name="T59" fmla="*/ 22 h 30"/>
                <a:gd name="T60" fmla="*/ 16 w 25"/>
                <a:gd name="T61" fmla="*/ 26 h 30"/>
                <a:gd name="T62" fmla="*/ 16 w 25"/>
                <a:gd name="T63" fmla="*/ 26 h 30"/>
                <a:gd name="T64" fmla="*/ 16 w 25"/>
                <a:gd name="T65" fmla="*/ 26 h 30"/>
                <a:gd name="T66" fmla="*/ 14 w 25"/>
                <a:gd name="T67" fmla="*/ 30 h 30"/>
                <a:gd name="T68" fmla="*/ 0 w 25"/>
                <a:gd name="T69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30">
                  <a:moveTo>
                    <a:pt x="0" y="14"/>
                  </a:moveTo>
                  <a:cubicBezTo>
                    <a:pt x="0" y="11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4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1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9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3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3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5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4" y="11"/>
                    <a:pt x="4" y="12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6"/>
                    <a:pt x="7" y="19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3" y="25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0" y="23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1853"/>
            <p:cNvSpPr>
              <a:spLocks noEditPoints="1"/>
            </p:cNvSpPr>
            <p:nvPr/>
          </p:nvSpPr>
          <p:spPr bwMode="auto">
            <a:xfrm>
              <a:off x="7443789" y="5424488"/>
              <a:ext cx="50800" cy="66675"/>
            </a:xfrm>
            <a:custGeom>
              <a:avLst/>
              <a:gdLst>
                <a:gd name="T0" fmla="*/ 12 w 29"/>
                <a:gd name="T1" fmla="*/ 32 h 38"/>
                <a:gd name="T2" fmla="*/ 8 w 29"/>
                <a:gd name="T3" fmla="*/ 29 h 38"/>
                <a:gd name="T4" fmla="*/ 0 w 29"/>
                <a:gd name="T5" fmla="*/ 16 h 38"/>
                <a:gd name="T6" fmla="*/ 0 w 29"/>
                <a:gd name="T7" fmla="*/ 16 h 38"/>
                <a:gd name="T8" fmla="*/ 0 w 29"/>
                <a:gd name="T9" fmla="*/ 15 h 38"/>
                <a:gd name="T10" fmla="*/ 4 w 29"/>
                <a:gd name="T11" fmla="*/ 8 h 38"/>
                <a:gd name="T12" fmla="*/ 20 w 29"/>
                <a:gd name="T13" fmla="*/ 0 h 38"/>
                <a:gd name="T14" fmla="*/ 29 w 29"/>
                <a:gd name="T15" fmla="*/ 7 h 38"/>
                <a:gd name="T16" fmla="*/ 28 w 29"/>
                <a:gd name="T17" fmla="*/ 9 h 38"/>
                <a:gd name="T18" fmla="*/ 28 w 29"/>
                <a:gd name="T19" fmla="*/ 12 h 38"/>
                <a:gd name="T20" fmla="*/ 28 w 29"/>
                <a:gd name="T21" fmla="*/ 16 h 38"/>
                <a:gd name="T22" fmla="*/ 28 w 29"/>
                <a:gd name="T23" fmla="*/ 17 h 38"/>
                <a:gd name="T24" fmla="*/ 28 w 29"/>
                <a:gd name="T25" fmla="*/ 18 h 38"/>
                <a:gd name="T26" fmla="*/ 21 w 29"/>
                <a:gd name="T27" fmla="*/ 18 h 38"/>
                <a:gd name="T28" fmla="*/ 20 w 29"/>
                <a:gd name="T29" fmla="*/ 12 h 38"/>
                <a:gd name="T30" fmla="*/ 20 w 29"/>
                <a:gd name="T31" fmla="*/ 8 h 38"/>
                <a:gd name="T32" fmla="*/ 9 w 29"/>
                <a:gd name="T33" fmla="*/ 13 h 38"/>
                <a:gd name="T34" fmla="*/ 8 w 29"/>
                <a:gd name="T35" fmla="*/ 16 h 38"/>
                <a:gd name="T36" fmla="*/ 8 w 29"/>
                <a:gd name="T37" fmla="*/ 16 h 38"/>
                <a:gd name="T38" fmla="*/ 13 w 29"/>
                <a:gd name="T39" fmla="*/ 23 h 38"/>
                <a:gd name="T40" fmla="*/ 18 w 29"/>
                <a:gd name="T41" fmla="*/ 26 h 38"/>
                <a:gd name="T42" fmla="*/ 14 w 29"/>
                <a:gd name="T43" fmla="*/ 38 h 38"/>
                <a:gd name="T44" fmla="*/ 10 w 29"/>
                <a:gd name="T45" fmla="*/ 25 h 38"/>
                <a:gd name="T46" fmla="*/ 13 w 29"/>
                <a:gd name="T47" fmla="*/ 28 h 38"/>
                <a:gd name="T48" fmla="*/ 10 w 29"/>
                <a:gd name="T49" fmla="*/ 26 h 38"/>
                <a:gd name="T50" fmla="*/ 7 w 29"/>
                <a:gd name="T51" fmla="*/ 22 h 38"/>
                <a:gd name="T52" fmla="*/ 24 w 29"/>
                <a:gd name="T53" fmla="*/ 17 h 38"/>
                <a:gd name="T54" fmla="*/ 24 w 29"/>
                <a:gd name="T55" fmla="*/ 17 h 38"/>
                <a:gd name="T56" fmla="*/ 24 w 29"/>
                <a:gd name="T57" fmla="*/ 17 h 38"/>
                <a:gd name="T58" fmla="*/ 4 w 29"/>
                <a:gd name="T59" fmla="*/ 15 h 38"/>
                <a:gd name="T60" fmla="*/ 4 w 29"/>
                <a:gd name="T61" fmla="*/ 15 h 38"/>
                <a:gd name="T62" fmla="*/ 4 w 29"/>
                <a:gd name="T63" fmla="*/ 15 h 38"/>
                <a:gd name="T64" fmla="*/ 4 w 29"/>
                <a:gd name="T65" fmla="*/ 15 h 38"/>
                <a:gd name="T66" fmla="*/ 6 w 29"/>
                <a:gd name="T67" fmla="*/ 11 h 38"/>
                <a:gd name="T68" fmla="*/ 4 w 29"/>
                <a:gd name="T69" fmla="*/ 15 h 38"/>
                <a:gd name="T70" fmla="*/ 24 w 29"/>
                <a:gd name="T71" fmla="*/ 13 h 38"/>
                <a:gd name="T72" fmla="*/ 24 w 29"/>
                <a:gd name="T73" fmla="*/ 13 h 38"/>
                <a:gd name="T74" fmla="*/ 24 w 29"/>
                <a:gd name="T75" fmla="*/ 13 h 38"/>
                <a:gd name="T76" fmla="*/ 24 w 29"/>
                <a:gd name="T77" fmla="*/ 13 h 38"/>
                <a:gd name="T78" fmla="*/ 24 w 29"/>
                <a:gd name="T79" fmla="*/ 13 h 38"/>
                <a:gd name="T80" fmla="*/ 24 w 29"/>
                <a:gd name="T81" fmla="*/ 12 h 38"/>
                <a:gd name="T82" fmla="*/ 24 w 29"/>
                <a:gd name="T83" fmla="*/ 12 h 38"/>
                <a:gd name="T84" fmla="*/ 24 w 29"/>
                <a:gd name="T85" fmla="*/ 12 h 38"/>
                <a:gd name="T86" fmla="*/ 24 w 29"/>
                <a:gd name="T87" fmla="*/ 12 h 38"/>
                <a:gd name="T88" fmla="*/ 25 w 29"/>
                <a:gd name="T89" fmla="*/ 7 h 38"/>
                <a:gd name="T90" fmla="*/ 25 w 29"/>
                <a:gd name="T91" fmla="*/ 7 h 38"/>
                <a:gd name="T92" fmla="*/ 25 w 29"/>
                <a:gd name="T93" fmla="*/ 7 h 38"/>
                <a:gd name="T94" fmla="*/ 25 w 29"/>
                <a:gd name="T95" fmla="*/ 7 h 38"/>
                <a:gd name="T96" fmla="*/ 25 w 29"/>
                <a:gd name="T97" fmla="*/ 7 h 38"/>
                <a:gd name="T98" fmla="*/ 24 w 29"/>
                <a:gd name="T99" fmla="*/ 5 h 38"/>
                <a:gd name="T100" fmla="*/ 24 w 29"/>
                <a:gd name="T101" fmla="*/ 5 h 38"/>
                <a:gd name="T102" fmla="*/ 19 w 29"/>
                <a:gd name="T103" fmla="*/ 4 h 38"/>
                <a:gd name="T104" fmla="*/ 19 w 29"/>
                <a:gd name="T105" fmla="*/ 4 h 38"/>
                <a:gd name="T106" fmla="*/ 20 w 29"/>
                <a:gd name="T107" fmla="*/ 4 h 38"/>
                <a:gd name="T108" fmla="*/ 20 w 29"/>
                <a:gd name="T10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9" h="38">
                  <a:moveTo>
                    <a:pt x="14" y="33"/>
                  </a:move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1"/>
                    <a:pt x="9" y="30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4" y="26"/>
                    <a:pt x="0" y="2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0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9" y="2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8" y="2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1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4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0" y="15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0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7" y="8"/>
                    <a:pt x="13" y="10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10" y="20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5" y="24"/>
                    <a:pt x="17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3"/>
                    <a:pt x="14" y="33"/>
                    <a:pt x="14" y="33"/>
                  </a:cubicBezTo>
                  <a:close/>
                  <a:moveTo>
                    <a:pt x="10" y="25"/>
                  </a:moveTo>
                  <a:cubicBezTo>
                    <a:pt x="11" y="26"/>
                    <a:pt x="12" y="27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7"/>
                    <a:pt x="11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4"/>
                    <a:pt x="8" y="23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9" y="24"/>
                    <a:pt x="10" y="25"/>
                  </a:cubicBezTo>
                  <a:close/>
                  <a:moveTo>
                    <a:pt x="24" y="17"/>
                  </a:move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lose/>
                  <a:moveTo>
                    <a:pt x="2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2" y="16"/>
                    <a:pt x="2" y="16"/>
                    <a:pt x="2" y="1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5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lose/>
                  <a:moveTo>
                    <a:pt x="24" y="13"/>
                  </a:moveTo>
                  <a:cubicBezTo>
                    <a:pt x="24" y="13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3"/>
                    <a:pt x="24" y="13"/>
                  </a:cubicBezTo>
                  <a:close/>
                  <a:moveTo>
                    <a:pt x="24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4" y="5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19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lose/>
                  <a:moveTo>
                    <a:pt x="20" y="4"/>
                  </a:move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1854"/>
            <p:cNvSpPr/>
            <p:nvPr/>
          </p:nvSpPr>
          <p:spPr bwMode="auto">
            <a:xfrm>
              <a:off x="7429502" y="5559426"/>
              <a:ext cx="9525" cy="6350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0 h 4"/>
                <a:gd name="T4" fmla="*/ 6 w 6"/>
                <a:gd name="T5" fmla="*/ 0 h 4"/>
                <a:gd name="T6" fmla="*/ 6 w 6"/>
                <a:gd name="T7" fmla="*/ 4 h 4"/>
                <a:gd name="T8" fmla="*/ 0 w 6"/>
                <a:gd name="T9" fmla="*/ 4 h 4"/>
                <a:gd name="T10" fmla="*/ 0 w 6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6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1855"/>
            <p:cNvSpPr>
              <a:spLocks noEditPoints="1"/>
            </p:cNvSpPr>
            <p:nvPr/>
          </p:nvSpPr>
          <p:spPr bwMode="auto">
            <a:xfrm>
              <a:off x="7426327" y="5556251"/>
              <a:ext cx="15875" cy="12700"/>
            </a:xfrm>
            <a:custGeom>
              <a:avLst/>
              <a:gdLst>
                <a:gd name="T0" fmla="*/ 8 w 10"/>
                <a:gd name="T1" fmla="*/ 8 h 8"/>
                <a:gd name="T2" fmla="*/ 2 w 10"/>
                <a:gd name="T3" fmla="*/ 8 h 8"/>
                <a:gd name="T4" fmla="*/ 2 w 10"/>
                <a:gd name="T5" fmla="*/ 6 h 8"/>
                <a:gd name="T6" fmla="*/ 4 w 10"/>
                <a:gd name="T7" fmla="*/ 6 h 8"/>
                <a:gd name="T8" fmla="*/ 2 w 10"/>
                <a:gd name="T9" fmla="*/ 6 h 8"/>
                <a:gd name="T10" fmla="*/ 2 w 10"/>
                <a:gd name="T11" fmla="*/ 8 h 8"/>
                <a:gd name="T12" fmla="*/ 0 w 10"/>
                <a:gd name="T13" fmla="*/ 8 h 8"/>
                <a:gd name="T14" fmla="*/ 0 w 10"/>
                <a:gd name="T15" fmla="*/ 0 h 8"/>
                <a:gd name="T16" fmla="*/ 10 w 10"/>
                <a:gd name="T17" fmla="*/ 0 h 8"/>
                <a:gd name="T18" fmla="*/ 10 w 10"/>
                <a:gd name="T19" fmla="*/ 8 h 8"/>
                <a:gd name="T20" fmla="*/ 8 w 10"/>
                <a:gd name="T21" fmla="*/ 8 h 8"/>
                <a:gd name="T22" fmla="*/ 8 w 10"/>
                <a:gd name="T23" fmla="*/ 8 h 8"/>
                <a:gd name="T24" fmla="*/ 5 w 10"/>
                <a:gd name="T25" fmla="*/ 4 h 8"/>
                <a:gd name="T26" fmla="*/ 5 w 10"/>
                <a:gd name="T27" fmla="*/ 4 h 8"/>
                <a:gd name="T28" fmla="*/ 4 w 10"/>
                <a:gd name="T29" fmla="*/ 4 h 8"/>
                <a:gd name="T30" fmla="*/ 4 w 10"/>
                <a:gd name="T31" fmla="*/ 4 h 8"/>
                <a:gd name="T32" fmla="*/ 5 w 10"/>
                <a:gd name="T33" fmla="*/ 4 h 8"/>
                <a:gd name="T34" fmla="*/ 5 w 10"/>
                <a:gd name="T3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8">
                  <a:moveTo>
                    <a:pt x="8" y="8"/>
                  </a:moveTo>
                  <a:lnTo>
                    <a:pt x="2" y="8"/>
                  </a:lnTo>
                  <a:lnTo>
                    <a:pt x="2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8"/>
                  </a:lnTo>
                  <a:lnTo>
                    <a:pt x="8" y="8"/>
                  </a:lnTo>
                  <a:lnTo>
                    <a:pt x="8" y="8"/>
                  </a:lnTo>
                  <a:close/>
                  <a:moveTo>
                    <a:pt x="5" y="4"/>
                  </a:move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1856"/>
            <p:cNvSpPr/>
            <p:nvPr/>
          </p:nvSpPr>
          <p:spPr bwMode="auto">
            <a:xfrm>
              <a:off x="7496177" y="5688013"/>
              <a:ext cx="6350" cy="23813"/>
            </a:xfrm>
            <a:custGeom>
              <a:avLst/>
              <a:gdLst>
                <a:gd name="T0" fmla="*/ 0 w 4"/>
                <a:gd name="T1" fmla="*/ 15 h 15"/>
                <a:gd name="T2" fmla="*/ 0 w 4"/>
                <a:gd name="T3" fmla="*/ 0 h 15"/>
                <a:gd name="T4" fmla="*/ 4 w 4"/>
                <a:gd name="T5" fmla="*/ 0 h 15"/>
                <a:gd name="T6" fmla="*/ 4 w 4"/>
                <a:gd name="T7" fmla="*/ 15 h 15"/>
                <a:gd name="T8" fmla="*/ 0 w 4"/>
                <a:gd name="T9" fmla="*/ 15 h 15"/>
                <a:gd name="T10" fmla="*/ 0 w 4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5">
                  <a:moveTo>
                    <a:pt x="0" y="15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1857"/>
            <p:cNvSpPr>
              <a:spLocks noEditPoints="1"/>
            </p:cNvSpPr>
            <p:nvPr/>
          </p:nvSpPr>
          <p:spPr bwMode="auto">
            <a:xfrm>
              <a:off x="7493002" y="5684838"/>
              <a:ext cx="12700" cy="30163"/>
            </a:xfrm>
            <a:custGeom>
              <a:avLst/>
              <a:gdLst>
                <a:gd name="T0" fmla="*/ 6 w 8"/>
                <a:gd name="T1" fmla="*/ 19 h 19"/>
                <a:gd name="T2" fmla="*/ 2 w 8"/>
                <a:gd name="T3" fmla="*/ 19 h 19"/>
                <a:gd name="T4" fmla="*/ 2 w 8"/>
                <a:gd name="T5" fmla="*/ 17 h 19"/>
                <a:gd name="T6" fmla="*/ 4 w 8"/>
                <a:gd name="T7" fmla="*/ 17 h 19"/>
                <a:gd name="T8" fmla="*/ 2 w 8"/>
                <a:gd name="T9" fmla="*/ 17 h 19"/>
                <a:gd name="T10" fmla="*/ 2 w 8"/>
                <a:gd name="T11" fmla="*/ 19 h 19"/>
                <a:gd name="T12" fmla="*/ 0 w 8"/>
                <a:gd name="T13" fmla="*/ 19 h 19"/>
                <a:gd name="T14" fmla="*/ 0 w 8"/>
                <a:gd name="T15" fmla="*/ 0 h 19"/>
                <a:gd name="T16" fmla="*/ 8 w 8"/>
                <a:gd name="T17" fmla="*/ 0 h 19"/>
                <a:gd name="T18" fmla="*/ 8 w 8"/>
                <a:gd name="T19" fmla="*/ 19 h 19"/>
                <a:gd name="T20" fmla="*/ 6 w 8"/>
                <a:gd name="T21" fmla="*/ 19 h 19"/>
                <a:gd name="T22" fmla="*/ 6 w 8"/>
                <a:gd name="T23" fmla="*/ 19 h 19"/>
                <a:gd name="T24" fmla="*/ 4 w 8"/>
                <a:gd name="T25" fmla="*/ 15 h 19"/>
                <a:gd name="T26" fmla="*/ 4 w 8"/>
                <a:gd name="T27" fmla="*/ 4 h 19"/>
                <a:gd name="T28" fmla="*/ 4 w 8"/>
                <a:gd name="T29" fmla="*/ 15 h 19"/>
                <a:gd name="T30" fmla="*/ 4 w 8"/>
                <a:gd name="T31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9">
                  <a:moveTo>
                    <a:pt x="6" y="19"/>
                  </a:moveTo>
                  <a:lnTo>
                    <a:pt x="2" y="19"/>
                  </a:lnTo>
                  <a:lnTo>
                    <a:pt x="2" y="17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6" y="19"/>
                  </a:lnTo>
                  <a:close/>
                  <a:moveTo>
                    <a:pt x="4" y="15"/>
                  </a:moveTo>
                  <a:lnTo>
                    <a:pt x="4" y="4"/>
                  </a:lnTo>
                  <a:lnTo>
                    <a:pt x="4" y="15"/>
                  </a:lnTo>
                  <a:lnTo>
                    <a:pt x="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1858"/>
            <p:cNvSpPr>
              <a:spLocks noEditPoints="1"/>
            </p:cNvSpPr>
            <p:nvPr/>
          </p:nvSpPr>
          <p:spPr bwMode="auto">
            <a:xfrm>
              <a:off x="7410452" y="5708651"/>
              <a:ext cx="142875" cy="190500"/>
            </a:xfrm>
            <a:custGeom>
              <a:avLst/>
              <a:gdLst>
                <a:gd name="T0" fmla="*/ 35 w 82"/>
                <a:gd name="T1" fmla="*/ 109 h 109"/>
                <a:gd name="T2" fmla="*/ 10 w 82"/>
                <a:gd name="T3" fmla="*/ 85 h 109"/>
                <a:gd name="T4" fmla="*/ 10 w 82"/>
                <a:gd name="T5" fmla="*/ 85 h 109"/>
                <a:gd name="T6" fmla="*/ 0 w 82"/>
                <a:gd name="T7" fmla="*/ 43 h 109"/>
                <a:gd name="T8" fmla="*/ 0 w 82"/>
                <a:gd name="T9" fmla="*/ 43 h 109"/>
                <a:gd name="T10" fmla="*/ 51 w 82"/>
                <a:gd name="T11" fmla="*/ 0 h 109"/>
                <a:gd name="T12" fmla="*/ 51 w 82"/>
                <a:gd name="T13" fmla="*/ 0 h 109"/>
                <a:gd name="T14" fmla="*/ 75 w 82"/>
                <a:gd name="T15" fmla="*/ 16 h 109"/>
                <a:gd name="T16" fmla="*/ 75 w 82"/>
                <a:gd name="T17" fmla="*/ 16 h 109"/>
                <a:gd name="T18" fmla="*/ 82 w 82"/>
                <a:gd name="T19" fmla="*/ 54 h 109"/>
                <a:gd name="T20" fmla="*/ 82 w 82"/>
                <a:gd name="T21" fmla="*/ 54 h 109"/>
                <a:gd name="T22" fmla="*/ 42 w 82"/>
                <a:gd name="T23" fmla="*/ 107 h 109"/>
                <a:gd name="T24" fmla="*/ 42 w 82"/>
                <a:gd name="T25" fmla="*/ 107 h 109"/>
                <a:gd name="T26" fmla="*/ 35 w 82"/>
                <a:gd name="T27" fmla="*/ 109 h 109"/>
                <a:gd name="T28" fmla="*/ 35 w 82"/>
                <a:gd name="T29" fmla="*/ 109 h 109"/>
                <a:gd name="T30" fmla="*/ 35 w 82"/>
                <a:gd name="T31" fmla="*/ 109 h 109"/>
                <a:gd name="T32" fmla="*/ 19 w 82"/>
                <a:gd name="T33" fmla="*/ 13 h 109"/>
                <a:gd name="T34" fmla="*/ 4 w 82"/>
                <a:gd name="T35" fmla="*/ 43 h 109"/>
                <a:gd name="T36" fmla="*/ 4 w 82"/>
                <a:gd name="T37" fmla="*/ 43 h 109"/>
                <a:gd name="T38" fmla="*/ 14 w 82"/>
                <a:gd name="T39" fmla="*/ 83 h 109"/>
                <a:gd name="T40" fmla="*/ 14 w 82"/>
                <a:gd name="T41" fmla="*/ 83 h 109"/>
                <a:gd name="T42" fmla="*/ 35 w 82"/>
                <a:gd name="T43" fmla="*/ 105 h 109"/>
                <a:gd name="T44" fmla="*/ 35 w 82"/>
                <a:gd name="T45" fmla="*/ 105 h 109"/>
                <a:gd name="T46" fmla="*/ 40 w 82"/>
                <a:gd name="T47" fmla="*/ 103 h 109"/>
                <a:gd name="T48" fmla="*/ 40 w 82"/>
                <a:gd name="T49" fmla="*/ 103 h 109"/>
                <a:gd name="T50" fmla="*/ 78 w 82"/>
                <a:gd name="T51" fmla="*/ 54 h 109"/>
                <a:gd name="T52" fmla="*/ 78 w 82"/>
                <a:gd name="T53" fmla="*/ 54 h 109"/>
                <a:gd name="T54" fmla="*/ 72 w 82"/>
                <a:gd name="T55" fmla="*/ 18 h 109"/>
                <a:gd name="T56" fmla="*/ 72 w 82"/>
                <a:gd name="T57" fmla="*/ 18 h 109"/>
                <a:gd name="T58" fmla="*/ 51 w 82"/>
                <a:gd name="T59" fmla="*/ 4 h 109"/>
                <a:gd name="T60" fmla="*/ 51 w 82"/>
                <a:gd name="T61" fmla="*/ 4 h 109"/>
                <a:gd name="T62" fmla="*/ 51 w 82"/>
                <a:gd name="T63" fmla="*/ 4 h 109"/>
                <a:gd name="T64" fmla="*/ 51 w 82"/>
                <a:gd name="T65" fmla="*/ 4 h 109"/>
                <a:gd name="T66" fmla="*/ 19 w 82"/>
                <a:gd name="T67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109">
                  <a:moveTo>
                    <a:pt x="35" y="109"/>
                  </a:moveTo>
                  <a:cubicBezTo>
                    <a:pt x="25" y="108"/>
                    <a:pt x="16" y="98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4" y="72"/>
                    <a:pt x="0" y="56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3"/>
                    <a:pt x="28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6"/>
                    <a:pt x="75" y="16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80" y="26"/>
                    <a:pt x="82" y="39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83"/>
                    <a:pt x="60" y="97"/>
                    <a:pt x="42" y="107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0" y="108"/>
                    <a:pt x="37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5" y="109"/>
                    <a:pt x="35" y="109"/>
                    <a:pt x="35" y="109"/>
                  </a:cubicBezTo>
                  <a:close/>
                  <a:moveTo>
                    <a:pt x="19" y="13"/>
                  </a:moveTo>
                  <a:cubicBezTo>
                    <a:pt x="10" y="20"/>
                    <a:pt x="4" y="29"/>
                    <a:pt x="4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55"/>
                    <a:pt x="7" y="71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20" y="96"/>
                    <a:pt x="28" y="105"/>
                    <a:pt x="35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7" y="105"/>
                    <a:pt x="38" y="104"/>
                    <a:pt x="40" y="103"/>
                  </a:cubicBezTo>
                  <a:cubicBezTo>
                    <a:pt x="40" y="103"/>
                    <a:pt x="40" y="103"/>
                    <a:pt x="40" y="103"/>
                  </a:cubicBezTo>
                  <a:cubicBezTo>
                    <a:pt x="58" y="93"/>
                    <a:pt x="78" y="81"/>
                    <a:pt x="78" y="5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40"/>
                    <a:pt x="76" y="27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67" y="9"/>
                    <a:pt x="6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0" y="4"/>
                    <a:pt x="28" y="7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1859"/>
            <p:cNvSpPr>
              <a:spLocks noEditPoints="1"/>
            </p:cNvSpPr>
            <p:nvPr/>
          </p:nvSpPr>
          <p:spPr bwMode="auto">
            <a:xfrm>
              <a:off x="7407277" y="5705476"/>
              <a:ext cx="149225" cy="196850"/>
            </a:xfrm>
            <a:custGeom>
              <a:avLst/>
              <a:gdLst>
                <a:gd name="T0" fmla="*/ 37 w 86"/>
                <a:gd name="T1" fmla="*/ 111 h 113"/>
                <a:gd name="T2" fmla="*/ 10 w 86"/>
                <a:gd name="T3" fmla="*/ 88 h 113"/>
                <a:gd name="T4" fmla="*/ 0 w 86"/>
                <a:gd name="T5" fmla="*/ 45 h 113"/>
                <a:gd name="T6" fmla="*/ 52 w 86"/>
                <a:gd name="T7" fmla="*/ 0 h 113"/>
                <a:gd name="T8" fmla="*/ 53 w 86"/>
                <a:gd name="T9" fmla="*/ 0 h 113"/>
                <a:gd name="T10" fmla="*/ 79 w 86"/>
                <a:gd name="T11" fmla="*/ 17 h 113"/>
                <a:gd name="T12" fmla="*/ 86 w 86"/>
                <a:gd name="T13" fmla="*/ 56 h 113"/>
                <a:gd name="T14" fmla="*/ 45 w 86"/>
                <a:gd name="T15" fmla="*/ 111 h 113"/>
                <a:gd name="T16" fmla="*/ 37 w 86"/>
                <a:gd name="T17" fmla="*/ 113 h 113"/>
                <a:gd name="T18" fmla="*/ 37 w 86"/>
                <a:gd name="T19" fmla="*/ 113 h 113"/>
                <a:gd name="T20" fmla="*/ 43 w 86"/>
                <a:gd name="T21" fmla="*/ 107 h 113"/>
                <a:gd name="T22" fmla="*/ 82 w 86"/>
                <a:gd name="T23" fmla="*/ 56 h 113"/>
                <a:gd name="T24" fmla="*/ 43 w 86"/>
                <a:gd name="T25" fmla="*/ 107 h 113"/>
                <a:gd name="T26" fmla="*/ 37 w 86"/>
                <a:gd name="T27" fmla="*/ 109 h 113"/>
                <a:gd name="T28" fmla="*/ 37 w 86"/>
                <a:gd name="T29" fmla="*/ 109 h 113"/>
                <a:gd name="T30" fmla="*/ 37 w 86"/>
                <a:gd name="T31" fmla="*/ 109 h 113"/>
                <a:gd name="T32" fmla="*/ 36 w 86"/>
                <a:gd name="T33" fmla="*/ 108 h 113"/>
                <a:gd name="T34" fmla="*/ 36 w 86"/>
                <a:gd name="T35" fmla="*/ 108 h 113"/>
                <a:gd name="T36" fmla="*/ 35 w 86"/>
                <a:gd name="T37" fmla="*/ 108 h 113"/>
                <a:gd name="T38" fmla="*/ 30 w 86"/>
                <a:gd name="T39" fmla="*/ 106 h 113"/>
                <a:gd name="T40" fmla="*/ 37 w 86"/>
                <a:gd name="T41" fmla="*/ 105 h 113"/>
                <a:gd name="T42" fmla="*/ 41 w 86"/>
                <a:gd name="T43" fmla="*/ 104 h 113"/>
                <a:gd name="T44" fmla="*/ 78 w 86"/>
                <a:gd name="T45" fmla="*/ 56 h 113"/>
                <a:gd name="T46" fmla="*/ 78 w 86"/>
                <a:gd name="T47" fmla="*/ 56 h 113"/>
                <a:gd name="T48" fmla="*/ 72 w 86"/>
                <a:gd name="T49" fmla="*/ 21 h 113"/>
                <a:gd name="T50" fmla="*/ 53 w 86"/>
                <a:gd name="T51" fmla="*/ 8 h 113"/>
                <a:gd name="T52" fmla="*/ 22 w 86"/>
                <a:gd name="T53" fmla="*/ 17 h 113"/>
                <a:gd name="T54" fmla="*/ 8 w 86"/>
                <a:gd name="T55" fmla="*/ 45 h 113"/>
                <a:gd name="T56" fmla="*/ 8 w 86"/>
                <a:gd name="T57" fmla="*/ 45 h 113"/>
                <a:gd name="T58" fmla="*/ 17 w 86"/>
                <a:gd name="T59" fmla="*/ 85 h 113"/>
                <a:gd name="T60" fmla="*/ 37 w 86"/>
                <a:gd name="T61" fmla="*/ 105 h 113"/>
                <a:gd name="T62" fmla="*/ 37 w 86"/>
                <a:gd name="T63" fmla="*/ 105 h 113"/>
                <a:gd name="T64" fmla="*/ 14 w 86"/>
                <a:gd name="T65" fmla="*/ 86 h 113"/>
                <a:gd name="T66" fmla="*/ 17 w 86"/>
                <a:gd name="T67" fmla="*/ 92 h 113"/>
                <a:gd name="T68" fmla="*/ 14 w 86"/>
                <a:gd name="T69" fmla="*/ 86 h 113"/>
                <a:gd name="T70" fmla="*/ 9 w 86"/>
                <a:gd name="T71" fmla="*/ 74 h 113"/>
                <a:gd name="T72" fmla="*/ 82 w 86"/>
                <a:gd name="T73" fmla="*/ 56 h 113"/>
                <a:gd name="T74" fmla="*/ 82 w 86"/>
                <a:gd name="T75" fmla="*/ 56 h 113"/>
                <a:gd name="T76" fmla="*/ 76 w 86"/>
                <a:gd name="T77" fmla="*/ 21 h 113"/>
                <a:gd name="T78" fmla="*/ 4 w 86"/>
                <a:gd name="T79" fmla="*/ 45 h 113"/>
                <a:gd name="T80" fmla="*/ 4 w 86"/>
                <a:gd name="T81" fmla="*/ 45 h 113"/>
                <a:gd name="T82" fmla="*/ 4 w 86"/>
                <a:gd name="T83" fmla="*/ 45 h 113"/>
                <a:gd name="T84" fmla="*/ 6 w 86"/>
                <a:gd name="T85" fmla="*/ 31 h 113"/>
                <a:gd name="T86" fmla="*/ 76 w 86"/>
                <a:gd name="T87" fmla="*/ 21 h 113"/>
                <a:gd name="T88" fmla="*/ 76 w 86"/>
                <a:gd name="T89" fmla="*/ 21 h 113"/>
                <a:gd name="T90" fmla="*/ 75 w 86"/>
                <a:gd name="T91" fmla="*/ 18 h 113"/>
                <a:gd name="T92" fmla="*/ 75 w 86"/>
                <a:gd name="T93" fmla="*/ 18 h 113"/>
                <a:gd name="T94" fmla="*/ 75 w 86"/>
                <a:gd name="T95" fmla="*/ 18 h 113"/>
                <a:gd name="T96" fmla="*/ 75 w 86"/>
                <a:gd name="T97" fmla="*/ 18 h 113"/>
                <a:gd name="T98" fmla="*/ 75 w 86"/>
                <a:gd name="T99" fmla="*/ 18 h 113"/>
                <a:gd name="T100" fmla="*/ 53 w 86"/>
                <a:gd name="T101" fmla="*/ 4 h 113"/>
                <a:gd name="T102" fmla="*/ 53 w 86"/>
                <a:gd name="T103" fmla="*/ 4 h 113"/>
                <a:gd name="T104" fmla="*/ 51 w 86"/>
                <a:gd name="T105" fmla="*/ 4 h 113"/>
                <a:gd name="T106" fmla="*/ 53 w 86"/>
                <a:gd name="T107" fmla="*/ 4 h 113"/>
                <a:gd name="T108" fmla="*/ 53 w 86"/>
                <a:gd name="T109" fmla="*/ 4 h 113"/>
                <a:gd name="T110" fmla="*/ 21 w 86"/>
                <a:gd name="T111" fmla="*/ 15 h 113"/>
                <a:gd name="T112" fmla="*/ 20 w 86"/>
                <a:gd name="T113" fmla="*/ 14 h 113"/>
                <a:gd name="T114" fmla="*/ 21 w 86"/>
                <a:gd name="T115" fmla="*/ 1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113">
                  <a:moveTo>
                    <a:pt x="37" y="113"/>
                  </a:moveTo>
                  <a:cubicBezTo>
                    <a:pt x="37" y="111"/>
                    <a:pt x="37" y="111"/>
                    <a:pt x="37" y="111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25" y="112"/>
                    <a:pt x="17" y="101"/>
                    <a:pt x="10" y="88"/>
                  </a:cubicBezTo>
                  <a:cubicBezTo>
                    <a:pt x="10" y="88"/>
                    <a:pt x="10" y="88"/>
                    <a:pt x="10" y="88"/>
                  </a:cubicBezTo>
                  <a:cubicBezTo>
                    <a:pt x="4" y="75"/>
                    <a:pt x="0" y="59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14"/>
                    <a:pt x="3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7"/>
                    <a:pt x="79" y="17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84" y="28"/>
                    <a:pt x="86" y="41"/>
                    <a:pt x="86" y="56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86" y="86"/>
                    <a:pt x="63" y="101"/>
                    <a:pt x="45" y="111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2" y="112"/>
                    <a:pt x="40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lose/>
                  <a:moveTo>
                    <a:pt x="37" y="109"/>
                  </a:moveTo>
                  <a:cubicBezTo>
                    <a:pt x="39" y="109"/>
                    <a:pt x="41" y="108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61" y="97"/>
                    <a:pt x="82" y="84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84"/>
                    <a:pt x="61" y="97"/>
                    <a:pt x="43" y="107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1" y="108"/>
                    <a:pt x="39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9"/>
                    <a:pt x="37" y="109"/>
                    <a:pt x="37" y="109"/>
                  </a:cubicBezTo>
                  <a:close/>
                  <a:moveTo>
                    <a:pt x="36" y="108"/>
                  </a:move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108"/>
                    <a:pt x="36" y="108"/>
                    <a:pt x="36" y="108"/>
                  </a:cubicBezTo>
                  <a:close/>
                  <a:moveTo>
                    <a:pt x="35" y="108"/>
                  </a:moveTo>
                  <a:cubicBezTo>
                    <a:pt x="34" y="108"/>
                    <a:pt x="32" y="107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07"/>
                    <a:pt x="34" y="108"/>
                    <a:pt x="35" y="108"/>
                  </a:cubicBezTo>
                  <a:close/>
                  <a:moveTo>
                    <a:pt x="37" y="105"/>
                  </a:moveTo>
                  <a:cubicBezTo>
                    <a:pt x="38" y="105"/>
                    <a:pt x="39" y="104"/>
                    <a:pt x="41" y="104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59" y="94"/>
                    <a:pt x="78" y="82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2"/>
                    <a:pt x="76" y="29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67" y="12"/>
                    <a:pt x="62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3" y="8"/>
                    <a:pt x="31" y="11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14" y="23"/>
                    <a:pt x="8" y="32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7" y="57"/>
                    <a:pt x="11" y="72"/>
                    <a:pt x="17" y="85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23" y="97"/>
                    <a:pt x="31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lose/>
                  <a:moveTo>
                    <a:pt x="14" y="86"/>
                  </a:moveTo>
                  <a:cubicBezTo>
                    <a:pt x="15" y="88"/>
                    <a:pt x="16" y="90"/>
                    <a:pt x="17" y="92"/>
                  </a:cubicBezTo>
                  <a:cubicBezTo>
                    <a:pt x="17" y="92"/>
                    <a:pt x="17" y="92"/>
                    <a:pt x="17" y="92"/>
                  </a:cubicBezTo>
                  <a:cubicBezTo>
                    <a:pt x="16" y="90"/>
                    <a:pt x="15" y="88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2" y="82"/>
                    <a:pt x="10" y="78"/>
                    <a:pt x="9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8"/>
                    <a:pt x="12" y="82"/>
                    <a:pt x="14" y="86"/>
                  </a:cubicBezTo>
                  <a:close/>
                  <a:moveTo>
                    <a:pt x="82" y="56"/>
                  </a:moveTo>
                  <a:cubicBezTo>
                    <a:pt x="82" y="56"/>
                    <a:pt x="82" y="56"/>
                    <a:pt x="82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43"/>
                    <a:pt x="80" y="3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80" y="31"/>
                    <a:pt x="82" y="43"/>
                    <a:pt x="82" y="56"/>
                  </a:cubicBezTo>
                  <a:close/>
                  <a:moveTo>
                    <a:pt x="4" y="45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0"/>
                    <a:pt x="4" y="35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5"/>
                    <a:pt x="4" y="40"/>
                    <a:pt x="4" y="45"/>
                  </a:cubicBezTo>
                  <a:close/>
                  <a:moveTo>
                    <a:pt x="76" y="21"/>
                  </a:move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ubicBezTo>
                    <a:pt x="76" y="21"/>
                    <a:pt x="76" y="21"/>
                    <a:pt x="76" y="21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ubicBezTo>
                    <a:pt x="75" y="18"/>
                    <a:pt x="75" y="18"/>
                    <a:pt x="75" y="18"/>
                  </a:cubicBezTo>
                  <a:close/>
                  <a:moveTo>
                    <a:pt x="75" y="18"/>
                  </a:moveTo>
                  <a:cubicBezTo>
                    <a:pt x="70" y="9"/>
                    <a:pt x="6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2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63" y="4"/>
                    <a:pt x="70" y="9"/>
                    <a:pt x="75" y="18"/>
                  </a:cubicBezTo>
                  <a:close/>
                  <a:moveTo>
                    <a:pt x="21" y="15"/>
                  </a:move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5"/>
                    <a:pt x="21" y="15"/>
                    <a:pt x="21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1860"/>
            <p:cNvSpPr/>
            <p:nvPr/>
          </p:nvSpPr>
          <p:spPr bwMode="auto">
            <a:xfrm>
              <a:off x="7531102" y="5711826"/>
              <a:ext cx="128588" cy="122238"/>
            </a:xfrm>
            <a:custGeom>
              <a:avLst/>
              <a:gdLst>
                <a:gd name="T0" fmla="*/ 55 w 74"/>
                <a:gd name="T1" fmla="*/ 67 h 70"/>
                <a:gd name="T2" fmla="*/ 70 w 74"/>
                <a:gd name="T3" fmla="*/ 58 h 70"/>
                <a:gd name="T4" fmla="*/ 70 w 74"/>
                <a:gd name="T5" fmla="*/ 56 h 70"/>
                <a:gd name="T6" fmla="*/ 70 w 74"/>
                <a:gd name="T7" fmla="*/ 56 h 70"/>
                <a:gd name="T8" fmla="*/ 50 w 74"/>
                <a:gd name="T9" fmla="*/ 6 h 70"/>
                <a:gd name="T10" fmla="*/ 50 w 74"/>
                <a:gd name="T11" fmla="*/ 6 h 70"/>
                <a:gd name="T12" fmla="*/ 41 w 74"/>
                <a:gd name="T13" fmla="*/ 4 h 70"/>
                <a:gd name="T14" fmla="*/ 41 w 74"/>
                <a:gd name="T15" fmla="*/ 4 h 70"/>
                <a:gd name="T16" fmla="*/ 2 w 74"/>
                <a:gd name="T17" fmla="*/ 11 h 70"/>
                <a:gd name="T18" fmla="*/ 2 w 74"/>
                <a:gd name="T19" fmla="*/ 11 h 70"/>
                <a:gd name="T20" fmla="*/ 0 w 74"/>
                <a:gd name="T21" fmla="*/ 7 h 70"/>
                <a:gd name="T22" fmla="*/ 41 w 74"/>
                <a:gd name="T23" fmla="*/ 0 h 70"/>
                <a:gd name="T24" fmla="*/ 41 w 74"/>
                <a:gd name="T25" fmla="*/ 0 h 70"/>
                <a:gd name="T26" fmla="*/ 53 w 74"/>
                <a:gd name="T27" fmla="*/ 3 h 70"/>
                <a:gd name="T28" fmla="*/ 53 w 74"/>
                <a:gd name="T29" fmla="*/ 3 h 70"/>
                <a:gd name="T30" fmla="*/ 74 w 74"/>
                <a:gd name="T31" fmla="*/ 56 h 70"/>
                <a:gd name="T32" fmla="*/ 74 w 74"/>
                <a:gd name="T33" fmla="*/ 56 h 70"/>
                <a:gd name="T34" fmla="*/ 72 w 74"/>
                <a:gd name="T35" fmla="*/ 62 h 70"/>
                <a:gd name="T36" fmla="*/ 72 w 74"/>
                <a:gd name="T37" fmla="*/ 62 h 70"/>
                <a:gd name="T38" fmla="*/ 72 w 74"/>
                <a:gd name="T39" fmla="*/ 62 h 70"/>
                <a:gd name="T40" fmla="*/ 57 w 74"/>
                <a:gd name="T41" fmla="*/ 70 h 70"/>
                <a:gd name="T42" fmla="*/ 57 w 74"/>
                <a:gd name="T43" fmla="*/ 70 h 70"/>
                <a:gd name="T44" fmla="*/ 55 w 74"/>
                <a:gd name="T45" fmla="*/ 6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" h="70">
                  <a:moveTo>
                    <a:pt x="55" y="67"/>
                  </a:move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7"/>
                    <a:pt x="70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1" y="45"/>
                    <a:pt x="55" y="12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5"/>
                    <a:pt x="46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27" y="4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26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6" y="0"/>
                    <a:pt x="51" y="0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9" y="11"/>
                    <a:pt x="74" y="43"/>
                    <a:pt x="74" y="5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4" y="58"/>
                    <a:pt x="74" y="60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72" y="62"/>
                    <a:pt x="72" y="62"/>
                    <a:pt x="72" y="62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5" y="67"/>
                    <a:pt x="55" y="67"/>
                    <a:pt x="55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1861"/>
            <p:cNvSpPr>
              <a:spLocks noEditPoints="1"/>
            </p:cNvSpPr>
            <p:nvPr/>
          </p:nvSpPr>
          <p:spPr bwMode="auto">
            <a:xfrm>
              <a:off x="7527927" y="5708651"/>
              <a:ext cx="134938" cy="139700"/>
            </a:xfrm>
            <a:custGeom>
              <a:avLst/>
              <a:gdLst>
                <a:gd name="T0" fmla="*/ 57 w 78"/>
                <a:gd name="T1" fmla="*/ 69 h 80"/>
                <a:gd name="T2" fmla="*/ 57 w 78"/>
                <a:gd name="T3" fmla="*/ 69 h 80"/>
                <a:gd name="T4" fmla="*/ 54 w 78"/>
                <a:gd name="T5" fmla="*/ 68 h 80"/>
                <a:gd name="T6" fmla="*/ 70 w 78"/>
                <a:gd name="T7" fmla="*/ 58 h 80"/>
                <a:gd name="T8" fmla="*/ 70 w 78"/>
                <a:gd name="T9" fmla="*/ 58 h 80"/>
                <a:gd name="T10" fmla="*/ 70 w 78"/>
                <a:gd name="T11" fmla="*/ 58 h 80"/>
                <a:gd name="T12" fmla="*/ 50 w 78"/>
                <a:gd name="T13" fmla="*/ 9 h 80"/>
                <a:gd name="T14" fmla="*/ 50 w 78"/>
                <a:gd name="T15" fmla="*/ 9 h 80"/>
                <a:gd name="T16" fmla="*/ 50 w 78"/>
                <a:gd name="T17" fmla="*/ 9 h 80"/>
                <a:gd name="T18" fmla="*/ 50 w 78"/>
                <a:gd name="T19" fmla="*/ 9 h 80"/>
                <a:gd name="T20" fmla="*/ 49 w 78"/>
                <a:gd name="T21" fmla="*/ 8 h 80"/>
                <a:gd name="T22" fmla="*/ 44 w 78"/>
                <a:gd name="T23" fmla="*/ 8 h 80"/>
                <a:gd name="T24" fmla="*/ 44 w 78"/>
                <a:gd name="T25" fmla="*/ 8 h 80"/>
                <a:gd name="T26" fmla="*/ 43 w 78"/>
                <a:gd name="T27" fmla="*/ 8 h 80"/>
                <a:gd name="T28" fmla="*/ 5 w 78"/>
                <a:gd name="T29" fmla="*/ 15 h 80"/>
                <a:gd name="T30" fmla="*/ 3 w 78"/>
                <a:gd name="T31" fmla="*/ 18 h 80"/>
                <a:gd name="T32" fmla="*/ 2 w 78"/>
                <a:gd name="T33" fmla="*/ 7 h 80"/>
                <a:gd name="T34" fmla="*/ 2 w 78"/>
                <a:gd name="T35" fmla="*/ 7 h 80"/>
                <a:gd name="T36" fmla="*/ 3 w 78"/>
                <a:gd name="T37" fmla="*/ 7 h 80"/>
                <a:gd name="T38" fmla="*/ 6 w 78"/>
                <a:gd name="T39" fmla="*/ 6 h 80"/>
                <a:gd name="T40" fmla="*/ 17 w 78"/>
                <a:gd name="T41" fmla="*/ 4 h 80"/>
                <a:gd name="T42" fmla="*/ 43 w 78"/>
                <a:gd name="T43" fmla="*/ 0 h 80"/>
                <a:gd name="T44" fmla="*/ 57 w 78"/>
                <a:gd name="T45" fmla="*/ 4 h 80"/>
                <a:gd name="T46" fmla="*/ 78 w 78"/>
                <a:gd name="T47" fmla="*/ 58 h 80"/>
                <a:gd name="T48" fmla="*/ 76 w 78"/>
                <a:gd name="T49" fmla="*/ 65 h 80"/>
                <a:gd name="T50" fmla="*/ 61 w 78"/>
                <a:gd name="T51" fmla="*/ 73 h 80"/>
                <a:gd name="T52" fmla="*/ 55 w 78"/>
                <a:gd name="T53" fmla="*/ 70 h 80"/>
                <a:gd name="T54" fmla="*/ 73 w 78"/>
                <a:gd name="T55" fmla="*/ 62 h 80"/>
                <a:gd name="T56" fmla="*/ 73 w 78"/>
                <a:gd name="T57" fmla="*/ 62 h 80"/>
                <a:gd name="T58" fmla="*/ 60 w 78"/>
                <a:gd name="T59" fmla="*/ 69 h 80"/>
                <a:gd name="T60" fmla="*/ 74 w 78"/>
                <a:gd name="T61" fmla="*/ 61 h 80"/>
                <a:gd name="T62" fmla="*/ 74 w 78"/>
                <a:gd name="T63" fmla="*/ 58 h 80"/>
                <a:gd name="T64" fmla="*/ 54 w 78"/>
                <a:gd name="T65" fmla="*/ 7 h 80"/>
                <a:gd name="T66" fmla="*/ 53 w 78"/>
                <a:gd name="T67" fmla="*/ 7 h 80"/>
                <a:gd name="T68" fmla="*/ 74 w 78"/>
                <a:gd name="T69" fmla="*/ 58 h 80"/>
                <a:gd name="T70" fmla="*/ 74 w 78"/>
                <a:gd name="T71" fmla="*/ 58 h 80"/>
                <a:gd name="T72" fmla="*/ 74 w 78"/>
                <a:gd name="T73" fmla="*/ 58 h 80"/>
                <a:gd name="T74" fmla="*/ 48 w 78"/>
                <a:gd name="T75" fmla="*/ 4 h 80"/>
                <a:gd name="T76" fmla="*/ 44 w 78"/>
                <a:gd name="T77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8" h="80">
                  <a:moveTo>
                    <a:pt x="55" y="70"/>
                  </a:moveTo>
                  <a:cubicBezTo>
                    <a:pt x="57" y="69"/>
                    <a:pt x="57" y="69"/>
                    <a:pt x="57" y="69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4" y="68"/>
                    <a:pt x="54" y="68"/>
                    <a:pt x="54" y="68"/>
                  </a:cubicBezTo>
                  <a:cubicBezTo>
                    <a:pt x="70" y="59"/>
                    <a:pt x="70" y="59"/>
                    <a:pt x="70" y="59"/>
                  </a:cubicBezTo>
                  <a:cubicBezTo>
                    <a:pt x="70" y="59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1" y="48"/>
                    <a:pt x="55" y="15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8" y="8"/>
                    <a:pt x="46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31" y="8"/>
                    <a:pt x="9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5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9" y="6"/>
                    <a:pt x="12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5" y="2"/>
                    <a:pt x="35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8" y="0"/>
                    <a:pt x="53" y="0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63" y="13"/>
                    <a:pt x="78" y="43"/>
                    <a:pt x="78" y="5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60"/>
                    <a:pt x="78" y="63"/>
                    <a:pt x="76" y="65"/>
                  </a:cubicBezTo>
                  <a:cubicBezTo>
                    <a:pt x="76" y="65"/>
                    <a:pt x="76" y="65"/>
                    <a:pt x="76" y="65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80"/>
                    <a:pt x="61" y="80"/>
                    <a:pt x="61" y="80"/>
                  </a:cubicBezTo>
                  <a:cubicBezTo>
                    <a:pt x="55" y="70"/>
                    <a:pt x="55" y="70"/>
                    <a:pt x="55" y="70"/>
                  </a:cubicBezTo>
                  <a:close/>
                  <a:moveTo>
                    <a:pt x="60" y="69"/>
                  </a:move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69"/>
                    <a:pt x="60" y="69"/>
                    <a:pt x="60" y="69"/>
                  </a:cubicBezTo>
                  <a:close/>
                  <a:moveTo>
                    <a:pt x="74" y="61"/>
                  </a:moveTo>
                  <a:cubicBezTo>
                    <a:pt x="74" y="60"/>
                    <a:pt x="74" y="59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46"/>
                    <a:pt x="59" y="14"/>
                    <a:pt x="54" y="7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7"/>
                    <a:pt x="53" y="7"/>
                    <a:pt x="53" y="7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9" y="14"/>
                    <a:pt x="74" y="45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74" y="60"/>
                    <a:pt x="74" y="60"/>
                    <a:pt x="74" y="61"/>
                  </a:cubicBezTo>
                  <a:close/>
                  <a:moveTo>
                    <a:pt x="48" y="4"/>
                  </a:moveTo>
                  <a:cubicBezTo>
                    <a:pt x="47" y="4"/>
                    <a:pt x="46" y="4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4"/>
                    <a:pt x="47" y="4"/>
                    <a:pt x="4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1862"/>
            <p:cNvSpPr/>
            <p:nvPr/>
          </p:nvSpPr>
          <p:spPr bwMode="auto">
            <a:xfrm>
              <a:off x="7646989" y="5818188"/>
              <a:ext cx="7938" cy="20638"/>
            </a:xfrm>
            <a:custGeom>
              <a:avLst/>
              <a:gdLst>
                <a:gd name="T0" fmla="*/ 0 w 5"/>
                <a:gd name="T1" fmla="*/ 13 h 13"/>
                <a:gd name="T2" fmla="*/ 0 w 5"/>
                <a:gd name="T3" fmla="*/ 0 h 13"/>
                <a:gd name="T4" fmla="*/ 5 w 5"/>
                <a:gd name="T5" fmla="*/ 0 h 13"/>
                <a:gd name="T6" fmla="*/ 5 w 5"/>
                <a:gd name="T7" fmla="*/ 13 h 13"/>
                <a:gd name="T8" fmla="*/ 0 w 5"/>
                <a:gd name="T9" fmla="*/ 13 h 13"/>
                <a:gd name="T10" fmla="*/ 0 w 5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3">
                  <a:moveTo>
                    <a:pt x="0" y="1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1863"/>
            <p:cNvSpPr>
              <a:spLocks noEditPoints="1"/>
            </p:cNvSpPr>
            <p:nvPr/>
          </p:nvSpPr>
          <p:spPr bwMode="auto">
            <a:xfrm>
              <a:off x="7643814" y="5815013"/>
              <a:ext cx="14288" cy="28575"/>
            </a:xfrm>
            <a:custGeom>
              <a:avLst/>
              <a:gdLst>
                <a:gd name="T0" fmla="*/ 7 w 9"/>
                <a:gd name="T1" fmla="*/ 18 h 18"/>
                <a:gd name="T2" fmla="*/ 2 w 9"/>
                <a:gd name="T3" fmla="*/ 18 h 18"/>
                <a:gd name="T4" fmla="*/ 2 w 9"/>
                <a:gd name="T5" fmla="*/ 15 h 18"/>
                <a:gd name="T6" fmla="*/ 4 w 9"/>
                <a:gd name="T7" fmla="*/ 15 h 18"/>
                <a:gd name="T8" fmla="*/ 2 w 9"/>
                <a:gd name="T9" fmla="*/ 15 h 18"/>
                <a:gd name="T10" fmla="*/ 2 w 9"/>
                <a:gd name="T11" fmla="*/ 18 h 18"/>
                <a:gd name="T12" fmla="*/ 0 w 9"/>
                <a:gd name="T13" fmla="*/ 18 h 18"/>
                <a:gd name="T14" fmla="*/ 0 w 9"/>
                <a:gd name="T15" fmla="*/ 0 h 18"/>
                <a:gd name="T16" fmla="*/ 9 w 9"/>
                <a:gd name="T17" fmla="*/ 0 h 18"/>
                <a:gd name="T18" fmla="*/ 9 w 9"/>
                <a:gd name="T19" fmla="*/ 18 h 18"/>
                <a:gd name="T20" fmla="*/ 7 w 9"/>
                <a:gd name="T21" fmla="*/ 18 h 18"/>
                <a:gd name="T22" fmla="*/ 7 w 9"/>
                <a:gd name="T23" fmla="*/ 18 h 18"/>
                <a:gd name="T24" fmla="*/ 4 w 9"/>
                <a:gd name="T25" fmla="*/ 13 h 18"/>
                <a:gd name="T26" fmla="*/ 4 w 9"/>
                <a:gd name="T27" fmla="*/ 4 h 18"/>
                <a:gd name="T28" fmla="*/ 4 w 9"/>
                <a:gd name="T29" fmla="*/ 13 h 18"/>
                <a:gd name="T30" fmla="*/ 4 w 9"/>
                <a:gd name="T31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18">
                  <a:moveTo>
                    <a:pt x="7" y="18"/>
                  </a:moveTo>
                  <a:lnTo>
                    <a:pt x="2" y="18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8"/>
                  </a:lnTo>
                  <a:lnTo>
                    <a:pt x="7" y="18"/>
                  </a:lnTo>
                  <a:lnTo>
                    <a:pt x="7" y="18"/>
                  </a:lnTo>
                  <a:close/>
                  <a:moveTo>
                    <a:pt x="4" y="13"/>
                  </a:moveTo>
                  <a:lnTo>
                    <a:pt x="4" y="4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1864"/>
            <p:cNvSpPr/>
            <p:nvPr/>
          </p:nvSpPr>
          <p:spPr bwMode="auto">
            <a:xfrm>
              <a:off x="7316789" y="5661026"/>
              <a:ext cx="128588" cy="88900"/>
            </a:xfrm>
            <a:custGeom>
              <a:avLst/>
              <a:gdLst>
                <a:gd name="T0" fmla="*/ 7 w 74"/>
                <a:gd name="T1" fmla="*/ 47 h 51"/>
                <a:gd name="T2" fmla="*/ 1 w 74"/>
                <a:gd name="T3" fmla="*/ 34 h 51"/>
                <a:gd name="T4" fmla="*/ 1 w 74"/>
                <a:gd name="T5" fmla="*/ 34 h 51"/>
                <a:gd name="T6" fmla="*/ 0 w 74"/>
                <a:gd name="T7" fmla="*/ 29 h 51"/>
                <a:gd name="T8" fmla="*/ 0 w 74"/>
                <a:gd name="T9" fmla="*/ 29 h 51"/>
                <a:gd name="T10" fmla="*/ 13 w 74"/>
                <a:gd name="T11" fmla="*/ 5 h 51"/>
                <a:gd name="T12" fmla="*/ 13 w 74"/>
                <a:gd name="T13" fmla="*/ 5 h 51"/>
                <a:gd name="T14" fmla="*/ 15 w 74"/>
                <a:gd name="T15" fmla="*/ 0 h 51"/>
                <a:gd name="T16" fmla="*/ 15 w 74"/>
                <a:gd name="T17" fmla="*/ 0 h 51"/>
                <a:gd name="T18" fmla="*/ 18 w 74"/>
                <a:gd name="T19" fmla="*/ 2 h 51"/>
                <a:gd name="T20" fmla="*/ 16 w 74"/>
                <a:gd name="T21" fmla="*/ 7 h 51"/>
                <a:gd name="T22" fmla="*/ 16 w 74"/>
                <a:gd name="T23" fmla="*/ 8 h 51"/>
                <a:gd name="T24" fmla="*/ 10 w 74"/>
                <a:gd name="T25" fmla="*/ 14 h 51"/>
                <a:gd name="T26" fmla="*/ 10 w 74"/>
                <a:gd name="T27" fmla="*/ 14 h 51"/>
                <a:gd name="T28" fmla="*/ 4 w 74"/>
                <a:gd name="T29" fmla="*/ 29 h 51"/>
                <a:gd name="T30" fmla="*/ 4 w 74"/>
                <a:gd name="T31" fmla="*/ 29 h 51"/>
                <a:gd name="T32" fmla="*/ 5 w 74"/>
                <a:gd name="T33" fmla="*/ 33 h 51"/>
                <a:gd name="T34" fmla="*/ 5 w 74"/>
                <a:gd name="T35" fmla="*/ 33 h 51"/>
                <a:gd name="T36" fmla="*/ 10 w 74"/>
                <a:gd name="T37" fmla="*/ 44 h 51"/>
                <a:gd name="T38" fmla="*/ 10 w 74"/>
                <a:gd name="T39" fmla="*/ 44 h 51"/>
                <a:gd name="T40" fmla="*/ 18 w 74"/>
                <a:gd name="T41" fmla="*/ 47 h 51"/>
                <a:gd name="T42" fmla="*/ 18 w 74"/>
                <a:gd name="T43" fmla="*/ 47 h 51"/>
                <a:gd name="T44" fmla="*/ 22 w 74"/>
                <a:gd name="T45" fmla="*/ 47 h 51"/>
                <a:gd name="T46" fmla="*/ 22 w 74"/>
                <a:gd name="T47" fmla="*/ 47 h 51"/>
                <a:gd name="T48" fmla="*/ 73 w 74"/>
                <a:gd name="T49" fmla="*/ 35 h 51"/>
                <a:gd name="T50" fmla="*/ 73 w 74"/>
                <a:gd name="T51" fmla="*/ 35 h 51"/>
                <a:gd name="T52" fmla="*/ 74 w 74"/>
                <a:gd name="T53" fmla="*/ 39 h 51"/>
                <a:gd name="T54" fmla="*/ 22 w 74"/>
                <a:gd name="T55" fmla="*/ 51 h 51"/>
                <a:gd name="T56" fmla="*/ 22 w 74"/>
                <a:gd name="T57" fmla="*/ 51 h 51"/>
                <a:gd name="T58" fmla="*/ 18 w 74"/>
                <a:gd name="T59" fmla="*/ 51 h 51"/>
                <a:gd name="T60" fmla="*/ 18 w 74"/>
                <a:gd name="T61" fmla="*/ 51 h 51"/>
                <a:gd name="T62" fmla="*/ 17 w 74"/>
                <a:gd name="T63" fmla="*/ 51 h 51"/>
                <a:gd name="T64" fmla="*/ 17 w 74"/>
                <a:gd name="T65" fmla="*/ 51 h 51"/>
                <a:gd name="T66" fmla="*/ 7 w 74"/>
                <a:gd name="T67" fmla="*/ 4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4" h="51">
                  <a:moveTo>
                    <a:pt x="7" y="47"/>
                  </a:moveTo>
                  <a:cubicBezTo>
                    <a:pt x="4" y="44"/>
                    <a:pt x="3" y="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2"/>
                    <a:pt x="0" y="31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7"/>
                    <a:pt x="11" y="7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3" y="10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7" y="19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2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9"/>
                    <a:pt x="8" y="42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6"/>
                    <a:pt x="13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9" y="47"/>
                    <a:pt x="20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4" y="46"/>
                    <a:pt x="73" y="35"/>
                    <a:pt x="73" y="35"/>
                  </a:cubicBezTo>
                  <a:cubicBezTo>
                    <a:pt x="73" y="35"/>
                    <a:pt x="73" y="35"/>
                    <a:pt x="73" y="35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9"/>
                    <a:pt x="35" y="50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51"/>
                    <a:pt x="19" y="51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3" y="51"/>
                    <a:pt x="9" y="50"/>
                    <a:pt x="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1865"/>
            <p:cNvSpPr>
              <a:spLocks noEditPoints="1"/>
            </p:cNvSpPr>
            <p:nvPr/>
          </p:nvSpPr>
          <p:spPr bwMode="auto">
            <a:xfrm>
              <a:off x="7313614" y="5657851"/>
              <a:ext cx="136525" cy="96838"/>
            </a:xfrm>
            <a:custGeom>
              <a:avLst/>
              <a:gdLst>
                <a:gd name="T0" fmla="*/ 1 w 79"/>
                <a:gd name="T1" fmla="*/ 37 h 55"/>
                <a:gd name="T2" fmla="*/ 0 w 79"/>
                <a:gd name="T3" fmla="*/ 31 h 55"/>
                <a:gd name="T4" fmla="*/ 15 w 79"/>
                <a:gd name="T5" fmla="*/ 1 h 55"/>
                <a:gd name="T6" fmla="*/ 23 w 79"/>
                <a:gd name="T7" fmla="*/ 2 h 55"/>
                <a:gd name="T8" fmla="*/ 19 w 79"/>
                <a:gd name="T9" fmla="*/ 11 h 55"/>
                <a:gd name="T10" fmla="*/ 18 w 79"/>
                <a:gd name="T11" fmla="*/ 13 h 55"/>
                <a:gd name="T12" fmla="*/ 14 w 79"/>
                <a:gd name="T13" fmla="*/ 18 h 55"/>
                <a:gd name="T14" fmla="*/ 8 w 79"/>
                <a:gd name="T15" fmla="*/ 31 h 55"/>
                <a:gd name="T16" fmla="*/ 13 w 79"/>
                <a:gd name="T17" fmla="*/ 45 h 55"/>
                <a:gd name="T18" fmla="*/ 20 w 79"/>
                <a:gd name="T19" fmla="*/ 47 h 55"/>
                <a:gd name="T20" fmla="*/ 74 w 79"/>
                <a:gd name="T21" fmla="*/ 36 h 55"/>
                <a:gd name="T22" fmla="*/ 77 w 79"/>
                <a:gd name="T23" fmla="*/ 35 h 55"/>
                <a:gd name="T24" fmla="*/ 76 w 79"/>
                <a:gd name="T25" fmla="*/ 43 h 55"/>
                <a:gd name="T26" fmla="*/ 75 w 79"/>
                <a:gd name="T27" fmla="*/ 44 h 55"/>
                <a:gd name="T28" fmla="*/ 55 w 79"/>
                <a:gd name="T29" fmla="*/ 49 h 55"/>
                <a:gd name="T30" fmla="*/ 24 w 79"/>
                <a:gd name="T31" fmla="*/ 55 h 55"/>
                <a:gd name="T32" fmla="*/ 19 w 79"/>
                <a:gd name="T33" fmla="*/ 55 h 55"/>
                <a:gd name="T34" fmla="*/ 19 w 79"/>
                <a:gd name="T35" fmla="*/ 55 h 55"/>
                <a:gd name="T36" fmla="*/ 23 w 79"/>
                <a:gd name="T37" fmla="*/ 51 h 55"/>
                <a:gd name="T38" fmla="*/ 20 w 79"/>
                <a:gd name="T39" fmla="*/ 51 h 55"/>
                <a:gd name="T40" fmla="*/ 19 w 79"/>
                <a:gd name="T41" fmla="*/ 51 h 55"/>
                <a:gd name="T42" fmla="*/ 19 w 79"/>
                <a:gd name="T43" fmla="*/ 51 h 55"/>
                <a:gd name="T44" fmla="*/ 17 w 79"/>
                <a:gd name="T45" fmla="*/ 51 h 55"/>
                <a:gd name="T46" fmla="*/ 17 w 79"/>
                <a:gd name="T47" fmla="*/ 51 h 55"/>
                <a:gd name="T48" fmla="*/ 17 w 79"/>
                <a:gd name="T49" fmla="*/ 51 h 55"/>
                <a:gd name="T50" fmla="*/ 10 w 79"/>
                <a:gd name="T51" fmla="*/ 48 h 55"/>
                <a:gd name="T52" fmla="*/ 10 w 79"/>
                <a:gd name="T53" fmla="*/ 48 h 55"/>
                <a:gd name="T54" fmla="*/ 54 w 79"/>
                <a:gd name="T55" fmla="*/ 45 h 55"/>
                <a:gd name="T56" fmla="*/ 47 w 79"/>
                <a:gd name="T57" fmla="*/ 46 h 55"/>
                <a:gd name="T58" fmla="*/ 74 w 79"/>
                <a:gd name="T59" fmla="*/ 40 h 55"/>
                <a:gd name="T60" fmla="*/ 5 w 79"/>
                <a:gd name="T61" fmla="*/ 36 h 55"/>
                <a:gd name="T62" fmla="*/ 5 w 79"/>
                <a:gd name="T63" fmla="*/ 36 h 55"/>
                <a:gd name="T64" fmla="*/ 4 w 79"/>
                <a:gd name="T65" fmla="*/ 31 h 55"/>
                <a:gd name="T66" fmla="*/ 5 w 79"/>
                <a:gd name="T67" fmla="*/ 36 h 55"/>
                <a:gd name="T68" fmla="*/ 7 w 79"/>
                <a:gd name="T69" fmla="*/ 21 h 55"/>
                <a:gd name="T70" fmla="*/ 10 w 79"/>
                <a:gd name="T71" fmla="*/ 15 h 55"/>
                <a:gd name="T72" fmla="*/ 13 w 79"/>
                <a:gd name="T73" fmla="*/ 12 h 55"/>
                <a:gd name="T74" fmla="*/ 20 w 79"/>
                <a:gd name="T75" fmla="*/ 9 h 55"/>
                <a:gd name="T76" fmla="*/ 16 w 79"/>
                <a:gd name="T77" fmla="*/ 9 h 55"/>
                <a:gd name="T78" fmla="*/ 16 w 79"/>
                <a:gd name="T79" fmla="*/ 9 h 55"/>
                <a:gd name="T80" fmla="*/ 16 w 79"/>
                <a:gd name="T81" fmla="*/ 8 h 55"/>
                <a:gd name="T82" fmla="*/ 16 w 79"/>
                <a:gd name="T83" fmla="*/ 8 h 55"/>
                <a:gd name="T84" fmla="*/ 19 w 79"/>
                <a:gd name="T85" fmla="*/ 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9" h="55">
                  <a:moveTo>
                    <a:pt x="7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4" y="47"/>
                    <a:pt x="3" y="42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5"/>
                    <a:pt x="0" y="33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9"/>
                    <a:pt x="10" y="9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8" y="12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4"/>
                    <a:pt x="15" y="16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1" y="21"/>
                    <a:pt x="8" y="27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2"/>
                    <a:pt x="8" y="33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40"/>
                    <a:pt x="12" y="44"/>
                    <a:pt x="13" y="45"/>
                  </a:cubicBezTo>
                  <a:cubicBezTo>
                    <a:pt x="13" y="45"/>
                    <a:pt x="13" y="45"/>
                    <a:pt x="13" y="45"/>
                  </a:cubicBezTo>
                  <a:cubicBezTo>
                    <a:pt x="15" y="47"/>
                    <a:pt x="16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2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34" y="46"/>
                    <a:pt x="70" y="37"/>
                    <a:pt x="74" y="36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7" y="43"/>
                    <a:pt x="77" y="43"/>
                    <a:pt x="76" y="43"/>
                  </a:cubicBezTo>
                  <a:cubicBezTo>
                    <a:pt x="76" y="43"/>
                    <a:pt x="76" y="43"/>
                    <a:pt x="76" y="43"/>
                  </a:cubicBezTo>
                  <a:cubicBezTo>
                    <a:pt x="76" y="43"/>
                    <a:pt x="76" y="44"/>
                    <a:pt x="75" y="44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4" y="44"/>
                    <a:pt x="72" y="44"/>
                    <a:pt x="71" y="45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67" y="46"/>
                    <a:pt x="61" y="47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4" y="51"/>
                    <a:pt x="31" y="54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1" y="55"/>
                    <a:pt x="20" y="55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4" y="55"/>
                    <a:pt x="10" y="54"/>
                    <a:pt x="7" y="50"/>
                  </a:cubicBezTo>
                  <a:close/>
                  <a:moveTo>
                    <a:pt x="20" y="51"/>
                  </a:moveTo>
                  <a:cubicBezTo>
                    <a:pt x="21" y="51"/>
                    <a:pt x="22" y="51"/>
                    <a:pt x="23" y="51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2" y="51"/>
                    <a:pt x="21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0" y="51"/>
                    <a:pt x="20" y="51"/>
                    <a:pt x="20" y="51"/>
                  </a:cubicBezTo>
                  <a:close/>
                  <a:moveTo>
                    <a:pt x="19" y="51"/>
                  </a:move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1"/>
                    <a:pt x="19" y="51"/>
                    <a:pt x="19" y="51"/>
                  </a:cubicBezTo>
                  <a:close/>
                  <a:moveTo>
                    <a:pt x="17" y="51"/>
                  </a:move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lose/>
                  <a:moveTo>
                    <a:pt x="17" y="51"/>
                  </a:moveTo>
                  <a:cubicBezTo>
                    <a:pt x="14" y="51"/>
                    <a:pt x="13" y="50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3" y="50"/>
                    <a:pt x="14" y="51"/>
                    <a:pt x="17" y="51"/>
                  </a:cubicBezTo>
                  <a:close/>
                  <a:moveTo>
                    <a:pt x="9" y="49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lose/>
                  <a:moveTo>
                    <a:pt x="69" y="41"/>
                  </a:moveTo>
                  <a:cubicBezTo>
                    <a:pt x="66" y="42"/>
                    <a:pt x="60" y="43"/>
                    <a:pt x="54" y="45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2" y="45"/>
                    <a:pt x="50" y="46"/>
                    <a:pt x="47" y="46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56" y="45"/>
                    <a:pt x="64" y="42"/>
                    <a:pt x="70" y="41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1" y="41"/>
                    <a:pt x="73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3" y="40"/>
                    <a:pt x="71" y="41"/>
                    <a:pt x="69" y="41"/>
                  </a:cubicBezTo>
                  <a:close/>
                  <a:moveTo>
                    <a:pt x="5" y="36"/>
                  </a:moveTo>
                  <a:cubicBezTo>
                    <a:pt x="6" y="39"/>
                    <a:pt x="7" y="41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1"/>
                    <a:pt x="6" y="39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4" y="34"/>
                    <a:pt x="4" y="33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3"/>
                    <a:pt x="4" y="34"/>
                    <a:pt x="5" y="36"/>
                  </a:cubicBezTo>
                  <a:close/>
                  <a:moveTo>
                    <a:pt x="7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lose/>
                  <a:moveTo>
                    <a:pt x="7" y="21"/>
                  </a:moveTo>
                  <a:cubicBezTo>
                    <a:pt x="8" y="19"/>
                    <a:pt x="9" y="17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4"/>
                    <a:pt x="12" y="13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1" y="15"/>
                    <a:pt x="9" y="18"/>
                    <a:pt x="7" y="21"/>
                  </a:cubicBezTo>
                  <a:close/>
                  <a:moveTo>
                    <a:pt x="20" y="10"/>
                  </a:move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10"/>
                  </a:cubicBezTo>
                  <a:close/>
                  <a:moveTo>
                    <a:pt x="16" y="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lose/>
                  <a:moveTo>
                    <a:pt x="16" y="8"/>
                  </a:move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lose/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1866"/>
            <p:cNvSpPr/>
            <p:nvPr/>
          </p:nvSpPr>
          <p:spPr bwMode="auto">
            <a:xfrm>
              <a:off x="7340602" y="5668963"/>
              <a:ext cx="17463" cy="11113"/>
            </a:xfrm>
            <a:custGeom>
              <a:avLst/>
              <a:gdLst>
                <a:gd name="T0" fmla="*/ 0 w 11"/>
                <a:gd name="T1" fmla="*/ 4 h 7"/>
                <a:gd name="T2" fmla="*/ 1 w 11"/>
                <a:gd name="T3" fmla="*/ 0 h 7"/>
                <a:gd name="T4" fmla="*/ 11 w 11"/>
                <a:gd name="T5" fmla="*/ 3 h 7"/>
                <a:gd name="T6" fmla="*/ 9 w 11"/>
                <a:gd name="T7" fmla="*/ 7 h 7"/>
                <a:gd name="T8" fmla="*/ 0 w 11"/>
                <a:gd name="T9" fmla="*/ 4 h 7"/>
                <a:gd name="T10" fmla="*/ 0 w 11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0" y="4"/>
                  </a:moveTo>
                  <a:lnTo>
                    <a:pt x="1" y="0"/>
                  </a:lnTo>
                  <a:lnTo>
                    <a:pt x="11" y="3"/>
                  </a:lnTo>
                  <a:lnTo>
                    <a:pt x="9" y="7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1867"/>
            <p:cNvSpPr>
              <a:spLocks noEditPoints="1"/>
            </p:cNvSpPr>
            <p:nvPr/>
          </p:nvSpPr>
          <p:spPr bwMode="auto">
            <a:xfrm>
              <a:off x="7335839" y="5665788"/>
              <a:ext cx="25400" cy="19050"/>
            </a:xfrm>
            <a:custGeom>
              <a:avLst/>
              <a:gdLst>
                <a:gd name="T0" fmla="*/ 2 w 16"/>
                <a:gd name="T1" fmla="*/ 8 h 12"/>
                <a:gd name="T2" fmla="*/ 3 w 16"/>
                <a:gd name="T3" fmla="*/ 6 h 12"/>
                <a:gd name="T4" fmla="*/ 5 w 16"/>
                <a:gd name="T5" fmla="*/ 7 h 12"/>
                <a:gd name="T6" fmla="*/ 3 w 16"/>
                <a:gd name="T7" fmla="*/ 6 h 12"/>
                <a:gd name="T8" fmla="*/ 2 w 16"/>
                <a:gd name="T9" fmla="*/ 8 h 12"/>
                <a:gd name="T10" fmla="*/ 0 w 16"/>
                <a:gd name="T11" fmla="*/ 7 h 12"/>
                <a:gd name="T12" fmla="*/ 3 w 16"/>
                <a:gd name="T13" fmla="*/ 0 h 12"/>
                <a:gd name="T14" fmla="*/ 16 w 16"/>
                <a:gd name="T15" fmla="*/ 3 h 12"/>
                <a:gd name="T16" fmla="*/ 14 w 16"/>
                <a:gd name="T17" fmla="*/ 12 h 12"/>
                <a:gd name="T18" fmla="*/ 2 w 16"/>
                <a:gd name="T19" fmla="*/ 8 h 12"/>
                <a:gd name="T20" fmla="*/ 2 w 16"/>
                <a:gd name="T21" fmla="*/ 8 h 12"/>
                <a:gd name="T22" fmla="*/ 11 w 16"/>
                <a:gd name="T23" fmla="*/ 6 h 12"/>
                <a:gd name="T24" fmla="*/ 5 w 16"/>
                <a:gd name="T25" fmla="*/ 5 h 12"/>
                <a:gd name="T26" fmla="*/ 5 w 16"/>
                <a:gd name="T27" fmla="*/ 5 h 12"/>
                <a:gd name="T28" fmla="*/ 11 w 16"/>
                <a:gd name="T29" fmla="*/ 6 h 12"/>
                <a:gd name="T30" fmla="*/ 11 w 16"/>
                <a:gd name="T31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2">
                  <a:moveTo>
                    <a:pt x="2" y="8"/>
                  </a:moveTo>
                  <a:lnTo>
                    <a:pt x="3" y="6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8"/>
                  </a:lnTo>
                  <a:lnTo>
                    <a:pt x="0" y="7"/>
                  </a:lnTo>
                  <a:lnTo>
                    <a:pt x="3" y="0"/>
                  </a:lnTo>
                  <a:lnTo>
                    <a:pt x="16" y="3"/>
                  </a:lnTo>
                  <a:lnTo>
                    <a:pt x="14" y="12"/>
                  </a:ln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11" y="6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11" y="6"/>
                  </a:lnTo>
                  <a:lnTo>
                    <a:pt x="11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1868"/>
            <p:cNvSpPr/>
            <p:nvPr/>
          </p:nvSpPr>
          <p:spPr bwMode="auto">
            <a:xfrm>
              <a:off x="7337427" y="5875338"/>
              <a:ext cx="119063" cy="187325"/>
            </a:xfrm>
            <a:custGeom>
              <a:avLst/>
              <a:gdLst>
                <a:gd name="T0" fmla="*/ 7 w 68"/>
                <a:gd name="T1" fmla="*/ 103 h 107"/>
                <a:gd name="T2" fmla="*/ 21 w 68"/>
                <a:gd name="T3" fmla="*/ 103 h 107"/>
                <a:gd name="T4" fmla="*/ 0 w 68"/>
                <a:gd name="T5" fmla="*/ 13 h 107"/>
                <a:gd name="T6" fmla="*/ 0 w 68"/>
                <a:gd name="T7" fmla="*/ 13 h 107"/>
                <a:gd name="T8" fmla="*/ 1 w 68"/>
                <a:gd name="T9" fmla="*/ 10 h 107"/>
                <a:gd name="T10" fmla="*/ 1 w 68"/>
                <a:gd name="T11" fmla="*/ 10 h 107"/>
                <a:gd name="T12" fmla="*/ 7 w 68"/>
                <a:gd name="T13" fmla="*/ 2 h 107"/>
                <a:gd name="T14" fmla="*/ 7 w 68"/>
                <a:gd name="T15" fmla="*/ 2 h 107"/>
                <a:gd name="T16" fmla="*/ 20 w 68"/>
                <a:gd name="T17" fmla="*/ 0 h 107"/>
                <a:gd name="T18" fmla="*/ 20 w 68"/>
                <a:gd name="T19" fmla="*/ 0 h 107"/>
                <a:gd name="T20" fmla="*/ 68 w 68"/>
                <a:gd name="T21" fmla="*/ 9 h 107"/>
                <a:gd name="T22" fmla="*/ 68 w 68"/>
                <a:gd name="T23" fmla="*/ 9 h 107"/>
                <a:gd name="T24" fmla="*/ 68 w 68"/>
                <a:gd name="T25" fmla="*/ 9 h 107"/>
                <a:gd name="T26" fmla="*/ 67 w 68"/>
                <a:gd name="T27" fmla="*/ 12 h 107"/>
                <a:gd name="T28" fmla="*/ 50 w 68"/>
                <a:gd name="T29" fmla="*/ 8 h 107"/>
                <a:gd name="T30" fmla="*/ 50 w 68"/>
                <a:gd name="T31" fmla="*/ 8 h 107"/>
                <a:gd name="T32" fmla="*/ 20 w 68"/>
                <a:gd name="T33" fmla="*/ 4 h 107"/>
                <a:gd name="T34" fmla="*/ 20 w 68"/>
                <a:gd name="T35" fmla="*/ 4 h 107"/>
                <a:gd name="T36" fmla="*/ 9 w 68"/>
                <a:gd name="T37" fmla="*/ 6 h 107"/>
                <a:gd name="T38" fmla="*/ 9 w 68"/>
                <a:gd name="T39" fmla="*/ 6 h 107"/>
                <a:gd name="T40" fmla="*/ 5 w 68"/>
                <a:gd name="T41" fmla="*/ 11 h 107"/>
                <a:gd name="T42" fmla="*/ 5 w 68"/>
                <a:gd name="T43" fmla="*/ 11 h 107"/>
                <a:gd name="T44" fmla="*/ 4 w 68"/>
                <a:gd name="T45" fmla="*/ 13 h 107"/>
                <a:gd name="T46" fmla="*/ 4 w 68"/>
                <a:gd name="T47" fmla="*/ 13 h 107"/>
                <a:gd name="T48" fmla="*/ 15 w 68"/>
                <a:gd name="T49" fmla="*/ 67 h 107"/>
                <a:gd name="T50" fmla="*/ 15 w 68"/>
                <a:gd name="T51" fmla="*/ 67 h 107"/>
                <a:gd name="T52" fmla="*/ 26 w 68"/>
                <a:gd name="T53" fmla="*/ 104 h 107"/>
                <a:gd name="T54" fmla="*/ 26 w 68"/>
                <a:gd name="T55" fmla="*/ 104 h 107"/>
                <a:gd name="T56" fmla="*/ 27 w 68"/>
                <a:gd name="T57" fmla="*/ 107 h 107"/>
                <a:gd name="T58" fmla="*/ 7 w 68"/>
                <a:gd name="T59" fmla="*/ 107 h 107"/>
                <a:gd name="T60" fmla="*/ 7 w 68"/>
                <a:gd name="T61" fmla="*/ 10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8" h="107">
                  <a:moveTo>
                    <a:pt x="7" y="103"/>
                  </a:moveTo>
                  <a:cubicBezTo>
                    <a:pt x="21" y="103"/>
                    <a:pt x="21" y="103"/>
                    <a:pt x="21" y="103"/>
                  </a:cubicBezTo>
                  <a:cubicBezTo>
                    <a:pt x="18" y="90"/>
                    <a:pt x="1" y="34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0" y="11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6"/>
                    <a:pt x="4" y="3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11" y="0"/>
                    <a:pt x="15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0" y="0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0" y="10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1" y="6"/>
                    <a:pt x="3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6" y="4"/>
                    <a:pt x="12" y="4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6" y="7"/>
                    <a:pt x="5" y="8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4"/>
                    <a:pt x="10" y="47"/>
                    <a:pt x="15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21" y="87"/>
                    <a:pt x="26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3"/>
                    <a:pt x="7" y="103"/>
                    <a:pt x="7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1869"/>
            <p:cNvSpPr>
              <a:spLocks noEditPoints="1"/>
            </p:cNvSpPr>
            <p:nvPr/>
          </p:nvSpPr>
          <p:spPr bwMode="auto">
            <a:xfrm>
              <a:off x="7334252" y="5872163"/>
              <a:ext cx="125413" cy="193675"/>
            </a:xfrm>
            <a:custGeom>
              <a:avLst/>
              <a:gdLst>
                <a:gd name="T0" fmla="*/ 7 w 72"/>
                <a:gd name="T1" fmla="*/ 105 h 111"/>
                <a:gd name="T2" fmla="*/ 21 w 72"/>
                <a:gd name="T3" fmla="*/ 103 h 111"/>
                <a:gd name="T4" fmla="*/ 0 w 72"/>
                <a:gd name="T5" fmla="*/ 15 h 111"/>
                <a:gd name="T6" fmla="*/ 1 w 72"/>
                <a:gd name="T7" fmla="*/ 12 h 111"/>
                <a:gd name="T8" fmla="*/ 8 w 72"/>
                <a:gd name="T9" fmla="*/ 2 h 111"/>
                <a:gd name="T10" fmla="*/ 22 w 72"/>
                <a:gd name="T11" fmla="*/ 0 h 111"/>
                <a:gd name="T12" fmla="*/ 70 w 72"/>
                <a:gd name="T13" fmla="*/ 9 h 111"/>
                <a:gd name="T14" fmla="*/ 71 w 72"/>
                <a:gd name="T15" fmla="*/ 9 h 111"/>
                <a:gd name="T16" fmla="*/ 72 w 72"/>
                <a:gd name="T17" fmla="*/ 10 h 111"/>
                <a:gd name="T18" fmla="*/ 69 w 72"/>
                <a:gd name="T19" fmla="*/ 16 h 111"/>
                <a:gd name="T20" fmla="*/ 69 w 72"/>
                <a:gd name="T21" fmla="*/ 16 h 111"/>
                <a:gd name="T22" fmla="*/ 68 w 72"/>
                <a:gd name="T23" fmla="*/ 16 h 111"/>
                <a:gd name="T24" fmla="*/ 68 w 72"/>
                <a:gd name="T25" fmla="*/ 16 h 111"/>
                <a:gd name="T26" fmla="*/ 68 w 72"/>
                <a:gd name="T27" fmla="*/ 16 h 111"/>
                <a:gd name="T28" fmla="*/ 68 w 72"/>
                <a:gd name="T29" fmla="*/ 16 h 111"/>
                <a:gd name="T30" fmla="*/ 67 w 72"/>
                <a:gd name="T31" fmla="*/ 16 h 111"/>
                <a:gd name="T32" fmla="*/ 64 w 72"/>
                <a:gd name="T33" fmla="*/ 15 h 111"/>
                <a:gd name="T34" fmla="*/ 52 w 72"/>
                <a:gd name="T35" fmla="*/ 12 h 111"/>
                <a:gd name="T36" fmla="*/ 23 w 72"/>
                <a:gd name="T37" fmla="*/ 8 h 111"/>
                <a:gd name="T38" fmla="*/ 22 w 72"/>
                <a:gd name="T39" fmla="*/ 8 h 111"/>
                <a:gd name="T40" fmla="*/ 12 w 72"/>
                <a:gd name="T41" fmla="*/ 9 h 111"/>
                <a:gd name="T42" fmla="*/ 9 w 72"/>
                <a:gd name="T43" fmla="*/ 13 h 111"/>
                <a:gd name="T44" fmla="*/ 8 w 72"/>
                <a:gd name="T45" fmla="*/ 15 h 111"/>
                <a:gd name="T46" fmla="*/ 8 w 72"/>
                <a:gd name="T47" fmla="*/ 15 h 111"/>
                <a:gd name="T48" fmla="*/ 19 w 72"/>
                <a:gd name="T49" fmla="*/ 69 h 111"/>
                <a:gd name="T50" fmla="*/ 30 w 72"/>
                <a:gd name="T51" fmla="*/ 106 h 111"/>
                <a:gd name="T52" fmla="*/ 30 w 72"/>
                <a:gd name="T53" fmla="*/ 106 h 111"/>
                <a:gd name="T54" fmla="*/ 7 w 72"/>
                <a:gd name="T55" fmla="*/ 111 h 111"/>
                <a:gd name="T56" fmla="*/ 23 w 72"/>
                <a:gd name="T57" fmla="*/ 96 h 111"/>
                <a:gd name="T58" fmla="*/ 17 w 72"/>
                <a:gd name="T59" fmla="*/ 76 h 111"/>
                <a:gd name="T60" fmla="*/ 4 w 72"/>
                <a:gd name="T61" fmla="*/ 15 h 111"/>
                <a:gd name="T62" fmla="*/ 4 w 72"/>
                <a:gd name="T63" fmla="*/ 15 h 111"/>
                <a:gd name="T64" fmla="*/ 4 w 72"/>
                <a:gd name="T65" fmla="*/ 14 h 111"/>
                <a:gd name="T66" fmla="*/ 4 w 72"/>
                <a:gd name="T67" fmla="*/ 14 h 111"/>
                <a:gd name="T68" fmla="*/ 4 w 72"/>
                <a:gd name="T69" fmla="*/ 14 h 111"/>
                <a:gd name="T70" fmla="*/ 53 w 72"/>
                <a:gd name="T71" fmla="*/ 8 h 111"/>
                <a:gd name="T72" fmla="*/ 67 w 72"/>
                <a:gd name="T73" fmla="*/ 12 h 111"/>
                <a:gd name="T74" fmla="*/ 65 w 72"/>
                <a:gd name="T75" fmla="*/ 11 h 111"/>
                <a:gd name="T76" fmla="*/ 53 w 72"/>
                <a:gd name="T77" fmla="*/ 8 h 111"/>
                <a:gd name="T78" fmla="*/ 41 w 72"/>
                <a:gd name="T79" fmla="*/ 6 h 111"/>
                <a:gd name="T80" fmla="*/ 53 w 72"/>
                <a:gd name="T81" fmla="*/ 8 h 111"/>
                <a:gd name="T82" fmla="*/ 6 w 72"/>
                <a:gd name="T83" fmla="*/ 8 h 111"/>
                <a:gd name="T84" fmla="*/ 6 w 72"/>
                <a:gd name="T85" fmla="*/ 8 h 111"/>
                <a:gd name="T86" fmla="*/ 8 w 72"/>
                <a:gd name="T87" fmla="*/ 7 h 111"/>
                <a:gd name="T88" fmla="*/ 6 w 72"/>
                <a:gd name="T89" fmla="*/ 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2" h="111">
                  <a:moveTo>
                    <a:pt x="7" y="109"/>
                  </a:moveTo>
                  <a:cubicBezTo>
                    <a:pt x="7" y="105"/>
                    <a:pt x="7" y="105"/>
                    <a:pt x="7" y="105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1" y="103"/>
                    <a:pt x="21" y="103"/>
                    <a:pt x="21" y="103"/>
                  </a:cubicBezTo>
                  <a:cubicBezTo>
                    <a:pt x="16" y="86"/>
                    <a:pt x="1" y="3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0" y="13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7"/>
                    <a:pt x="4" y="4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2" y="0"/>
                    <a:pt x="17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1" y="0"/>
                    <a:pt x="67" y="8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16"/>
                    <a:pt x="65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1" y="14"/>
                    <a:pt x="57" y="13"/>
                    <a:pt x="52" y="12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43" y="10"/>
                    <a:pt x="3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11"/>
                    <a:pt x="9" y="11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6"/>
                    <a:pt x="14" y="49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4" y="87"/>
                    <a:pt x="29" y="104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0" y="106"/>
                    <a:pt x="30" y="106"/>
                    <a:pt x="30" y="106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09"/>
                    <a:pt x="7" y="109"/>
                    <a:pt x="7" y="109"/>
                  </a:cubicBezTo>
                  <a:close/>
                  <a:moveTo>
                    <a:pt x="23" y="96"/>
                  </a:moveTo>
                  <a:cubicBezTo>
                    <a:pt x="21" y="90"/>
                    <a:pt x="19" y="84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84"/>
                    <a:pt x="21" y="90"/>
                    <a:pt x="23" y="96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5"/>
                    <a:pt x="4" y="15"/>
                  </a:cubicBezTo>
                  <a:close/>
                  <a:moveTo>
                    <a:pt x="4" y="14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lose/>
                  <a:moveTo>
                    <a:pt x="53" y="8"/>
                  </a:moveTo>
                  <a:cubicBezTo>
                    <a:pt x="59" y="10"/>
                    <a:pt x="65" y="11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67" y="12"/>
                    <a:pt x="66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2" y="10"/>
                    <a:pt x="58" y="9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49" y="7"/>
                    <a:pt x="45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5" y="7"/>
                    <a:pt x="49" y="7"/>
                    <a:pt x="53" y="8"/>
                  </a:cubicBezTo>
                  <a:close/>
                  <a:moveTo>
                    <a:pt x="6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lose/>
                  <a:moveTo>
                    <a:pt x="6" y="8"/>
                  </a:moveTo>
                  <a:cubicBezTo>
                    <a:pt x="7" y="8"/>
                    <a:pt x="7" y="8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8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1870"/>
            <p:cNvSpPr>
              <a:spLocks noEditPoints="1"/>
            </p:cNvSpPr>
            <p:nvPr/>
          </p:nvSpPr>
          <p:spPr bwMode="auto">
            <a:xfrm>
              <a:off x="7496177" y="5892801"/>
              <a:ext cx="176213" cy="133350"/>
            </a:xfrm>
            <a:custGeom>
              <a:avLst/>
              <a:gdLst>
                <a:gd name="T0" fmla="*/ 30 w 101"/>
                <a:gd name="T1" fmla="*/ 72 h 76"/>
                <a:gd name="T2" fmla="*/ 25 w 101"/>
                <a:gd name="T3" fmla="*/ 64 h 76"/>
                <a:gd name="T4" fmla="*/ 25 w 101"/>
                <a:gd name="T5" fmla="*/ 64 h 76"/>
                <a:gd name="T6" fmla="*/ 13 w 101"/>
                <a:gd name="T7" fmla="*/ 38 h 76"/>
                <a:gd name="T8" fmla="*/ 13 w 101"/>
                <a:gd name="T9" fmla="*/ 38 h 76"/>
                <a:gd name="T10" fmla="*/ 0 w 101"/>
                <a:gd name="T11" fmla="*/ 1 h 76"/>
                <a:gd name="T12" fmla="*/ 0 w 101"/>
                <a:gd name="T13" fmla="*/ 1 h 76"/>
                <a:gd name="T14" fmla="*/ 4 w 101"/>
                <a:gd name="T15" fmla="*/ 0 h 76"/>
                <a:gd name="T16" fmla="*/ 16 w 101"/>
                <a:gd name="T17" fmla="*/ 33 h 76"/>
                <a:gd name="T18" fmla="*/ 16 w 101"/>
                <a:gd name="T19" fmla="*/ 33 h 76"/>
                <a:gd name="T20" fmla="*/ 35 w 101"/>
                <a:gd name="T21" fmla="*/ 72 h 76"/>
                <a:gd name="T22" fmla="*/ 35 w 101"/>
                <a:gd name="T23" fmla="*/ 72 h 76"/>
                <a:gd name="T24" fmla="*/ 36 w 101"/>
                <a:gd name="T25" fmla="*/ 72 h 76"/>
                <a:gd name="T26" fmla="*/ 36 w 101"/>
                <a:gd name="T27" fmla="*/ 72 h 76"/>
                <a:gd name="T28" fmla="*/ 59 w 101"/>
                <a:gd name="T29" fmla="*/ 52 h 76"/>
                <a:gd name="T30" fmla="*/ 59 w 101"/>
                <a:gd name="T31" fmla="*/ 52 h 76"/>
                <a:gd name="T32" fmla="*/ 76 w 101"/>
                <a:gd name="T33" fmla="*/ 36 h 76"/>
                <a:gd name="T34" fmla="*/ 76 w 101"/>
                <a:gd name="T35" fmla="*/ 36 h 76"/>
                <a:gd name="T36" fmla="*/ 78 w 101"/>
                <a:gd name="T37" fmla="*/ 34 h 76"/>
                <a:gd name="T38" fmla="*/ 101 w 101"/>
                <a:gd name="T39" fmla="*/ 63 h 76"/>
                <a:gd name="T40" fmla="*/ 98 w 101"/>
                <a:gd name="T41" fmla="*/ 66 h 76"/>
                <a:gd name="T42" fmla="*/ 77 w 101"/>
                <a:gd name="T43" fmla="*/ 40 h 76"/>
                <a:gd name="T44" fmla="*/ 38 w 101"/>
                <a:gd name="T45" fmla="*/ 76 h 76"/>
                <a:gd name="T46" fmla="*/ 38 w 101"/>
                <a:gd name="T47" fmla="*/ 76 h 76"/>
                <a:gd name="T48" fmla="*/ 36 w 101"/>
                <a:gd name="T49" fmla="*/ 76 h 76"/>
                <a:gd name="T50" fmla="*/ 36 w 101"/>
                <a:gd name="T51" fmla="*/ 76 h 76"/>
                <a:gd name="T52" fmla="*/ 30 w 101"/>
                <a:gd name="T53" fmla="*/ 72 h 76"/>
                <a:gd name="T54" fmla="*/ 0 w 101"/>
                <a:gd name="T55" fmla="*/ 1 h 76"/>
                <a:gd name="T56" fmla="*/ 0 w 101"/>
                <a:gd name="T57" fmla="*/ 1 h 76"/>
                <a:gd name="T58" fmla="*/ 0 w 101"/>
                <a:gd name="T59" fmla="*/ 1 h 76"/>
                <a:gd name="T60" fmla="*/ 0 w 101"/>
                <a:gd name="T61" fmla="*/ 1 h 76"/>
                <a:gd name="T62" fmla="*/ 0 w 101"/>
                <a:gd name="T63" fmla="*/ 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1" h="76">
                  <a:moveTo>
                    <a:pt x="30" y="72"/>
                  </a:moveTo>
                  <a:cubicBezTo>
                    <a:pt x="29" y="70"/>
                    <a:pt x="27" y="67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1" y="57"/>
                    <a:pt x="17" y="47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6" y="20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9" y="16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50"/>
                    <a:pt x="31" y="69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40" y="69"/>
                    <a:pt x="50" y="60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8" y="44"/>
                    <a:pt x="76" y="36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98" y="66"/>
                    <a:pt x="98" y="66"/>
                    <a:pt x="98" y="66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1" y="46"/>
                    <a:pt x="46" y="70"/>
                    <a:pt x="38" y="76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3" y="76"/>
                    <a:pt x="32" y="74"/>
                    <a:pt x="30" y="72"/>
                  </a:cubicBez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1871"/>
            <p:cNvSpPr>
              <a:spLocks noEditPoints="1"/>
            </p:cNvSpPr>
            <p:nvPr/>
          </p:nvSpPr>
          <p:spPr bwMode="auto">
            <a:xfrm>
              <a:off x="7491414" y="5888038"/>
              <a:ext cx="185738" cy="141288"/>
            </a:xfrm>
            <a:custGeom>
              <a:avLst/>
              <a:gdLst>
                <a:gd name="T0" fmla="*/ 32 w 107"/>
                <a:gd name="T1" fmla="*/ 76 h 81"/>
                <a:gd name="T2" fmla="*/ 33 w 107"/>
                <a:gd name="T3" fmla="*/ 75 h 81"/>
                <a:gd name="T4" fmla="*/ 32 w 107"/>
                <a:gd name="T5" fmla="*/ 76 h 81"/>
                <a:gd name="T6" fmla="*/ 26 w 107"/>
                <a:gd name="T7" fmla="*/ 67 h 81"/>
                <a:gd name="T8" fmla="*/ 26 w 107"/>
                <a:gd name="T9" fmla="*/ 67 h 81"/>
                <a:gd name="T10" fmla="*/ 15 w 107"/>
                <a:gd name="T11" fmla="*/ 42 h 81"/>
                <a:gd name="T12" fmla="*/ 15 w 107"/>
                <a:gd name="T13" fmla="*/ 42 h 81"/>
                <a:gd name="T14" fmla="*/ 1 w 107"/>
                <a:gd name="T15" fmla="*/ 5 h 81"/>
                <a:gd name="T16" fmla="*/ 1 w 107"/>
                <a:gd name="T17" fmla="*/ 5 h 81"/>
                <a:gd name="T18" fmla="*/ 0 w 107"/>
                <a:gd name="T19" fmla="*/ 3 h 81"/>
                <a:gd name="T20" fmla="*/ 8 w 107"/>
                <a:gd name="T21" fmla="*/ 0 h 81"/>
                <a:gd name="T22" fmla="*/ 8 w 107"/>
                <a:gd name="T23" fmla="*/ 2 h 81"/>
                <a:gd name="T24" fmla="*/ 21 w 107"/>
                <a:gd name="T25" fmla="*/ 35 h 81"/>
                <a:gd name="T26" fmla="*/ 21 w 107"/>
                <a:gd name="T27" fmla="*/ 35 h 81"/>
                <a:gd name="T28" fmla="*/ 31 w 107"/>
                <a:gd name="T29" fmla="*/ 60 h 81"/>
                <a:gd name="T30" fmla="*/ 31 w 107"/>
                <a:gd name="T31" fmla="*/ 60 h 81"/>
                <a:gd name="T32" fmla="*/ 39 w 107"/>
                <a:gd name="T33" fmla="*/ 73 h 81"/>
                <a:gd name="T34" fmla="*/ 39 w 107"/>
                <a:gd name="T35" fmla="*/ 73 h 81"/>
                <a:gd name="T36" fmla="*/ 61 w 107"/>
                <a:gd name="T37" fmla="*/ 54 h 81"/>
                <a:gd name="T38" fmla="*/ 61 w 107"/>
                <a:gd name="T39" fmla="*/ 54 h 81"/>
                <a:gd name="T40" fmla="*/ 77 w 107"/>
                <a:gd name="T41" fmla="*/ 38 h 81"/>
                <a:gd name="T42" fmla="*/ 77 w 107"/>
                <a:gd name="T43" fmla="*/ 38 h 81"/>
                <a:gd name="T44" fmla="*/ 77 w 107"/>
                <a:gd name="T45" fmla="*/ 38 h 81"/>
                <a:gd name="T46" fmla="*/ 81 w 107"/>
                <a:gd name="T47" fmla="*/ 34 h 81"/>
                <a:gd name="T48" fmla="*/ 107 w 107"/>
                <a:gd name="T49" fmla="*/ 66 h 81"/>
                <a:gd name="T50" fmla="*/ 101 w 107"/>
                <a:gd name="T51" fmla="*/ 71 h 81"/>
                <a:gd name="T52" fmla="*/ 80 w 107"/>
                <a:gd name="T53" fmla="*/ 46 h 81"/>
                <a:gd name="T54" fmla="*/ 42 w 107"/>
                <a:gd name="T55" fmla="*/ 80 h 81"/>
                <a:gd name="T56" fmla="*/ 42 w 107"/>
                <a:gd name="T57" fmla="*/ 80 h 81"/>
                <a:gd name="T58" fmla="*/ 39 w 107"/>
                <a:gd name="T59" fmla="*/ 81 h 81"/>
                <a:gd name="T60" fmla="*/ 39 w 107"/>
                <a:gd name="T61" fmla="*/ 81 h 81"/>
                <a:gd name="T62" fmla="*/ 32 w 107"/>
                <a:gd name="T63" fmla="*/ 76 h 81"/>
                <a:gd name="T64" fmla="*/ 38 w 107"/>
                <a:gd name="T65" fmla="*/ 77 h 81"/>
                <a:gd name="T66" fmla="*/ 37 w 107"/>
                <a:gd name="T67" fmla="*/ 76 h 81"/>
                <a:gd name="T68" fmla="*/ 37 w 107"/>
                <a:gd name="T69" fmla="*/ 76 h 81"/>
                <a:gd name="T70" fmla="*/ 36 w 107"/>
                <a:gd name="T71" fmla="*/ 76 h 81"/>
                <a:gd name="T72" fmla="*/ 36 w 107"/>
                <a:gd name="T73" fmla="*/ 76 h 81"/>
                <a:gd name="T74" fmla="*/ 38 w 107"/>
                <a:gd name="T75" fmla="*/ 77 h 81"/>
                <a:gd name="T76" fmla="*/ 30 w 107"/>
                <a:gd name="T77" fmla="*/ 66 h 81"/>
                <a:gd name="T78" fmla="*/ 32 w 107"/>
                <a:gd name="T79" fmla="*/ 69 h 81"/>
                <a:gd name="T80" fmla="*/ 32 w 107"/>
                <a:gd name="T81" fmla="*/ 69 h 81"/>
                <a:gd name="T82" fmla="*/ 28 w 107"/>
                <a:gd name="T83" fmla="*/ 61 h 81"/>
                <a:gd name="T84" fmla="*/ 28 w 107"/>
                <a:gd name="T85" fmla="*/ 61 h 81"/>
                <a:gd name="T86" fmla="*/ 25 w 107"/>
                <a:gd name="T87" fmla="*/ 56 h 81"/>
                <a:gd name="T88" fmla="*/ 25 w 107"/>
                <a:gd name="T89" fmla="*/ 56 h 81"/>
                <a:gd name="T90" fmla="*/ 30 w 107"/>
                <a:gd name="T91" fmla="*/ 66 h 81"/>
                <a:gd name="T92" fmla="*/ 99 w 107"/>
                <a:gd name="T93" fmla="*/ 63 h 81"/>
                <a:gd name="T94" fmla="*/ 80 w 107"/>
                <a:gd name="T95" fmla="*/ 40 h 81"/>
                <a:gd name="T96" fmla="*/ 80 w 107"/>
                <a:gd name="T97" fmla="*/ 40 h 81"/>
                <a:gd name="T98" fmla="*/ 99 w 107"/>
                <a:gd name="T99" fmla="*/ 63 h 81"/>
                <a:gd name="T100" fmla="*/ 57 w 107"/>
                <a:gd name="T101" fmla="*/ 63 h 81"/>
                <a:gd name="T102" fmla="*/ 57 w 107"/>
                <a:gd name="T103" fmla="*/ 62 h 81"/>
                <a:gd name="T104" fmla="*/ 57 w 107"/>
                <a:gd name="T105" fmla="*/ 62 h 81"/>
                <a:gd name="T106" fmla="*/ 57 w 107"/>
                <a:gd name="T107" fmla="*/ 63 h 81"/>
                <a:gd name="T108" fmla="*/ 57 w 107"/>
                <a:gd name="T109" fmla="*/ 62 h 81"/>
                <a:gd name="T110" fmla="*/ 62 w 107"/>
                <a:gd name="T111" fmla="*/ 57 h 81"/>
                <a:gd name="T112" fmla="*/ 62 w 107"/>
                <a:gd name="T113" fmla="*/ 57 h 81"/>
                <a:gd name="T114" fmla="*/ 57 w 107"/>
                <a:gd name="T115" fmla="*/ 62 h 81"/>
                <a:gd name="T116" fmla="*/ 14 w 107"/>
                <a:gd name="T117" fmla="*/ 29 h 81"/>
                <a:gd name="T118" fmla="*/ 5 w 107"/>
                <a:gd name="T119" fmla="*/ 5 h 81"/>
                <a:gd name="T120" fmla="*/ 5 w 107"/>
                <a:gd name="T121" fmla="*/ 5 h 81"/>
                <a:gd name="T122" fmla="*/ 5 w 107"/>
                <a:gd name="T123" fmla="*/ 5 h 81"/>
                <a:gd name="T124" fmla="*/ 14 w 107"/>
                <a:gd name="T125" fmla="*/ 2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7" h="81">
                  <a:moveTo>
                    <a:pt x="32" y="76"/>
                  </a:move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0" y="74"/>
                    <a:pt x="28" y="71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2" y="60"/>
                    <a:pt x="18" y="51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7" y="23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14" y="18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4" y="44"/>
                    <a:pt x="28" y="53"/>
                    <a:pt x="31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4" y="66"/>
                    <a:pt x="37" y="71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3" y="69"/>
                    <a:pt x="52" y="6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9" y="46"/>
                    <a:pt x="76" y="39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1" y="71"/>
                    <a:pt x="101" y="71"/>
                    <a:pt x="101" y="71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72" y="54"/>
                    <a:pt x="50" y="75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41" y="81"/>
                    <a:pt x="40" y="81"/>
                    <a:pt x="39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35" y="81"/>
                    <a:pt x="33" y="78"/>
                    <a:pt x="32" y="76"/>
                  </a:cubicBezTo>
                  <a:close/>
                  <a:moveTo>
                    <a:pt x="38" y="77"/>
                  </a:moveTo>
                  <a:cubicBezTo>
                    <a:pt x="38" y="77"/>
                    <a:pt x="37" y="77"/>
                    <a:pt x="37" y="76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7" y="76"/>
                    <a:pt x="37" y="76"/>
                    <a:pt x="36" y="7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7" y="76"/>
                    <a:pt x="37" y="77"/>
                    <a:pt x="38" y="77"/>
                  </a:cubicBezTo>
                  <a:close/>
                  <a:moveTo>
                    <a:pt x="30" y="66"/>
                  </a:moveTo>
                  <a:cubicBezTo>
                    <a:pt x="30" y="67"/>
                    <a:pt x="31" y="68"/>
                    <a:pt x="32" y="69"/>
                  </a:cubicBezTo>
                  <a:cubicBezTo>
                    <a:pt x="32" y="69"/>
                    <a:pt x="32" y="69"/>
                    <a:pt x="32" y="69"/>
                  </a:cubicBezTo>
                  <a:cubicBezTo>
                    <a:pt x="30" y="67"/>
                    <a:pt x="29" y="65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7" y="60"/>
                    <a:pt x="26" y="58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6" y="59"/>
                    <a:pt x="28" y="63"/>
                    <a:pt x="30" y="66"/>
                  </a:cubicBezTo>
                  <a:close/>
                  <a:moveTo>
                    <a:pt x="99" y="63"/>
                  </a:moveTo>
                  <a:cubicBezTo>
                    <a:pt x="80" y="40"/>
                    <a:pt x="80" y="40"/>
                    <a:pt x="80" y="40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99" y="63"/>
                    <a:pt x="99" y="63"/>
                    <a:pt x="99" y="63"/>
                  </a:cubicBezTo>
                  <a:close/>
                  <a:moveTo>
                    <a:pt x="57" y="63"/>
                  </a:moveTo>
                  <a:cubicBezTo>
                    <a:pt x="57" y="63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3"/>
                    <a:pt x="57" y="63"/>
                  </a:cubicBezTo>
                  <a:close/>
                  <a:moveTo>
                    <a:pt x="57" y="62"/>
                  </a:moveTo>
                  <a:cubicBezTo>
                    <a:pt x="59" y="61"/>
                    <a:pt x="61" y="59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1" y="59"/>
                    <a:pt x="59" y="61"/>
                    <a:pt x="57" y="62"/>
                  </a:cubicBezTo>
                  <a:close/>
                  <a:moveTo>
                    <a:pt x="14" y="29"/>
                  </a:moveTo>
                  <a:cubicBezTo>
                    <a:pt x="10" y="18"/>
                    <a:pt x="7" y="9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7" y="9"/>
                    <a:pt x="10" y="18"/>
                    <a:pt x="1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0" grpId="0"/>
      <p:bldP spid="21" grpId="0"/>
      <p:bldP spid="34" grpId="0"/>
      <p:bldP spid="35" grpId="0"/>
      <p:bldP spid="36" grpId="0"/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-145415" y="2044065"/>
            <a:ext cx="2613660" cy="2814955"/>
            <a:chOff x="3737" y="1189"/>
            <a:chExt cx="2124" cy="2287"/>
          </a:xfrm>
          <a:solidFill>
            <a:srgbClr val="114196"/>
          </a:solidFill>
        </p:grpSpPr>
        <p:sp>
          <p:nvSpPr>
            <p:cNvPr id="47" name="Freeform 5"/>
            <p:cNvSpPr/>
            <p:nvPr>
              <p:custDataLst>
                <p:tags r:id="rId2"/>
              </p:custDataLst>
            </p:nvPr>
          </p:nvSpPr>
          <p:spPr bwMode="auto">
            <a:xfrm>
              <a:off x="4547" y="2019"/>
              <a:ext cx="318" cy="356"/>
            </a:xfrm>
            <a:custGeom>
              <a:avLst/>
              <a:gdLst>
                <a:gd name="T0" fmla="*/ 259 w 271"/>
                <a:gd name="T1" fmla="*/ 303 h 303"/>
                <a:gd name="T2" fmla="*/ 0 w 271"/>
                <a:gd name="T3" fmla="*/ 13 h 303"/>
                <a:gd name="T4" fmla="*/ 14 w 271"/>
                <a:gd name="T5" fmla="*/ 0 h 303"/>
                <a:gd name="T6" fmla="*/ 271 w 271"/>
                <a:gd name="T7" fmla="*/ 288 h 303"/>
                <a:gd name="T8" fmla="*/ 259 w 271"/>
                <a:gd name="T9" fmla="*/ 303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1" h="303">
                  <a:moveTo>
                    <a:pt x="259" y="30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71" y="288"/>
                    <a:pt x="271" y="288"/>
                    <a:pt x="271" y="288"/>
                  </a:cubicBezTo>
                  <a:cubicBezTo>
                    <a:pt x="266" y="291"/>
                    <a:pt x="262" y="296"/>
                    <a:pt x="259" y="3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7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4708" y="1653"/>
              <a:ext cx="533" cy="576"/>
            </a:xfrm>
            <a:custGeom>
              <a:avLst/>
              <a:gdLst>
                <a:gd name="T0" fmla="*/ 4 w 454"/>
                <a:gd name="T1" fmla="*/ 253 h 491"/>
                <a:gd name="T2" fmla="*/ 219 w 454"/>
                <a:gd name="T3" fmla="*/ 4 h 491"/>
                <a:gd name="T4" fmla="*/ 219 w 454"/>
                <a:gd name="T5" fmla="*/ 4 h 491"/>
                <a:gd name="T6" fmla="*/ 450 w 454"/>
                <a:gd name="T7" fmla="*/ 238 h 491"/>
                <a:gd name="T8" fmla="*/ 450 w 454"/>
                <a:gd name="T9" fmla="*/ 238 h 491"/>
                <a:gd name="T10" fmla="*/ 235 w 454"/>
                <a:gd name="T11" fmla="*/ 487 h 491"/>
                <a:gd name="T12" fmla="*/ 235 w 454"/>
                <a:gd name="T13" fmla="*/ 487 h 491"/>
                <a:gd name="T14" fmla="*/ 4 w 454"/>
                <a:gd name="T15" fmla="*/ 253 h 491"/>
                <a:gd name="T16" fmla="*/ 20 w 454"/>
                <a:gd name="T17" fmla="*/ 253 h 491"/>
                <a:gd name="T18" fmla="*/ 235 w 454"/>
                <a:gd name="T19" fmla="*/ 472 h 491"/>
                <a:gd name="T20" fmla="*/ 235 w 454"/>
                <a:gd name="T21" fmla="*/ 472 h 491"/>
                <a:gd name="T22" fmla="*/ 435 w 454"/>
                <a:gd name="T23" fmla="*/ 238 h 491"/>
                <a:gd name="T24" fmla="*/ 435 w 454"/>
                <a:gd name="T25" fmla="*/ 238 h 491"/>
                <a:gd name="T26" fmla="*/ 219 w 454"/>
                <a:gd name="T27" fmla="*/ 19 h 491"/>
                <a:gd name="T28" fmla="*/ 219 w 454"/>
                <a:gd name="T29" fmla="*/ 19 h 491"/>
                <a:gd name="T30" fmla="*/ 20 w 454"/>
                <a:gd name="T31" fmla="*/ 253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4" h="491">
                  <a:moveTo>
                    <a:pt x="4" y="253"/>
                  </a:moveTo>
                  <a:cubicBezTo>
                    <a:pt x="0" y="120"/>
                    <a:pt x="95" y="8"/>
                    <a:pt x="219" y="4"/>
                  </a:cubicBezTo>
                  <a:cubicBezTo>
                    <a:pt x="219" y="4"/>
                    <a:pt x="219" y="4"/>
                    <a:pt x="219" y="4"/>
                  </a:cubicBezTo>
                  <a:cubicBezTo>
                    <a:pt x="343" y="0"/>
                    <a:pt x="445" y="105"/>
                    <a:pt x="450" y="238"/>
                  </a:cubicBezTo>
                  <a:cubicBezTo>
                    <a:pt x="450" y="238"/>
                    <a:pt x="450" y="238"/>
                    <a:pt x="450" y="238"/>
                  </a:cubicBezTo>
                  <a:cubicBezTo>
                    <a:pt x="454" y="371"/>
                    <a:pt x="359" y="483"/>
                    <a:pt x="235" y="487"/>
                  </a:cubicBezTo>
                  <a:cubicBezTo>
                    <a:pt x="235" y="487"/>
                    <a:pt x="235" y="487"/>
                    <a:pt x="235" y="487"/>
                  </a:cubicBezTo>
                  <a:cubicBezTo>
                    <a:pt x="112" y="491"/>
                    <a:pt x="9" y="386"/>
                    <a:pt x="4" y="253"/>
                  </a:cubicBezTo>
                  <a:close/>
                  <a:moveTo>
                    <a:pt x="20" y="253"/>
                  </a:moveTo>
                  <a:cubicBezTo>
                    <a:pt x="24" y="378"/>
                    <a:pt x="121" y="476"/>
                    <a:pt x="235" y="472"/>
                  </a:cubicBezTo>
                  <a:cubicBezTo>
                    <a:pt x="235" y="472"/>
                    <a:pt x="235" y="472"/>
                    <a:pt x="235" y="472"/>
                  </a:cubicBezTo>
                  <a:cubicBezTo>
                    <a:pt x="349" y="468"/>
                    <a:pt x="439" y="364"/>
                    <a:pt x="435" y="238"/>
                  </a:cubicBezTo>
                  <a:cubicBezTo>
                    <a:pt x="435" y="238"/>
                    <a:pt x="435" y="238"/>
                    <a:pt x="435" y="238"/>
                  </a:cubicBezTo>
                  <a:cubicBezTo>
                    <a:pt x="431" y="113"/>
                    <a:pt x="334" y="15"/>
                    <a:pt x="219" y="19"/>
                  </a:cubicBezTo>
                  <a:cubicBezTo>
                    <a:pt x="219" y="19"/>
                    <a:pt x="219" y="19"/>
                    <a:pt x="219" y="19"/>
                  </a:cubicBezTo>
                  <a:cubicBezTo>
                    <a:pt x="105" y="23"/>
                    <a:pt x="15" y="127"/>
                    <a:pt x="20" y="2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8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706" y="1650"/>
              <a:ext cx="537" cy="582"/>
            </a:xfrm>
            <a:custGeom>
              <a:avLst/>
              <a:gdLst>
                <a:gd name="T0" fmla="*/ 4 w 458"/>
                <a:gd name="T1" fmla="*/ 255 h 495"/>
                <a:gd name="T2" fmla="*/ 221 w 458"/>
                <a:gd name="T3" fmla="*/ 4 h 495"/>
                <a:gd name="T4" fmla="*/ 221 w 458"/>
                <a:gd name="T5" fmla="*/ 4 h 495"/>
                <a:gd name="T6" fmla="*/ 454 w 458"/>
                <a:gd name="T7" fmla="*/ 240 h 495"/>
                <a:gd name="T8" fmla="*/ 454 w 458"/>
                <a:gd name="T9" fmla="*/ 240 h 495"/>
                <a:gd name="T10" fmla="*/ 238 w 458"/>
                <a:gd name="T11" fmla="*/ 491 h 495"/>
                <a:gd name="T12" fmla="*/ 238 w 458"/>
                <a:gd name="T13" fmla="*/ 491 h 495"/>
                <a:gd name="T14" fmla="*/ 4 w 458"/>
                <a:gd name="T15" fmla="*/ 255 h 495"/>
                <a:gd name="T16" fmla="*/ 8 w 458"/>
                <a:gd name="T17" fmla="*/ 255 h 495"/>
                <a:gd name="T18" fmla="*/ 237 w 458"/>
                <a:gd name="T19" fmla="*/ 487 h 495"/>
                <a:gd name="T20" fmla="*/ 237 w 458"/>
                <a:gd name="T21" fmla="*/ 487 h 495"/>
                <a:gd name="T22" fmla="*/ 450 w 458"/>
                <a:gd name="T23" fmla="*/ 240 h 495"/>
                <a:gd name="T24" fmla="*/ 450 w 458"/>
                <a:gd name="T25" fmla="*/ 240 h 495"/>
                <a:gd name="T26" fmla="*/ 221 w 458"/>
                <a:gd name="T27" fmla="*/ 8 h 495"/>
                <a:gd name="T28" fmla="*/ 221 w 458"/>
                <a:gd name="T29" fmla="*/ 8 h 495"/>
                <a:gd name="T30" fmla="*/ 8 w 458"/>
                <a:gd name="T31" fmla="*/ 255 h 495"/>
                <a:gd name="T32" fmla="*/ 8 w 458"/>
                <a:gd name="T33" fmla="*/ 255 h 495"/>
                <a:gd name="T34" fmla="*/ 20 w 458"/>
                <a:gd name="T35" fmla="*/ 255 h 495"/>
                <a:gd name="T36" fmla="*/ 221 w 458"/>
                <a:gd name="T37" fmla="*/ 19 h 495"/>
                <a:gd name="T38" fmla="*/ 221 w 458"/>
                <a:gd name="T39" fmla="*/ 19 h 495"/>
                <a:gd name="T40" fmla="*/ 439 w 458"/>
                <a:gd name="T41" fmla="*/ 240 h 495"/>
                <a:gd name="T42" fmla="*/ 439 w 458"/>
                <a:gd name="T43" fmla="*/ 240 h 495"/>
                <a:gd name="T44" fmla="*/ 237 w 458"/>
                <a:gd name="T45" fmla="*/ 476 h 495"/>
                <a:gd name="T46" fmla="*/ 237 w 458"/>
                <a:gd name="T47" fmla="*/ 476 h 495"/>
                <a:gd name="T48" fmla="*/ 20 w 458"/>
                <a:gd name="T49" fmla="*/ 255 h 495"/>
                <a:gd name="T50" fmla="*/ 237 w 458"/>
                <a:gd name="T51" fmla="*/ 472 h 495"/>
                <a:gd name="T52" fmla="*/ 435 w 458"/>
                <a:gd name="T53" fmla="*/ 241 h 495"/>
                <a:gd name="T54" fmla="*/ 435 w 458"/>
                <a:gd name="T55" fmla="*/ 241 h 495"/>
                <a:gd name="T56" fmla="*/ 222 w 458"/>
                <a:gd name="T57" fmla="*/ 23 h 495"/>
                <a:gd name="T58" fmla="*/ 222 w 458"/>
                <a:gd name="T59" fmla="*/ 23 h 495"/>
                <a:gd name="T60" fmla="*/ 24 w 458"/>
                <a:gd name="T61" fmla="*/ 255 h 495"/>
                <a:gd name="T62" fmla="*/ 24 w 458"/>
                <a:gd name="T63" fmla="*/ 255 h 495"/>
                <a:gd name="T64" fmla="*/ 237 w 458"/>
                <a:gd name="T65" fmla="*/ 472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58" h="495">
                  <a:moveTo>
                    <a:pt x="4" y="255"/>
                  </a:moveTo>
                  <a:cubicBezTo>
                    <a:pt x="0" y="121"/>
                    <a:pt x="96" y="8"/>
                    <a:pt x="221" y="4"/>
                  </a:cubicBezTo>
                  <a:cubicBezTo>
                    <a:pt x="221" y="4"/>
                    <a:pt x="221" y="4"/>
                    <a:pt x="221" y="4"/>
                  </a:cubicBezTo>
                  <a:cubicBezTo>
                    <a:pt x="346" y="0"/>
                    <a:pt x="449" y="106"/>
                    <a:pt x="454" y="240"/>
                  </a:cubicBezTo>
                  <a:cubicBezTo>
                    <a:pt x="454" y="240"/>
                    <a:pt x="454" y="240"/>
                    <a:pt x="454" y="240"/>
                  </a:cubicBezTo>
                  <a:cubicBezTo>
                    <a:pt x="458" y="374"/>
                    <a:pt x="362" y="487"/>
                    <a:pt x="238" y="491"/>
                  </a:cubicBezTo>
                  <a:cubicBezTo>
                    <a:pt x="238" y="491"/>
                    <a:pt x="238" y="491"/>
                    <a:pt x="238" y="491"/>
                  </a:cubicBezTo>
                  <a:cubicBezTo>
                    <a:pt x="113" y="495"/>
                    <a:pt x="9" y="389"/>
                    <a:pt x="4" y="255"/>
                  </a:cubicBezTo>
                  <a:close/>
                  <a:moveTo>
                    <a:pt x="8" y="255"/>
                  </a:moveTo>
                  <a:cubicBezTo>
                    <a:pt x="13" y="387"/>
                    <a:pt x="115" y="491"/>
                    <a:pt x="237" y="487"/>
                  </a:cubicBezTo>
                  <a:cubicBezTo>
                    <a:pt x="237" y="487"/>
                    <a:pt x="237" y="487"/>
                    <a:pt x="237" y="487"/>
                  </a:cubicBezTo>
                  <a:cubicBezTo>
                    <a:pt x="360" y="483"/>
                    <a:pt x="454" y="372"/>
                    <a:pt x="450" y="240"/>
                  </a:cubicBezTo>
                  <a:cubicBezTo>
                    <a:pt x="450" y="240"/>
                    <a:pt x="450" y="240"/>
                    <a:pt x="450" y="240"/>
                  </a:cubicBezTo>
                  <a:cubicBezTo>
                    <a:pt x="445" y="108"/>
                    <a:pt x="343" y="4"/>
                    <a:pt x="221" y="8"/>
                  </a:cubicBezTo>
                  <a:cubicBezTo>
                    <a:pt x="221" y="8"/>
                    <a:pt x="221" y="8"/>
                    <a:pt x="221" y="8"/>
                  </a:cubicBezTo>
                  <a:cubicBezTo>
                    <a:pt x="99" y="12"/>
                    <a:pt x="4" y="123"/>
                    <a:pt x="8" y="255"/>
                  </a:cubicBezTo>
                  <a:cubicBezTo>
                    <a:pt x="8" y="255"/>
                    <a:pt x="8" y="255"/>
                    <a:pt x="8" y="255"/>
                  </a:cubicBezTo>
                  <a:close/>
                  <a:moveTo>
                    <a:pt x="20" y="255"/>
                  </a:moveTo>
                  <a:cubicBezTo>
                    <a:pt x="15" y="128"/>
                    <a:pt x="106" y="23"/>
                    <a:pt x="221" y="19"/>
                  </a:cubicBezTo>
                  <a:cubicBezTo>
                    <a:pt x="221" y="19"/>
                    <a:pt x="221" y="19"/>
                    <a:pt x="221" y="19"/>
                  </a:cubicBezTo>
                  <a:cubicBezTo>
                    <a:pt x="337" y="15"/>
                    <a:pt x="434" y="114"/>
                    <a:pt x="439" y="240"/>
                  </a:cubicBezTo>
                  <a:cubicBezTo>
                    <a:pt x="439" y="240"/>
                    <a:pt x="439" y="240"/>
                    <a:pt x="439" y="240"/>
                  </a:cubicBezTo>
                  <a:cubicBezTo>
                    <a:pt x="443" y="367"/>
                    <a:pt x="352" y="472"/>
                    <a:pt x="237" y="476"/>
                  </a:cubicBezTo>
                  <a:cubicBezTo>
                    <a:pt x="237" y="476"/>
                    <a:pt x="237" y="476"/>
                    <a:pt x="237" y="476"/>
                  </a:cubicBezTo>
                  <a:cubicBezTo>
                    <a:pt x="122" y="480"/>
                    <a:pt x="24" y="381"/>
                    <a:pt x="20" y="255"/>
                  </a:cubicBezTo>
                  <a:close/>
                  <a:moveTo>
                    <a:pt x="237" y="472"/>
                  </a:moveTo>
                  <a:cubicBezTo>
                    <a:pt x="350" y="468"/>
                    <a:pt x="439" y="365"/>
                    <a:pt x="435" y="241"/>
                  </a:cubicBezTo>
                  <a:cubicBezTo>
                    <a:pt x="435" y="241"/>
                    <a:pt x="435" y="241"/>
                    <a:pt x="435" y="241"/>
                  </a:cubicBezTo>
                  <a:cubicBezTo>
                    <a:pt x="431" y="116"/>
                    <a:pt x="334" y="19"/>
                    <a:pt x="222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109" y="27"/>
                    <a:pt x="19" y="130"/>
                    <a:pt x="24" y="255"/>
                  </a:cubicBezTo>
                  <a:cubicBezTo>
                    <a:pt x="24" y="255"/>
                    <a:pt x="24" y="255"/>
                    <a:pt x="24" y="255"/>
                  </a:cubicBezTo>
                  <a:cubicBezTo>
                    <a:pt x="28" y="379"/>
                    <a:pt x="124" y="476"/>
                    <a:pt x="237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9"/>
            <p:cNvSpPr/>
            <p:nvPr>
              <p:custDataLst>
                <p:tags r:id="rId5"/>
              </p:custDataLst>
            </p:nvPr>
          </p:nvSpPr>
          <p:spPr bwMode="auto">
            <a:xfrm>
              <a:off x="4894" y="1811"/>
              <a:ext cx="16" cy="19"/>
            </a:xfrm>
            <a:custGeom>
              <a:avLst/>
              <a:gdLst>
                <a:gd name="T0" fmla="*/ 1 w 16"/>
                <a:gd name="T1" fmla="*/ 19 h 19"/>
                <a:gd name="T2" fmla="*/ 0 w 16"/>
                <a:gd name="T3" fmla="*/ 1 h 19"/>
                <a:gd name="T4" fmla="*/ 16 w 16"/>
                <a:gd name="T5" fmla="*/ 0 h 19"/>
                <a:gd name="T6" fmla="*/ 16 w 16"/>
                <a:gd name="T7" fmla="*/ 19 h 19"/>
                <a:gd name="T8" fmla="*/ 1 w 16"/>
                <a:gd name="T9" fmla="*/ 19 h 19"/>
                <a:gd name="T10" fmla="*/ 1 w 16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9">
                  <a:moveTo>
                    <a:pt x="1" y="19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16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4891" y="1809"/>
              <a:ext cx="21" cy="23"/>
            </a:xfrm>
            <a:custGeom>
              <a:avLst/>
              <a:gdLst>
                <a:gd name="T0" fmla="*/ 4 w 21"/>
                <a:gd name="T1" fmla="*/ 23 h 23"/>
                <a:gd name="T2" fmla="*/ 4 w 21"/>
                <a:gd name="T3" fmla="*/ 21 h 23"/>
                <a:gd name="T4" fmla="*/ 6 w 21"/>
                <a:gd name="T5" fmla="*/ 21 h 23"/>
                <a:gd name="T6" fmla="*/ 4 w 21"/>
                <a:gd name="T7" fmla="*/ 21 h 23"/>
                <a:gd name="T8" fmla="*/ 4 w 21"/>
                <a:gd name="T9" fmla="*/ 23 h 23"/>
                <a:gd name="T10" fmla="*/ 1 w 21"/>
                <a:gd name="T11" fmla="*/ 23 h 23"/>
                <a:gd name="T12" fmla="*/ 0 w 21"/>
                <a:gd name="T13" fmla="*/ 1 h 23"/>
                <a:gd name="T14" fmla="*/ 21 w 21"/>
                <a:gd name="T15" fmla="*/ 0 h 23"/>
                <a:gd name="T16" fmla="*/ 21 w 21"/>
                <a:gd name="T17" fmla="*/ 23 h 23"/>
                <a:gd name="T18" fmla="*/ 4 w 21"/>
                <a:gd name="T19" fmla="*/ 23 h 23"/>
                <a:gd name="T20" fmla="*/ 4 w 21"/>
                <a:gd name="T21" fmla="*/ 23 h 23"/>
                <a:gd name="T22" fmla="*/ 17 w 21"/>
                <a:gd name="T23" fmla="*/ 19 h 23"/>
                <a:gd name="T24" fmla="*/ 17 w 21"/>
                <a:gd name="T25" fmla="*/ 5 h 23"/>
                <a:gd name="T26" fmla="*/ 5 w 21"/>
                <a:gd name="T27" fmla="*/ 6 h 23"/>
                <a:gd name="T28" fmla="*/ 6 w 21"/>
                <a:gd name="T29" fmla="*/ 19 h 23"/>
                <a:gd name="T30" fmla="*/ 17 w 21"/>
                <a:gd name="T31" fmla="*/ 19 h 23"/>
                <a:gd name="T32" fmla="*/ 17 w 21"/>
                <a:gd name="T33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" h="23">
                  <a:moveTo>
                    <a:pt x="4" y="23"/>
                  </a:moveTo>
                  <a:lnTo>
                    <a:pt x="4" y="21"/>
                  </a:lnTo>
                  <a:lnTo>
                    <a:pt x="6" y="21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1" y="23"/>
                  </a:lnTo>
                  <a:lnTo>
                    <a:pt x="0" y="1"/>
                  </a:lnTo>
                  <a:lnTo>
                    <a:pt x="21" y="0"/>
                  </a:lnTo>
                  <a:lnTo>
                    <a:pt x="21" y="23"/>
                  </a:lnTo>
                  <a:lnTo>
                    <a:pt x="4" y="23"/>
                  </a:lnTo>
                  <a:lnTo>
                    <a:pt x="4" y="23"/>
                  </a:lnTo>
                  <a:close/>
                  <a:moveTo>
                    <a:pt x="17" y="19"/>
                  </a:moveTo>
                  <a:lnTo>
                    <a:pt x="17" y="5"/>
                  </a:lnTo>
                  <a:lnTo>
                    <a:pt x="5" y="6"/>
                  </a:lnTo>
                  <a:lnTo>
                    <a:pt x="6" y="19"/>
                  </a:lnTo>
                  <a:lnTo>
                    <a:pt x="17" y="19"/>
                  </a:lnTo>
                  <a:lnTo>
                    <a:pt x="17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11"/>
            <p:cNvSpPr/>
            <p:nvPr>
              <p:custDataLst>
                <p:tags r:id="rId7"/>
              </p:custDataLst>
            </p:nvPr>
          </p:nvSpPr>
          <p:spPr bwMode="auto">
            <a:xfrm>
              <a:off x="5108" y="1811"/>
              <a:ext cx="15" cy="18"/>
            </a:xfrm>
            <a:custGeom>
              <a:avLst/>
              <a:gdLst>
                <a:gd name="T0" fmla="*/ 2 w 15"/>
                <a:gd name="T1" fmla="*/ 18 h 18"/>
                <a:gd name="T2" fmla="*/ 0 w 15"/>
                <a:gd name="T3" fmla="*/ 0 h 18"/>
                <a:gd name="T4" fmla="*/ 13 w 15"/>
                <a:gd name="T5" fmla="*/ 0 h 18"/>
                <a:gd name="T6" fmla="*/ 15 w 15"/>
                <a:gd name="T7" fmla="*/ 18 h 18"/>
                <a:gd name="T8" fmla="*/ 2 w 15"/>
                <a:gd name="T9" fmla="*/ 18 h 18"/>
                <a:gd name="T10" fmla="*/ 2 w 15"/>
                <a:gd name="T1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8">
                  <a:moveTo>
                    <a:pt x="2" y="18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5" y="18"/>
                  </a:lnTo>
                  <a:lnTo>
                    <a:pt x="2" y="18"/>
                  </a:lnTo>
                  <a:lnTo>
                    <a:pt x="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1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106" y="1809"/>
              <a:ext cx="19" cy="22"/>
            </a:xfrm>
            <a:custGeom>
              <a:avLst/>
              <a:gdLst>
                <a:gd name="T0" fmla="*/ 4 w 19"/>
                <a:gd name="T1" fmla="*/ 22 h 22"/>
                <a:gd name="T2" fmla="*/ 4 w 19"/>
                <a:gd name="T3" fmla="*/ 20 h 22"/>
                <a:gd name="T4" fmla="*/ 6 w 19"/>
                <a:gd name="T5" fmla="*/ 20 h 22"/>
                <a:gd name="T6" fmla="*/ 4 w 19"/>
                <a:gd name="T7" fmla="*/ 20 h 22"/>
                <a:gd name="T8" fmla="*/ 4 w 19"/>
                <a:gd name="T9" fmla="*/ 22 h 22"/>
                <a:gd name="T10" fmla="*/ 1 w 19"/>
                <a:gd name="T11" fmla="*/ 22 h 22"/>
                <a:gd name="T12" fmla="*/ 0 w 19"/>
                <a:gd name="T13" fmla="*/ 0 h 22"/>
                <a:gd name="T14" fmla="*/ 18 w 19"/>
                <a:gd name="T15" fmla="*/ 0 h 22"/>
                <a:gd name="T16" fmla="*/ 19 w 19"/>
                <a:gd name="T17" fmla="*/ 22 h 22"/>
                <a:gd name="T18" fmla="*/ 4 w 19"/>
                <a:gd name="T19" fmla="*/ 22 h 22"/>
                <a:gd name="T20" fmla="*/ 4 w 19"/>
                <a:gd name="T21" fmla="*/ 22 h 22"/>
                <a:gd name="T22" fmla="*/ 14 w 19"/>
                <a:gd name="T23" fmla="*/ 17 h 22"/>
                <a:gd name="T24" fmla="*/ 13 w 19"/>
                <a:gd name="T25" fmla="*/ 5 h 22"/>
                <a:gd name="T26" fmla="*/ 5 w 19"/>
                <a:gd name="T27" fmla="*/ 5 h 22"/>
                <a:gd name="T28" fmla="*/ 6 w 19"/>
                <a:gd name="T29" fmla="*/ 17 h 22"/>
                <a:gd name="T30" fmla="*/ 14 w 19"/>
                <a:gd name="T31" fmla="*/ 17 h 22"/>
                <a:gd name="T32" fmla="*/ 14 w 19"/>
                <a:gd name="T33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22">
                  <a:moveTo>
                    <a:pt x="4" y="22"/>
                  </a:moveTo>
                  <a:lnTo>
                    <a:pt x="4" y="20"/>
                  </a:lnTo>
                  <a:lnTo>
                    <a:pt x="6" y="20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1" y="22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9" y="22"/>
                  </a:lnTo>
                  <a:lnTo>
                    <a:pt x="4" y="22"/>
                  </a:lnTo>
                  <a:lnTo>
                    <a:pt x="4" y="22"/>
                  </a:lnTo>
                  <a:close/>
                  <a:moveTo>
                    <a:pt x="14" y="17"/>
                  </a:moveTo>
                  <a:lnTo>
                    <a:pt x="13" y="5"/>
                  </a:lnTo>
                  <a:lnTo>
                    <a:pt x="5" y="5"/>
                  </a:lnTo>
                  <a:lnTo>
                    <a:pt x="6" y="17"/>
                  </a:lnTo>
                  <a:lnTo>
                    <a:pt x="14" y="17"/>
                  </a:lnTo>
                  <a:lnTo>
                    <a:pt x="14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13"/>
            <p:cNvSpPr/>
            <p:nvPr>
              <p:custDataLst>
                <p:tags r:id="rId9"/>
              </p:custDataLst>
            </p:nvPr>
          </p:nvSpPr>
          <p:spPr bwMode="auto">
            <a:xfrm>
              <a:off x="4888" y="1950"/>
              <a:ext cx="246" cy="127"/>
            </a:xfrm>
            <a:custGeom>
              <a:avLst/>
              <a:gdLst>
                <a:gd name="T0" fmla="*/ 0 w 210"/>
                <a:gd name="T1" fmla="*/ 60 h 108"/>
                <a:gd name="T2" fmla="*/ 10 w 210"/>
                <a:gd name="T3" fmla="*/ 48 h 108"/>
                <a:gd name="T4" fmla="*/ 43 w 210"/>
                <a:gd name="T5" fmla="*/ 71 h 108"/>
                <a:gd name="T6" fmla="*/ 43 w 210"/>
                <a:gd name="T7" fmla="*/ 71 h 108"/>
                <a:gd name="T8" fmla="*/ 97 w 210"/>
                <a:gd name="T9" fmla="*/ 92 h 108"/>
                <a:gd name="T10" fmla="*/ 97 w 210"/>
                <a:gd name="T11" fmla="*/ 92 h 108"/>
                <a:gd name="T12" fmla="*/ 101 w 210"/>
                <a:gd name="T13" fmla="*/ 92 h 108"/>
                <a:gd name="T14" fmla="*/ 101 w 210"/>
                <a:gd name="T15" fmla="*/ 92 h 108"/>
                <a:gd name="T16" fmla="*/ 159 w 210"/>
                <a:gd name="T17" fmla="*/ 44 h 108"/>
                <a:gd name="T18" fmla="*/ 159 w 210"/>
                <a:gd name="T19" fmla="*/ 44 h 108"/>
                <a:gd name="T20" fmla="*/ 198 w 210"/>
                <a:gd name="T21" fmla="*/ 0 h 108"/>
                <a:gd name="T22" fmla="*/ 198 w 210"/>
                <a:gd name="T23" fmla="*/ 0 h 108"/>
                <a:gd name="T24" fmla="*/ 210 w 210"/>
                <a:gd name="T25" fmla="*/ 9 h 108"/>
                <a:gd name="T26" fmla="*/ 171 w 210"/>
                <a:gd name="T27" fmla="*/ 55 h 108"/>
                <a:gd name="T28" fmla="*/ 171 w 210"/>
                <a:gd name="T29" fmla="*/ 55 h 108"/>
                <a:gd name="T30" fmla="*/ 103 w 210"/>
                <a:gd name="T31" fmla="*/ 107 h 108"/>
                <a:gd name="T32" fmla="*/ 103 w 210"/>
                <a:gd name="T33" fmla="*/ 107 h 108"/>
                <a:gd name="T34" fmla="*/ 98 w 210"/>
                <a:gd name="T35" fmla="*/ 108 h 108"/>
                <a:gd name="T36" fmla="*/ 98 w 210"/>
                <a:gd name="T37" fmla="*/ 108 h 108"/>
                <a:gd name="T38" fmla="*/ 0 w 210"/>
                <a:gd name="T39" fmla="*/ 6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0" h="108">
                  <a:moveTo>
                    <a:pt x="0" y="60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8"/>
                    <a:pt x="24" y="60"/>
                    <a:pt x="43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61" y="82"/>
                    <a:pt x="84" y="93"/>
                    <a:pt x="97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8" y="92"/>
                    <a:pt x="99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12" y="90"/>
                    <a:pt x="139" y="67"/>
                    <a:pt x="159" y="44"/>
                  </a:cubicBezTo>
                  <a:cubicBezTo>
                    <a:pt x="159" y="44"/>
                    <a:pt x="159" y="44"/>
                    <a:pt x="159" y="44"/>
                  </a:cubicBezTo>
                  <a:cubicBezTo>
                    <a:pt x="181" y="22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10" y="9"/>
                    <a:pt x="210" y="9"/>
                    <a:pt x="210" y="9"/>
                  </a:cubicBezTo>
                  <a:cubicBezTo>
                    <a:pt x="210" y="9"/>
                    <a:pt x="192" y="31"/>
                    <a:pt x="171" y="55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48" y="78"/>
                    <a:pt x="124" y="102"/>
                    <a:pt x="103" y="107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2" y="107"/>
                    <a:pt x="100" y="107"/>
                    <a:pt x="98" y="108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58" y="108"/>
                    <a:pt x="1" y="60"/>
                    <a:pt x="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14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4883" y="1946"/>
              <a:ext cx="255" cy="133"/>
            </a:xfrm>
            <a:custGeom>
              <a:avLst/>
              <a:gdLst>
                <a:gd name="T0" fmla="*/ 3 w 217"/>
                <a:gd name="T1" fmla="*/ 65 h 113"/>
                <a:gd name="T2" fmla="*/ 0 w 217"/>
                <a:gd name="T3" fmla="*/ 65 h 113"/>
                <a:gd name="T4" fmla="*/ 14 w 217"/>
                <a:gd name="T5" fmla="*/ 49 h 113"/>
                <a:gd name="T6" fmla="*/ 15 w 217"/>
                <a:gd name="T7" fmla="*/ 49 h 113"/>
                <a:gd name="T8" fmla="*/ 15 w 217"/>
                <a:gd name="T9" fmla="*/ 50 h 113"/>
                <a:gd name="T10" fmla="*/ 15 w 217"/>
                <a:gd name="T11" fmla="*/ 50 h 113"/>
                <a:gd name="T12" fmla="*/ 15 w 217"/>
                <a:gd name="T13" fmla="*/ 50 h 113"/>
                <a:gd name="T14" fmla="*/ 15 w 217"/>
                <a:gd name="T15" fmla="*/ 50 h 113"/>
                <a:gd name="T16" fmla="*/ 16 w 217"/>
                <a:gd name="T17" fmla="*/ 50 h 113"/>
                <a:gd name="T18" fmla="*/ 17 w 217"/>
                <a:gd name="T19" fmla="*/ 52 h 113"/>
                <a:gd name="T20" fmla="*/ 24 w 217"/>
                <a:gd name="T21" fmla="*/ 57 h 113"/>
                <a:gd name="T22" fmla="*/ 48 w 217"/>
                <a:gd name="T23" fmla="*/ 72 h 113"/>
                <a:gd name="T24" fmla="*/ 101 w 217"/>
                <a:gd name="T25" fmla="*/ 93 h 113"/>
                <a:gd name="T26" fmla="*/ 101 w 217"/>
                <a:gd name="T27" fmla="*/ 93 h 113"/>
                <a:gd name="T28" fmla="*/ 104 w 217"/>
                <a:gd name="T29" fmla="*/ 93 h 113"/>
                <a:gd name="T30" fmla="*/ 162 w 217"/>
                <a:gd name="T31" fmla="*/ 46 h 113"/>
                <a:gd name="T32" fmla="*/ 200 w 217"/>
                <a:gd name="T33" fmla="*/ 1 h 113"/>
                <a:gd name="T34" fmla="*/ 201 w 217"/>
                <a:gd name="T35" fmla="*/ 1 h 113"/>
                <a:gd name="T36" fmla="*/ 217 w 217"/>
                <a:gd name="T37" fmla="*/ 12 h 113"/>
                <a:gd name="T38" fmla="*/ 215 w 217"/>
                <a:gd name="T39" fmla="*/ 13 h 113"/>
                <a:gd name="T40" fmla="*/ 215 w 217"/>
                <a:gd name="T41" fmla="*/ 14 h 113"/>
                <a:gd name="T42" fmla="*/ 215 w 217"/>
                <a:gd name="T43" fmla="*/ 14 h 113"/>
                <a:gd name="T44" fmla="*/ 212 w 217"/>
                <a:gd name="T45" fmla="*/ 17 h 113"/>
                <a:gd name="T46" fmla="*/ 204 w 217"/>
                <a:gd name="T47" fmla="*/ 27 h 113"/>
                <a:gd name="T48" fmla="*/ 176 w 217"/>
                <a:gd name="T49" fmla="*/ 59 h 113"/>
                <a:gd name="T50" fmla="*/ 108 w 217"/>
                <a:gd name="T51" fmla="*/ 112 h 113"/>
                <a:gd name="T52" fmla="*/ 102 w 217"/>
                <a:gd name="T53" fmla="*/ 113 h 113"/>
                <a:gd name="T54" fmla="*/ 8 w 217"/>
                <a:gd name="T55" fmla="*/ 64 h 113"/>
                <a:gd name="T56" fmla="*/ 15 w 217"/>
                <a:gd name="T57" fmla="*/ 69 h 113"/>
                <a:gd name="T58" fmla="*/ 40 w 217"/>
                <a:gd name="T59" fmla="*/ 85 h 113"/>
                <a:gd name="T60" fmla="*/ 101 w 217"/>
                <a:gd name="T61" fmla="*/ 109 h 113"/>
                <a:gd name="T62" fmla="*/ 107 w 217"/>
                <a:gd name="T63" fmla="*/ 108 h 113"/>
                <a:gd name="T64" fmla="*/ 173 w 217"/>
                <a:gd name="T65" fmla="*/ 56 h 113"/>
                <a:gd name="T66" fmla="*/ 211 w 217"/>
                <a:gd name="T67" fmla="*/ 12 h 113"/>
                <a:gd name="T68" fmla="*/ 200 w 217"/>
                <a:gd name="T69" fmla="*/ 8 h 113"/>
                <a:gd name="T70" fmla="*/ 192 w 217"/>
                <a:gd name="T71" fmla="*/ 18 h 113"/>
                <a:gd name="T72" fmla="*/ 165 w 217"/>
                <a:gd name="T73" fmla="*/ 49 h 113"/>
                <a:gd name="T74" fmla="*/ 105 w 217"/>
                <a:gd name="T75" fmla="*/ 97 h 113"/>
                <a:gd name="T76" fmla="*/ 101 w 217"/>
                <a:gd name="T77" fmla="*/ 97 h 113"/>
                <a:gd name="T78" fmla="*/ 101 w 217"/>
                <a:gd name="T79" fmla="*/ 97 h 113"/>
                <a:gd name="T80" fmla="*/ 46 w 217"/>
                <a:gd name="T81" fmla="*/ 76 h 113"/>
                <a:gd name="T82" fmla="*/ 14 w 217"/>
                <a:gd name="T83" fmla="*/ 54 h 113"/>
                <a:gd name="T84" fmla="*/ 7 w 217"/>
                <a:gd name="T85" fmla="*/ 63 h 113"/>
                <a:gd name="T86" fmla="*/ 6 w 217"/>
                <a:gd name="T87" fmla="*/ 64 h 113"/>
                <a:gd name="T88" fmla="*/ 4 w 217"/>
                <a:gd name="T89" fmla="*/ 63 h 113"/>
                <a:gd name="T90" fmla="*/ 6 w 217"/>
                <a:gd name="T91" fmla="*/ 6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7" h="113">
                  <a:moveTo>
                    <a:pt x="38" y="89"/>
                  </a:moveTo>
                  <a:cubicBezTo>
                    <a:pt x="20" y="78"/>
                    <a:pt x="6" y="67"/>
                    <a:pt x="3" y="65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4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5" y="50"/>
                    <a:pt x="15" y="50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0"/>
                    <a:pt x="17" y="51"/>
                    <a:pt x="17" y="52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19" y="53"/>
                    <a:pt x="21" y="55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30" y="61"/>
                    <a:pt x="38" y="67"/>
                    <a:pt x="48" y="72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65" y="83"/>
                    <a:pt x="88" y="94"/>
                    <a:pt x="101" y="93"/>
                  </a:cubicBezTo>
                  <a:cubicBezTo>
                    <a:pt x="101" y="93"/>
                    <a:pt x="101" y="93"/>
                    <a:pt x="101" y="93"/>
                  </a:cubicBezTo>
                  <a:cubicBezTo>
                    <a:pt x="101" y="93"/>
                    <a:pt x="101" y="93"/>
                    <a:pt x="101" y="93"/>
                  </a:cubicBezTo>
                  <a:cubicBezTo>
                    <a:pt x="101" y="93"/>
                    <a:pt x="101" y="93"/>
                    <a:pt x="101" y="93"/>
                  </a:cubicBezTo>
                  <a:cubicBezTo>
                    <a:pt x="102" y="93"/>
                    <a:pt x="103" y="93"/>
                    <a:pt x="104" y="93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14" y="92"/>
                    <a:pt x="142" y="68"/>
                    <a:pt x="162" y="46"/>
                  </a:cubicBezTo>
                  <a:cubicBezTo>
                    <a:pt x="162" y="46"/>
                    <a:pt x="162" y="46"/>
                    <a:pt x="162" y="46"/>
                  </a:cubicBezTo>
                  <a:cubicBezTo>
                    <a:pt x="183" y="23"/>
                    <a:pt x="200" y="2"/>
                    <a:pt x="200" y="1"/>
                  </a:cubicBezTo>
                  <a:cubicBezTo>
                    <a:pt x="200" y="1"/>
                    <a:pt x="200" y="1"/>
                    <a:pt x="200" y="1"/>
                  </a:cubicBezTo>
                  <a:cubicBezTo>
                    <a:pt x="200" y="1"/>
                    <a:pt x="200" y="1"/>
                    <a:pt x="201" y="1"/>
                  </a:cubicBezTo>
                  <a:cubicBezTo>
                    <a:pt x="201" y="1"/>
                    <a:pt x="201" y="1"/>
                    <a:pt x="201" y="1"/>
                  </a:cubicBezTo>
                  <a:cubicBezTo>
                    <a:pt x="202" y="0"/>
                    <a:pt x="202" y="0"/>
                    <a:pt x="202" y="0"/>
                  </a:cubicBezTo>
                  <a:cubicBezTo>
                    <a:pt x="217" y="12"/>
                    <a:pt x="217" y="12"/>
                    <a:pt x="217" y="12"/>
                  </a:cubicBezTo>
                  <a:cubicBezTo>
                    <a:pt x="215" y="13"/>
                    <a:pt x="215" y="13"/>
                    <a:pt x="215" y="13"/>
                  </a:cubicBezTo>
                  <a:cubicBezTo>
                    <a:pt x="215" y="13"/>
                    <a:pt x="215" y="13"/>
                    <a:pt x="215" y="13"/>
                  </a:cubicBezTo>
                  <a:cubicBezTo>
                    <a:pt x="215" y="13"/>
                    <a:pt x="215" y="13"/>
                    <a:pt x="215" y="14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4" y="15"/>
                    <a:pt x="213" y="16"/>
                    <a:pt x="212" y="17"/>
                  </a:cubicBezTo>
                  <a:cubicBezTo>
                    <a:pt x="212" y="17"/>
                    <a:pt x="212" y="17"/>
                    <a:pt x="212" y="17"/>
                  </a:cubicBezTo>
                  <a:cubicBezTo>
                    <a:pt x="210" y="20"/>
                    <a:pt x="207" y="23"/>
                    <a:pt x="204" y="27"/>
                  </a:cubicBezTo>
                  <a:cubicBezTo>
                    <a:pt x="204" y="27"/>
                    <a:pt x="204" y="27"/>
                    <a:pt x="204" y="27"/>
                  </a:cubicBezTo>
                  <a:cubicBezTo>
                    <a:pt x="197" y="36"/>
                    <a:pt x="187" y="47"/>
                    <a:pt x="176" y="59"/>
                  </a:cubicBezTo>
                  <a:cubicBezTo>
                    <a:pt x="176" y="59"/>
                    <a:pt x="176" y="59"/>
                    <a:pt x="176" y="59"/>
                  </a:cubicBezTo>
                  <a:cubicBezTo>
                    <a:pt x="154" y="82"/>
                    <a:pt x="130" y="107"/>
                    <a:pt x="108" y="112"/>
                  </a:cubicBezTo>
                  <a:cubicBezTo>
                    <a:pt x="108" y="112"/>
                    <a:pt x="108" y="112"/>
                    <a:pt x="108" y="112"/>
                  </a:cubicBezTo>
                  <a:cubicBezTo>
                    <a:pt x="106" y="112"/>
                    <a:pt x="104" y="112"/>
                    <a:pt x="102" y="113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81" y="113"/>
                    <a:pt x="58" y="101"/>
                    <a:pt x="38" y="89"/>
                  </a:cubicBezTo>
                  <a:close/>
                  <a:moveTo>
                    <a:pt x="8" y="64"/>
                  </a:moveTo>
                  <a:cubicBezTo>
                    <a:pt x="10" y="65"/>
                    <a:pt x="12" y="67"/>
                    <a:pt x="15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22" y="73"/>
                    <a:pt x="30" y="79"/>
                    <a:pt x="40" y="85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59" y="97"/>
                    <a:pt x="83" y="109"/>
                    <a:pt x="101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3" y="108"/>
                    <a:pt x="105" y="108"/>
                    <a:pt x="107" y="108"/>
                  </a:cubicBezTo>
                  <a:cubicBezTo>
                    <a:pt x="107" y="108"/>
                    <a:pt x="107" y="108"/>
                    <a:pt x="107" y="108"/>
                  </a:cubicBezTo>
                  <a:cubicBezTo>
                    <a:pt x="127" y="103"/>
                    <a:pt x="151" y="79"/>
                    <a:pt x="173" y="56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91" y="37"/>
                    <a:pt x="207" y="18"/>
                    <a:pt x="211" y="12"/>
                  </a:cubicBezTo>
                  <a:cubicBezTo>
                    <a:pt x="211" y="12"/>
                    <a:pt x="211" y="12"/>
                    <a:pt x="211" y="12"/>
                  </a:cubicBezTo>
                  <a:cubicBezTo>
                    <a:pt x="202" y="5"/>
                    <a:pt x="202" y="5"/>
                    <a:pt x="202" y="5"/>
                  </a:cubicBezTo>
                  <a:cubicBezTo>
                    <a:pt x="202" y="6"/>
                    <a:pt x="201" y="7"/>
                    <a:pt x="200" y="8"/>
                  </a:cubicBezTo>
                  <a:cubicBezTo>
                    <a:pt x="200" y="8"/>
                    <a:pt x="200" y="8"/>
                    <a:pt x="200" y="8"/>
                  </a:cubicBezTo>
                  <a:cubicBezTo>
                    <a:pt x="198" y="10"/>
                    <a:pt x="196" y="14"/>
                    <a:pt x="192" y="18"/>
                  </a:cubicBezTo>
                  <a:cubicBezTo>
                    <a:pt x="192" y="18"/>
                    <a:pt x="192" y="18"/>
                    <a:pt x="192" y="18"/>
                  </a:cubicBezTo>
                  <a:cubicBezTo>
                    <a:pt x="185" y="26"/>
                    <a:pt x="176" y="37"/>
                    <a:pt x="165" y="49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44" y="71"/>
                    <a:pt x="118" y="95"/>
                    <a:pt x="105" y="97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4" y="97"/>
                    <a:pt x="102" y="97"/>
                    <a:pt x="101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86" y="98"/>
                    <a:pt x="64" y="87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31" y="67"/>
                    <a:pt x="18" y="57"/>
                    <a:pt x="14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7" y="63"/>
                    <a:pt x="8" y="63"/>
                    <a:pt x="8" y="64"/>
                  </a:cubicBezTo>
                  <a:close/>
                  <a:moveTo>
                    <a:pt x="6" y="64"/>
                  </a:moveTo>
                  <a:cubicBezTo>
                    <a:pt x="4" y="63"/>
                    <a:pt x="4" y="63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6" y="64"/>
                    <a:pt x="6" y="64"/>
                    <a:pt x="6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15"/>
            <p:cNvSpPr/>
            <p:nvPr>
              <p:custDataLst>
                <p:tags r:id="rId11"/>
              </p:custDataLst>
            </p:nvPr>
          </p:nvSpPr>
          <p:spPr bwMode="auto">
            <a:xfrm>
              <a:off x="4878" y="1994"/>
              <a:ext cx="31" cy="41"/>
            </a:xfrm>
            <a:custGeom>
              <a:avLst/>
              <a:gdLst>
                <a:gd name="T0" fmla="*/ 0 w 31"/>
                <a:gd name="T1" fmla="*/ 36 h 41"/>
                <a:gd name="T2" fmla="*/ 14 w 31"/>
                <a:gd name="T3" fmla="*/ 0 h 41"/>
                <a:gd name="T4" fmla="*/ 31 w 31"/>
                <a:gd name="T5" fmla="*/ 6 h 41"/>
                <a:gd name="T6" fmla="*/ 17 w 31"/>
                <a:gd name="T7" fmla="*/ 41 h 41"/>
                <a:gd name="T8" fmla="*/ 0 w 31"/>
                <a:gd name="T9" fmla="*/ 36 h 41"/>
                <a:gd name="T10" fmla="*/ 0 w 31"/>
                <a:gd name="T11" fmla="*/ 3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41">
                  <a:moveTo>
                    <a:pt x="0" y="36"/>
                  </a:moveTo>
                  <a:lnTo>
                    <a:pt x="14" y="0"/>
                  </a:lnTo>
                  <a:lnTo>
                    <a:pt x="31" y="6"/>
                  </a:lnTo>
                  <a:lnTo>
                    <a:pt x="17" y="41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16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875" y="1991"/>
              <a:ext cx="37" cy="48"/>
            </a:xfrm>
            <a:custGeom>
              <a:avLst/>
              <a:gdLst>
                <a:gd name="T0" fmla="*/ 2 w 37"/>
                <a:gd name="T1" fmla="*/ 41 h 48"/>
                <a:gd name="T2" fmla="*/ 3 w 37"/>
                <a:gd name="T3" fmla="*/ 39 h 48"/>
                <a:gd name="T4" fmla="*/ 6 w 37"/>
                <a:gd name="T5" fmla="*/ 39 h 48"/>
                <a:gd name="T6" fmla="*/ 3 w 37"/>
                <a:gd name="T7" fmla="*/ 39 h 48"/>
                <a:gd name="T8" fmla="*/ 2 w 37"/>
                <a:gd name="T9" fmla="*/ 41 h 48"/>
                <a:gd name="T10" fmla="*/ 0 w 37"/>
                <a:gd name="T11" fmla="*/ 40 h 48"/>
                <a:gd name="T12" fmla="*/ 16 w 37"/>
                <a:gd name="T13" fmla="*/ 0 h 48"/>
                <a:gd name="T14" fmla="*/ 37 w 37"/>
                <a:gd name="T15" fmla="*/ 8 h 48"/>
                <a:gd name="T16" fmla="*/ 21 w 37"/>
                <a:gd name="T17" fmla="*/ 48 h 48"/>
                <a:gd name="T18" fmla="*/ 2 w 37"/>
                <a:gd name="T19" fmla="*/ 41 h 48"/>
                <a:gd name="T20" fmla="*/ 2 w 37"/>
                <a:gd name="T21" fmla="*/ 41 h 48"/>
                <a:gd name="T22" fmla="*/ 19 w 37"/>
                <a:gd name="T23" fmla="*/ 42 h 48"/>
                <a:gd name="T24" fmla="*/ 32 w 37"/>
                <a:gd name="T25" fmla="*/ 10 h 48"/>
                <a:gd name="T26" fmla="*/ 19 w 37"/>
                <a:gd name="T27" fmla="*/ 6 h 48"/>
                <a:gd name="T28" fmla="*/ 6 w 37"/>
                <a:gd name="T29" fmla="*/ 37 h 48"/>
                <a:gd name="T30" fmla="*/ 19 w 37"/>
                <a:gd name="T31" fmla="*/ 42 h 48"/>
                <a:gd name="T32" fmla="*/ 19 w 37"/>
                <a:gd name="T33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48">
                  <a:moveTo>
                    <a:pt x="2" y="41"/>
                  </a:moveTo>
                  <a:lnTo>
                    <a:pt x="3" y="39"/>
                  </a:lnTo>
                  <a:lnTo>
                    <a:pt x="6" y="39"/>
                  </a:lnTo>
                  <a:lnTo>
                    <a:pt x="3" y="39"/>
                  </a:lnTo>
                  <a:lnTo>
                    <a:pt x="2" y="41"/>
                  </a:lnTo>
                  <a:lnTo>
                    <a:pt x="0" y="40"/>
                  </a:lnTo>
                  <a:lnTo>
                    <a:pt x="16" y="0"/>
                  </a:lnTo>
                  <a:lnTo>
                    <a:pt x="37" y="8"/>
                  </a:lnTo>
                  <a:lnTo>
                    <a:pt x="21" y="48"/>
                  </a:lnTo>
                  <a:lnTo>
                    <a:pt x="2" y="41"/>
                  </a:lnTo>
                  <a:lnTo>
                    <a:pt x="2" y="41"/>
                  </a:lnTo>
                  <a:close/>
                  <a:moveTo>
                    <a:pt x="19" y="42"/>
                  </a:moveTo>
                  <a:lnTo>
                    <a:pt x="32" y="10"/>
                  </a:lnTo>
                  <a:lnTo>
                    <a:pt x="19" y="6"/>
                  </a:lnTo>
                  <a:lnTo>
                    <a:pt x="6" y="37"/>
                  </a:lnTo>
                  <a:lnTo>
                    <a:pt x="19" y="42"/>
                  </a:lnTo>
                  <a:lnTo>
                    <a:pt x="19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17"/>
            <p:cNvSpPr/>
            <p:nvPr>
              <p:custDataLst>
                <p:tags r:id="rId13"/>
              </p:custDataLst>
            </p:nvPr>
          </p:nvSpPr>
          <p:spPr bwMode="auto">
            <a:xfrm>
              <a:off x="5088" y="1931"/>
              <a:ext cx="46" cy="48"/>
            </a:xfrm>
            <a:custGeom>
              <a:avLst/>
              <a:gdLst>
                <a:gd name="T0" fmla="*/ 0 w 46"/>
                <a:gd name="T1" fmla="*/ 12 h 48"/>
                <a:gd name="T2" fmla="*/ 13 w 46"/>
                <a:gd name="T3" fmla="*/ 0 h 48"/>
                <a:gd name="T4" fmla="*/ 46 w 46"/>
                <a:gd name="T5" fmla="*/ 36 h 48"/>
                <a:gd name="T6" fmla="*/ 33 w 46"/>
                <a:gd name="T7" fmla="*/ 48 h 48"/>
                <a:gd name="T8" fmla="*/ 0 w 46"/>
                <a:gd name="T9" fmla="*/ 12 h 48"/>
                <a:gd name="T10" fmla="*/ 0 w 46"/>
                <a:gd name="T11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8">
                  <a:moveTo>
                    <a:pt x="0" y="12"/>
                  </a:moveTo>
                  <a:lnTo>
                    <a:pt x="13" y="0"/>
                  </a:lnTo>
                  <a:lnTo>
                    <a:pt x="46" y="36"/>
                  </a:lnTo>
                  <a:lnTo>
                    <a:pt x="33" y="48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18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085" y="1927"/>
              <a:ext cx="53" cy="56"/>
            </a:xfrm>
            <a:custGeom>
              <a:avLst/>
              <a:gdLst>
                <a:gd name="T0" fmla="*/ 1 w 53"/>
                <a:gd name="T1" fmla="*/ 17 h 56"/>
                <a:gd name="T2" fmla="*/ 3 w 53"/>
                <a:gd name="T3" fmla="*/ 16 h 56"/>
                <a:gd name="T4" fmla="*/ 5 w 53"/>
                <a:gd name="T5" fmla="*/ 18 h 56"/>
                <a:gd name="T6" fmla="*/ 3 w 53"/>
                <a:gd name="T7" fmla="*/ 16 h 56"/>
                <a:gd name="T8" fmla="*/ 1 w 53"/>
                <a:gd name="T9" fmla="*/ 17 h 56"/>
                <a:gd name="T10" fmla="*/ 0 w 53"/>
                <a:gd name="T11" fmla="*/ 16 h 56"/>
                <a:gd name="T12" fmla="*/ 16 w 53"/>
                <a:gd name="T13" fmla="*/ 0 h 56"/>
                <a:gd name="T14" fmla="*/ 53 w 53"/>
                <a:gd name="T15" fmla="*/ 42 h 56"/>
                <a:gd name="T16" fmla="*/ 36 w 53"/>
                <a:gd name="T17" fmla="*/ 56 h 56"/>
                <a:gd name="T18" fmla="*/ 1 w 53"/>
                <a:gd name="T19" fmla="*/ 17 h 56"/>
                <a:gd name="T20" fmla="*/ 1 w 53"/>
                <a:gd name="T21" fmla="*/ 17 h 56"/>
                <a:gd name="T22" fmla="*/ 36 w 53"/>
                <a:gd name="T23" fmla="*/ 50 h 56"/>
                <a:gd name="T24" fmla="*/ 46 w 53"/>
                <a:gd name="T25" fmla="*/ 40 h 56"/>
                <a:gd name="T26" fmla="*/ 16 w 53"/>
                <a:gd name="T27" fmla="*/ 8 h 56"/>
                <a:gd name="T28" fmla="*/ 7 w 53"/>
                <a:gd name="T29" fmla="*/ 16 h 56"/>
                <a:gd name="T30" fmla="*/ 36 w 53"/>
                <a:gd name="T31" fmla="*/ 50 h 56"/>
                <a:gd name="T32" fmla="*/ 36 w 53"/>
                <a:gd name="T33" fmla="*/ 5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56">
                  <a:moveTo>
                    <a:pt x="1" y="17"/>
                  </a:moveTo>
                  <a:lnTo>
                    <a:pt x="3" y="16"/>
                  </a:lnTo>
                  <a:lnTo>
                    <a:pt x="5" y="18"/>
                  </a:lnTo>
                  <a:lnTo>
                    <a:pt x="3" y="16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53" y="42"/>
                  </a:lnTo>
                  <a:lnTo>
                    <a:pt x="36" y="56"/>
                  </a:lnTo>
                  <a:lnTo>
                    <a:pt x="1" y="17"/>
                  </a:lnTo>
                  <a:lnTo>
                    <a:pt x="1" y="17"/>
                  </a:lnTo>
                  <a:close/>
                  <a:moveTo>
                    <a:pt x="36" y="50"/>
                  </a:moveTo>
                  <a:lnTo>
                    <a:pt x="46" y="40"/>
                  </a:lnTo>
                  <a:lnTo>
                    <a:pt x="16" y="8"/>
                  </a:lnTo>
                  <a:lnTo>
                    <a:pt x="7" y="16"/>
                  </a:lnTo>
                  <a:lnTo>
                    <a:pt x="36" y="50"/>
                  </a:lnTo>
                  <a:lnTo>
                    <a:pt x="36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19"/>
            <p:cNvSpPr/>
            <p:nvPr>
              <p:custDataLst>
                <p:tags r:id="rId15"/>
              </p:custDataLst>
            </p:nvPr>
          </p:nvSpPr>
          <p:spPr bwMode="auto">
            <a:xfrm>
              <a:off x="4951" y="2254"/>
              <a:ext cx="147" cy="74"/>
            </a:xfrm>
            <a:custGeom>
              <a:avLst/>
              <a:gdLst>
                <a:gd name="T0" fmla="*/ 64 w 125"/>
                <a:gd name="T1" fmla="*/ 41 h 63"/>
                <a:gd name="T2" fmla="*/ 59 w 125"/>
                <a:gd name="T3" fmla="*/ 33 h 63"/>
                <a:gd name="T4" fmla="*/ 59 w 125"/>
                <a:gd name="T5" fmla="*/ 33 h 63"/>
                <a:gd name="T6" fmla="*/ 20 w 125"/>
                <a:gd name="T7" fmla="*/ 62 h 63"/>
                <a:gd name="T8" fmla="*/ 20 w 125"/>
                <a:gd name="T9" fmla="*/ 62 h 63"/>
                <a:gd name="T10" fmla="*/ 17 w 125"/>
                <a:gd name="T11" fmla="*/ 63 h 63"/>
                <a:gd name="T12" fmla="*/ 17 w 125"/>
                <a:gd name="T13" fmla="*/ 63 h 63"/>
                <a:gd name="T14" fmla="*/ 3 w 125"/>
                <a:gd name="T15" fmla="*/ 55 h 63"/>
                <a:gd name="T16" fmla="*/ 3 w 125"/>
                <a:gd name="T17" fmla="*/ 55 h 63"/>
                <a:gd name="T18" fmla="*/ 0 w 125"/>
                <a:gd name="T19" fmla="*/ 41 h 63"/>
                <a:gd name="T20" fmla="*/ 0 w 125"/>
                <a:gd name="T21" fmla="*/ 41 h 63"/>
                <a:gd name="T22" fmla="*/ 6 w 125"/>
                <a:gd name="T23" fmla="*/ 10 h 63"/>
                <a:gd name="T24" fmla="*/ 6 w 125"/>
                <a:gd name="T25" fmla="*/ 10 h 63"/>
                <a:gd name="T26" fmla="*/ 6 w 125"/>
                <a:gd name="T27" fmla="*/ 10 h 63"/>
                <a:gd name="T28" fmla="*/ 21 w 125"/>
                <a:gd name="T29" fmla="*/ 15 h 63"/>
                <a:gd name="T30" fmla="*/ 15 w 125"/>
                <a:gd name="T31" fmla="*/ 41 h 63"/>
                <a:gd name="T32" fmla="*/ 15 w 125"/>
                <a:gd name="T33" fmla="*/ 41 h 63"/>
                <a:gd name="T34" fmla="*/ 16 w 125"/>
                <a:gd name="T35" fmla="*/ 47 h 63"/>
                <a:gd name="T36" fmla="*/ 16 w 125"/>
                <a:gd name="T37" fmla="*/ 47 h 63"/>
                <a:gd name="T38" fmla="*/ 16 w 125"/>
                <a:gd name="T39" fmla="*/ 47 h 63"/>
                <a:gd name="T40" fmla="*/ 16 w 125"/>
                <a:gd name="T41" fmla="*/ 47 h 63"/>
                <a:gd name="T42" fmla="*/ 17 w 125"/>
                <a:gd name="T43" fmla="*/ 47 h 63"/>
                <a:gd name="T44" fmla="*/ 17 w 125"/>
                <a:gd name="T45" fmla="*/ 47 h 63"/>
                <a:gd name="T46" fmla="*/ 18 w 125"/>
                <a:gd name="T47" fmla="*/ 47 h 63"/>
                <a:gd name="T48" fmla="*/ 18 w 125"/>
                <a:gd name="T49" fmla="*/ 47 h 63"/>
                <a:gd name="T50" fmla="*/ 42 w 125"/>
                <a:gd name="T51" fmla="*/ 30 h 63"/>
                <a:gd name="T52" fmla="*/ 42 w 125"/>
                <a:gd name="T53" fmla="*/ 30 h 63"/>
                <a:gd name="T54" fmla="*/ 53 w 125"/>
                <a:gd name="T55" fmla="*/ 14 h 63"/>
                <a:gd name="T56" fmla="*/ 53 w 125"/>
                <a:gd name="T57" fmla="*/ 14 h 63"/>
                <a:gd name="T58" fmla="*/ 61 w 125"/>
                <a:gd name="T59" fmla="*/ 0 h 63"/>
                <a:gd name="T60" fmla="*/ 67 w 125"/>
                <a:gd name="T61" fmla="*/ 15 h 63"/>
                <a:gd name="T62" fmla="*/ 77 w 125"/>
                <a:gd name="T63" fmla="*/ 32 h 63"/>
                <a:gd name="T64" fmla="*/ 77 w 125"/>
                <a:gd name="T65" fmla="*/ 32 h 63"/>
                <a:gd name="T66" fmla="*/ 95 w 125"/>
                <a:gd name="T67" fmla="*/ 48 h 63"/>
                <a:gd name="T68" fmla="*/ 95 w 125"/>
                <a:gd name="T69" fmla="*/ 48 h 63"/>
                <a:gd name="T70" fmla="*/ 97 w 125"/>
                <a:gd name="T71" fmla="*/ 48 h 63"/>
                <a:gd name="T72" fmla="*/ 97 w 125"/>
                <a:gd name="T73" fmla="*/ 48 h 63"/>
                <a:gd name="T74" fmla="*/ 110 w 125"/>
                <a:gd name="T75" fmla="*/ 18 h 63"/>
                <a:gd name="T76" fmla="*/ 110 w 125"/>
                <a:gd name="T77" fmla="*/ 18 h 63"/>
                <a:gd name="T78" fmla="*/ 109 w 125"/>
                <a:gd name="T79" fmla="*/ 13 h 63"/>
                <a:gd name="T80" fmla="*/ 109 w 125"/>
                <a:gd name="T81" fmla="*/ 13 h 63"/>
                <a:gd name="T82" fmla="*/ 124 w 125"/>
                <a:gd name="T83" fmla="*/ 12 h 63"/>
                <a:gd name="T84" fmla="*/ 125 w 125"/>
                <a:gd name="T85" fmla="*/ 18 h 63"/>
                <a:gd name="T86" fmla="*/ 125 w 125"/>
                <a:gd name="T87" fmla="*/ 18 h 63"/>
                <a:gd name="T88" fmla="*/ 101 w 125"/>
                <a:gd name="T89" fmla="*/ 63 h 63"/>
                <a:gd name="T90" fmla="*/ 101 w 125"/>
                <a:gd name="T91" fmla="*/ 63 h 63"/>
                <a:gd name="T92" fmla="*/ 95 w 125"/>
                <a:gd name="T93" fmla="*/ 63 h 63"/>
                <a:gd name="T94" fmla="*/ 95 w 125"/>
                <a:gd name="T95" fmla="*/ 63 h 63"/>
                <a:gd name="T96" fmla="*/ 64 w 125"/>
                <a:gd name="T97" fmla="*/ 4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5" h="63">
                  <a:moveTo>
                    <a:pt x="64" y="41"/>
                  </a:moveTo>
                  <a:cubicBezTo>
                    <a:pt x="62" y="38"/>
                    <a:pt x="61" y="35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1" y="44"/>
                    <a:pt x="38" y="59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3"/>
                    <a:pt x="18" y="63"/>
                    <a:pt x="17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1" y="63"/>
                    <a:pt x="5" y="59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0"/>
                    <a:pt x="0" y="46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7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15" y="31"/>
                    <a:pt x="15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4"/>
                    <a:pt x="16" y="47"/>
                    <a:pt x="16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7"/>
                    <a:pt x="17" y="47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26" y="46"/>
                    <a:pt x="35" y="38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9" y="22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7" y="15"/>
                    <a:pt x="71" y="24"/>
                    <a:pt x="77" y="32"/>
                  </a:cubicBezTo>
                  <a:cubicBezTo>
                    <a:pt x="77" y="32"/>
                    <a:pt x="77" y="32"/>
                    <a:pt x="77" y="32"/>
                  </a:cubicBezTo>
                  <a:cubicBezTo>
                    <a:pt x="82" y="41"/>
                    <a:pt x="91" y="49"/>
                    <a:pt x="95" y="48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6" y="48"/>
                    <a:pt x="97" y="48"/>
                    <a:pt x="97" y="48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106" y="47"/>
                    <a:pt x="110" y="29"/>
                    <a:pt x="110" y="18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110" y="15"/>
                    <a:pt x="109" y="13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ubicBezTo>
                    <a:pt x="124" y="12"/>
                    <a:pt x="124" y="12"/>
                    <a:pt x="124" y="12"/>
                  </a:cubicBezTo>
                  <a:cubicBezTo>
                    <a:pt x="124" y="12"/>
                    <a:pt x="125" y="14"/>
                    <a:pt x="125" y="18"/>
                  </a:cubicBezTo>
                  <a:cubicBezTo>
                    <a:pt x="125" y="18"/>
                    <a:pt x="125" y="18"/>
                    <a:pt x="125" y="18"/>
                  </a:cubicBezTo>
                  <a:cubicBezTo>
                    <a:pt x="124" y="29"/>
                    <a:pt x="124" y="55"/>
                    <a:pt x="101" y="63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99" y="63"/>
                    <a:pt x="97" y="63"/>
                    <a:pt x="95" y="63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80" y="63"/>
                    <a:pt x="71" y="51"/>
                    <a:pt x="64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0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949" y="2248"/>
              <a:ext cx="151" cy="82"/>
            </a:xfrm>
            <a:custGeom>
              <a:avLst/>
              <a:gdLst>
                <a:gd name="T0" fmla="*/ 61 w 129"/>
                <a:gd name="T1" fmla="*/ 42 h 70"/>
                <a:gd name="T2" fmla="*/ 19 w 129"/>
                <a:gd name="T3" fmla="*/ 70 h 70"/>
                <a:gd name="T4" fmla="*/ 3 w 129"/>
                <a:gd name="T5" fmla="*/ 61 h 70"/>
                <a:gd name="T6" fmla="*/ 6 w 129"/>
                <a:gd name="T7" fmla="*/ 14 h 70"/>
                <a:gd name="T8" fmla="*/ 9 w 129"/>
                <a:gd name="T9" fmla="*/ 13 h 70"/>
                <a:gd name="T10" fmla="*/ 24 w 129"/>
                <a:gd name="T11" fmla="*/ 18 h 70"/>
                <a:gd name="T12" fmla="*/ 24 w 129"/>
                <a:gd name="T13" fmla="*/ 18 h 70"/>
                <a:gd name="T14" fmla="*/ 24 w 129"/>
                <a:gd name="T15" fmla="*/ 18 h 70"/>
                <a:gd name="T16" fmla="*/ 24 w 129"/>
                <a:gd name="T17" fmla="*/ 18 h 70"/>
                <a:gd name="T18" fmla="*/ 24 w 129"/>
                <a:gd name="T19" fmla="*/ 19 h 70"/>
                <a:gd name="T20" fmla="*/ 25 w 129"/>
                <a:gd name="T21" fmla="*/ 19 h 70"/>
                <a:gd name="T22" fmla="*/ 25 w 129"/>
                <a:gd name="T23" fmla="*/ 19 h 70"/>
                <a:gd name="T24" fmla="*/ 25 w 129"/>
                <a:gd name="T25" fmla="*/ 21 h 70"/>
                <a:gd name="T26" fmla="*/ 24 w 129"/>
                <a:gd name="T27" fmla="*/ 23 h 70"/>
                <a:gd name="T28" fmla="*/ 19 w 129"/>
                <a:gd name="T29" fmla="*/ 46 h 70"/>
                <a:gd name="T30" fmla="*/ 19 w 129"/>
                <a:gd name="T31" fmla="*/ 47 h 70"/>
                <a:gd name="T32" fmla="*/ 20 w 129"/>
                <a:gd name="T33" fmla="*/ 50 h 70"/>
                <a:gd name="T34" fmla="*/ 53 w 129"/>
                <a:gd name="T35" fmla="*/ 18 h 70"/>
                <a:gd name="T36" fmla="*/ 71 w 129"/>
                <a:gd name="T37" fmla="*/ 19 h 70"/>
                <a:gd name="T38" fmla="*/ 71 w 129"/>
                <a:gd name="T39" fmla="*/ 19 h 70"/>
                <a:gd name="T40" fmla="*/ 73 w 129"/>
                <a:gd name="T41" fmla="*/ 24 h 70"/>
                <a:gd name="T42" fmla="*/ 97 w 129"/>
                <a:gd name="T43" fmla="*/ 51 h 70"/>
                <a:gd name="T44" fmla="*/ 99 w 129"/>
                <a:gd name="T45" fmla="*/ 51 h 70"/>
                <a:gd name="T46" fmla="*/ 107 w 129"/>
                <a:gd name="T47" fmla="*/ 42 h 70"/>
                <a:gd name="T48" fmla="*/ 110 w 129"/>
                <a:gd name="T49" fmla="*/ 23 h 70"/>
                <a:gd name="T50" fmla="*/ 128 w 129"/>
                <a:gd name="T51" fmla="*/ 14 h 70"/>
                <a:gd name="T52" fmla="*/ 103 w 129"/>
                <a:gd name="T53" fmla="*/ 69 h 70"/>
                <a:gd name="T54" fmla="*/ 64 w 129"/>
                <a:gd name="T55" fmla="*/ 47 h 70"/>
                <a:gd name="T56" fmla="*/ 125 w 129"/>
                <a:gd name="T57" fmla="*/ 23 h 70"/>
                <a:gd name="T58" fmla="*/ 113 w 129"/>
                <a:gd name="T59" fmla="*/ 20 h 70"/>
                <a:gd name="T60" fmla="*/ 114 w 129"/>
                <a:gd name="T61" fmla="*/ 25 h 70"/>
                <a:gd name="T62" fmla="*/ 100 w 129"/>
                <a:gd name="T63" fmla="*/ 55 h 70"/>
                <a:gd name="T64" fmla="*/ 97 w 129"/>
                <a:gd name="T65" fmla="*/ 55 h 70"/>
                <a:gd name="T66" fmla="*/ 67 w 129"/>
                <a:gd name="T67" fmla="*/ 21 h 70"/>
                <a:gd name="T68" fmla="*/ 67 w 129"/>
                <a:gd name="T69" fmla="*/ 20 h 70"/>
                <a:gd name="T70" fmla="*/ 57 w 129"/>
                <a:gd name="T71" fmla="*/ 20 h 70"/>
                <a:gd name="T72" fmla="*/ 57 w 129"/>
                <a:gd name="T73" fmla="*/ 20 h 70"/>
                <a:gd name="T74" fmla="*/ 56 w 129"/>
                <a:gd name="T75" fmla="*/ 21 h 70"/>
                <a:gd name="T76" fmla="*/ 46 w 129"/>
                <a:gd name="T77" fmla="*/ 36 h 70"/>
                <a:gd name="T78" fmla="*/ 20 w 129"/>
                <a:gd name="T79" fmla="*/ 54 h 70"/>
                <a:gd name="T80" fmla="*/ 18 w 129"/>
                <a:gd name="T81" fmla="*/ 54 h 70"/>
                <a:gd name="T82" fmla="*/ 17 w 129"/>
                <a:gd name="T83" fmla="*/ 53 h 70"/>
                <a:gd name="T84" fmla="*/ 15 w 129"/>
                <a:gd name="T85" fmla="*/ 46 h 70"/>
                <a:gd name="T86" fmla="*/ 20 w 129"/>
                <a:gd name="T87" fmla="*/ 21 h 70"/>
                <a:gd name="T88" fmla="*/ 7 w 129"/>
                <a:gd name="T89" fmla="*/ 26 h 70"/>
                <a:gd name="T90" fmla="*/ 7 w 129"/>
                <a:gd name="T91" fmla="*/ 59 h 70"/>
                <a:gd name="T92" fmla="*/ 19 w 129"/>
                <a:gd name="T93" fmla="*/ 66 h 70"/>
                <a:gd name="T94" fmla="*/ 60 w 129"/>
                <a:gd name="T95" fmla="*/ 37 h 70"/>
                <a:gd name="T96" fmla="*/ 68 w 129"/>
                <a:gd name="T97" fmla="*/ 45 h 70"/>
                <a:gd name="T98" fmla="*/ 68 w 129"/>
                <a:gd name="T99" fmla="*/ 21 h 70"/>
                <a:gd name="T100" fmla="*/ 68 w 129"/>
                <a:gd name="T101" fmla="*/ 21 h 70"/>
                <a:gd name="T102" fmla="*/ 67 w 129"/>
                <a:gd name="T103" fmla="*/ 21 h 70"/>
                <a:gd name="T104" fmla="*/ 67 w 129"/>
                <a:gd name="T105" fmla="*/ 20 h 70"/>
                <a:gd name="T106" fmla="*/ 25 w 129"/>
                <a:gd name="T107" fmla="*/ 20 h 70"/>
                <a:gd name="T108" fmla="*/ 25 w 129"/>
                <a:gd name="T109" fmla="*/ 19 h 70"/>
                <a:gd name="T110" fmla="*/ 24 w 129"/>
                <a:gd name="T111" fmla="*/ 19 h 70"/>
                <a:gd name="T112" fmla="*/ 24 w 129"/>
                <a:gd name="T113" fmla="*/ 19 h 70"/>
                <a:gd name="T114" fmla="*/ 24 w 129"/>
                <a:gd name="T115" fmla="*/ 1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9" h="70">
                  <a:moveTo>
                    <a:pt x="64" y="47"/>
                  </a:moveTo>
                  <a:cubicBezTo>
                    <a:pt x="66" y="46"/>
                    <a:pt x="66" y="46"/>
                    <a:pt x="66" y="46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3" y="45"/>
                    <a:pt x="62" y="43"/>
                    <a:pt x="61" y="42"/>
                  </a:cubicBezTo>
                  <a:cubicBezTo>
                    <a:pt x="61" y="42"/>
                    <a:pt x="61" y="42"/>
                    <a:pt x="61" y="42"/>
                  </a:cubicBezTo>
                  <a:cubicBezTo>
                    <a:pt x="53" y="52"/>
                    <a:pt x="40" y="66"/>
                    <a:pt x="22" y="69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1" y="70"/>
                    <a:pt x="20" y="70"/>
                    <a:pt x="19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70"/>
                    <a:pt x="19" y="70"/>
                    <a:pt x="18" y="70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2" y="70"/>
                    <a:pt x="6" y="66"/>
                    <a:pt x="3" y="61"/>
                  </a:cubicBezTo>
                  <a:cubicBezTo>
                    <a:pt x="3" y="61"/>
                    <a:pt x="3" y="61"/>
                    <a:pt x="3" y="61"/>
                  </a:cubicBezTo>
                  <a:cubicBezTo>
                    <a:pt x="1" y="56"/>
                    <a:pt x="0" y="51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2"/>
                    <a:pt x="6" y="17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1"/>
                    <a:pt x="25" y="20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1"/>
                    <a:pt x="24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2"/>
                    <a:pt x="24" y="22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3" y="25"/>
                    <a:pt x="23" y="27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1" y="35"/>
                    <a:pt x="19" y="41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8"/>
                    <a:pt x="19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6" y="50"/>
                    <a:pt x="36" y="42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8" y="27"/>
                    <a:pt x="52" y="20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20"/>
                    <a:pt x="71" y="20"/>
                    <a:pt x="72" y="2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1"/>
                    <a:pt x="73" y="23"/>
                    <a:pt x="73" y="24"/>
                  </a:cubicBezTo>
                  <a:cubicBezTo>
                    <a:pt x="73" y="24"/>
                    <a:pt x="73" y="24"/>
                    <a:pt x="73" y="24"/>
                  </a:cubicBezTo>
                  <a:cubicBezTo>
                    <a:pt x="75" y="28"/>
                    <a:pt x="77" y="32"/>
                    <a:pt x="80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6" y="45"/>
                    <a:pt x="94" y="51"/>
                    <a:pt x="97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98" y="51"/>
                    <a:pt x="98" y="51"/>
                    <a:pt x="99" y="51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2" y="51"/>
                    <a:pt x="105" y="47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9" y="36"/>
                    <a:pt x="110" y="30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4"/>
                    <a:pt x="110" y="24"/>
                    <a:pt x="110" y="23"/>
                  </a:cubicBezTo>
                  <a:cubicBezTo>
                    <a:pt x="110" y="23"/>
                    <a:pt x="110" y="23"/>
                    <a:pt x="110" y="23"/>
                  </a:cubicBezTo>
                  <a:cubicBezTo>
                    <a:pt x="110" y="20"/>
                    <a:pt x="109" y="18"/>
                    <a:pt x="109" y="18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8" y="14"/>
                    <a:pt x="128" y="14"/>
                    <a:pt x="128" y="14"/>
                  </a:cubicBezTo>
                  <a:cubicBezTo>
                    <a:pt x="128" y="17"/>
                    <a:pt x="128" y="17"/>
                    <a:pt x="128" y="17"/>
                  </a:cubicBezTo>
                  <a:cubicBezTo>
                    <a:pt x="128" y="17"/>
                    <a:pt x="129" y="19"/>
                    <a:pt x="129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8" y="34"/>
                    <a:pt x="128" y="61"/>
                    <a:pt x="103" y="69"/>
                  </a:cubicBezTo>
                  <a:cubicBezTo>
                    <a:pt x="103" y="69"/>
                    <a:pt x="103" y="69"/>
                    <a:pt x="103" y="69"/>
                  </a:cubicBezTo>
                  <a:cubicBezTo>
                    <a:pt x="101" y="70"/>
                    <a:pt x="99" y="70"/>
                    <a:pt x="9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81" y="70"/>
                    <a:pt x="71" y="57"/>
                    <a:pt x="64" y="47"/>
                  </a:cubicBezTo>
                  <a:close/>
                  <a:moveTo>
                    <a:pt x="97" y="66"/>
                  </a:moveTo>
                  <a:cubicBezTo>
                    <a:pt x="99" y="66"/>
                    <a:pt x="101" y="66"/>
                    <a:pt x="102" y="66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24" y="59"/>
                    <a:pt x="124" y="34"/>
                    <a:pt x="125" y="23"/>
                  </a:cubicBezTo>
                  <a:cubicBezTo>
                    <a:pt x="125" y="23"/>
                    <a:pt x="125" y="23"/>
                    <a:pt x="125" y="23"/>
                  </a:cubicBezTo>
                  <a:cubicBezTo>
                    <a:pt x="125" y="21"/>
                    <a:pt x="125" y="20"/>
                    <a:pt x="125" y="19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21"/>
                    <a:pt x="114" y="22"/>
                    <a:pt x="114" y="23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4" y="24"/>
                    <a:pt x="114" y="24"/>
                    <a:pt x="114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4" y="30"/>
                    <a:pt x="113" y="37"/>
                    <a:pt x="110" y="43"/>
                  </a:cubicBezTo>
                  <a:cubicBezTo>
                    <a:pt x="110" y="43"/>
                    <a:pt x="110" y="43"/>
                    <a:pt x="110" y="43"/>
                  </a:cubicBezTo>
                  <a:cubicBezTo>
                    <a:pt x="108" y="49"/>
                    <a:pt x="105" y="54"/>
                    <a:pt x="100" y="55"/>
                  </a:cubicBezTo>
                  <a:cubicBezTo>
                    <a:pt x="100" y="55"/>
                    <a:pt x="100" y="55"/>
                    <a:pt x="100" y="55"/>
                  </a:cubicBezTo>
                  <a:cubicBezTo>
                    <a:pt x="99" y="55"/>
                    <a:pt x="98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0" y="55"/>
                    <a:pt x="83" y="47"/>
                    <a:pt x="77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1" y="30"/>
                    <a:pt x="68" y="22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21"/>
                    <a:pt x="67" y="20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7" y="21"/>
                    <a:pt x="56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6" y="22"/>
                    <a:pt x="55" y="23"/>
                    <a:pt x="54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2" y="28"/>
                    <a:pt x="49" y="32"/>
                    <a:pt x="46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39" y="45"/>
                    <a:pt x="29" y="53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19" y="54"/>
                    <a:pt x="19" y="54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6" y="52"/>
                    <a:pt x="15" y="50"/>
                    <a:pt x="15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5" y="37"/>
                    <a:pt x="19" y="25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9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20"/>
                    <a:pt x="8" y="23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32"/>
                    <a:pt x="4" y="39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51"/>
                    <a:pt x="5" y="55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9" y="63"/>
                    <a:pt x="14" y="66"/>
                    <a:pt x="18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20" y="66"/>
                    <a:pt x="21" y="66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39" y="62"/>
                    <a:pt x="52" y="47"/>
                    <a:pt x="60" y="37"/>
                  </a:cubicBezTo>
                  <a:cubicBezTo>
                    <a:pt x="60" y="37"/>
                    <a:pt x="60" y="37"/>
                    <a:pt x="60" y="37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3" y="37"/>
                    <a:pt x="63" y="37"/>
                    <a:pt x="63" y="37"/>
                  </a:cubicBezTo>
                  <a:cubicBezTo>
                    <a:pt x="64" y="39"/>
                    <a:pt x="66" y="42"/>
                    <a:pt x="68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75" y="55"/>
                    <a:pt x="84" y="66"/>
                    <a:pt x="97" y="66"/>
                  </a:cubicBezTo>
                  <a:close/>
                  <a:moveTo>
                    <a:pt x="68" y="21"/>
                  </a:moveTo>
                  <a:cubicBezTo>
                    <a:pt x="68" y="21"/>
                    <a:pt x="68" y="21"/>
                    <a:pt x="68" y="21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21"/>
                    <a:pt x="68" y="21"/>
                    <a:pt x="68" y="21"/>
                  </a:cubicBezTo>
                  <a:close/>
                  <a:moveTo>
                    <a:pt x="67" y="21"/>
                  </a:moveTo>
                  <a:cubicBezTo>
                    <a:pt x="67" y="21"/>
                    <a:pt x="67" y="21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lose/>
                  <a:moveTo>
                    <a:pt x="67" y="20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lose/>
                  <a:moveTo>
                    <a:pt x="25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lose/>
                  <a:moveTo>
                    <a:pt x="25" y="19"/>
                  </a:move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5" y="19"/>
                    <a:pt x="25" y="19"/>
                    <a:pt x="25" y="19"/>
                  </a:cubicBezTo>
                  <a:close/>
                  <a:moveTo>
                    <a:pt x="24" y="19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lose/>
                  <a:moveTo>
                    <a:pt x="24" y="18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8"/>
                  </a:cubicBezTo>
                  <a:close/>
                  <a:moveTo>
                    <a:pt x="24" y="18"/>
                  </a:move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1"/>
            <p:cNvSpPr/>
            <p:nvPr>
              <p:custDataLst>
                <p:tags r:id="rId17"/>
              </p:custDataLst>
            </p:nvPr>
          </p:nvSpPr>
          <p:spPr bwMode="auto">
            <a:xfrm>
              <a:off x="5016" y="2219"/>
              <a:ext cx="17" cy="49"/>
            </a:xfrm>
            <a:custGeom>
              <a:avLst/>
              <a:gdLst>
                <a:gd name="T0" fmla="*/ 0 w 17"/>
                <a:gd name="T1" fmla="*/ 49 h 49"/>
                <a:gd name="T2" fmla="*/ 0 w 17"/>
                <a:gd name="T3" fmla="*/ 0 h 49"/>
                <a:gd name="T4" fmla="*/ 17 w 17"/>
                <a:gd name="T5" fmla="*/ 0 h 49"/>
                <a:gd name="T6" fmla="*/ 17 w 17"/>
                <a:gd name="T7" fmla="*/ 49 h 49"/>
                <a:gd name="T8" fmla="*/ 0 w 17"/>
                <a:gd name="T9" fmla="*/ 49 h 49"/>
                <a:gd name="T10" fmla="*/ 0 w 17"/>
                <a:gd name="T1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49">
                  <a:moveTo>
                    <a:pt x="0" y="49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17" y="49"/>
                  </a:lnTo>
                  <a:lnTo>
                    <a:pt x="0" y="49"/>
                  </a:lnTo>
                  <a:lnTo>
                    <a:pt x="0" y="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2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012" y="2216"/>
              <a:ext cx="24" cy="54"/>
            </a:xfrm>
            <a:custGeom>
              <a:avLst/>
              <a:gdLst>
                <a:gd name="T0" fmla="*/ 4 w 24"/>
                <a:gd name="T1" fmla="*/ 54 h 54"/>
                <a:gd name="T2" fmla="*/ 4 w 24"/>
                <a:gd name="T3" fmla="*/ 52 h 54"/>
                <a:gd name="T4" fmla="*/ 5 w 24"/>
                <a:gd name="T5" fmla="*/ 52 h 54"/>
                <a:gd name="T6" fmla="*/ 4 w 24"/>
                <a:gd name="T7" fmla="*/ 52 h 54"/>
                <a:gd name="T8" fmla="*/ 4 w 24"/>
                <a:gd name="T9" fmla="*/ 54 h 54"/>
                <a:gd name="T10" fmla="*/ 0 w 24"/>
                <a:gd name="T11" fmla="*/ 54 h 54"/>
                <a:gd name="T12" fmla="*/ 0 w 24"/>
                <a:gd name="T13" fmla="*/ 0 h 54"/>
                <a:gd name="T14" fmla="*/ 24 w 24"/>
                <a:gd name="T15" fmla="*/ 0 h 54"/>
                <a:gd name="T16" fmla="*/ 24 w 24"/>
                <a:gd name="T17" fmla="*/ 54 h 54"/>
                <a:gd name="T18" fmla="*/ 4 w 24"/>
                <a:gd name="T19" fmla="*/ 54 h 54"/>
                <a:gd name="T20" fmla="*/ 4 w 24"/>
                <a:gd name="T21" fmla="*/ 54 h 54"/>
                <a:gd name="T22" fmla="*/ 19 w 24"/>
                <a:gd name="T23" fmla="*/ 50 h 54"/>
                <a:gd name="T24" fmla="*/ 19 w 24"/>
                <a:gd name="T25" fmla="*/ 5 h 54"/>
                <a:gd name="T26" fmla="*/ 5 w 24"/>
                <a:gd name="T27" fmla="*/ 5 h 54"/>
                <a:gd name="T28" fmla="*/ 5 w 24"/>
                <a:gd name="T29" fmla="*/ 50 h 54"/>
                <a:gd name="T30" fmla="*/ 19 w 24"/>
                <a:gd name="T31" fmla="*/ 50 h 54"/>
                <a:gd name="T32" fmla="*/ 19 w 24"/>
                <a:gd name="T33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4">
                  <a:moveTo>
                    <a:pt x="4" y="54"/>
                  </a:moveTo>
                  <a:lnTo>
                    <a:pt x="4" y="52"/>
                  </a:lnTo>
                  <a:lnTo>
                    <a:pt x="5" y="52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0" y="54"/>
                  </a:lnTo>
                  <a:lnTo>
                    <a:pt x="0" y="0"/>
                  </a:lnTo>
                  <a:lnTo>
                    <a:pt x="24" y="0"/>
                  </a:lnTo>
                  <a:lnTo>
                    <a:pt x="24" y="54"/>
                  </a:lnTo>
                  <a:lnTo>
                    <a:pt x="4" y="54"/>
                  </a:lnTo>
                  <a:lnTo>
                    <a:pt x="4" y="54"/>
                  </a:lnTo>
                  <a:close/>
                  <a:moveTo>
                    <a:pt x="19" y="50"/>
                  </a:moveTo>
                  <a:lnTo>
                    <a:pt x="19" y="5"/>
                  </a:lnTo>
                  <a:lnTo>
                    <a:pt x="5" y="5"/>
                  </a:lnTo>
                  <a:lnTo>
                    <a:pt x="5" y="50"/>
                  </a:lnTo>
                  <a:lnTo>
                    <a:pt x="19" y="50"/>
                  </a:lnTo>
                  <a:lnTo>
                    <a:pt x="19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3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4984" y="2291"/>
              <a:ext cx="123" cy="451"/>
            </a:xfrm>
            <a:custGeom>
              <a:avLst/>
              <a:gdLst>
                <a:gd name="T0" fmla="*/ 2 w 123"/>
                <a:gd name="T1" fmla="*/ 350 h 451"/>
                <a:gd name="T2" fmla="*/ 0 w 123"/>
                <a:gd name="T3" fmla="*/ 350 h 451"/>
                <a:gd name="T4" fmla="*/ 27 w 123"/>
                <a:gd name="T5" fmla="*/ 2 h 451"/>
                <a:gd name="T6" fmla="*/ 45 w 123"/>
                <a:gd name="T7" fmla="*/ 0 h 451"/>
                <a:gd name="T8" fmla="*/ 123 w 123"/>
                <a:gd name="T9" fmla="*/ 332 h 451"/>
                <a:gd name="T10" fmla="*/ 70 w 123"/>
                <a:gd name="T11" fmla="*/ 451 h 451"/>
                <a:gd name="T12" fmla="*/ 2 w 123"/>
                <a:gd name="T13" fmla="*/ 350 h 451"/>
                <a:gd name="T14" fmla="*/ 2 w 123"/>
                <a:gd name="T15" fmla="*/ 350 h 451"/>
                <a:gd name="T16" fmla="*/ 67 w 123"/>
                <a:gd name="T17" fmla="*/ 415 h 451"/>
                <a:gd name="T18" fmla="*/ 104 w 123"/>
                <a:gd name="T19" fmla="*/ 330 h 451"/>
                <a:gd name="T20" fmla="*/ 40 w 123"/>
                <a:gd name="T21" fmla="*/ 60 h 451"/>
                <a:gd name="T22" fmla="*/ 18 w 123"/>
                <a:gd name="T23" fmla="*/ 342 h 451"/>
                <a:gd name="T24" fmla="*/ 67 w 123"/>
                <a:gd name="T25" fmla="*/ 415 h 451"/>
                <a:gd name="T26" fmla="*/ 67 w 123"/>
                <a:gd name="T27" fmla="*/ 415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3" h="451">
                  <a:moveTo>
                    <a:pt x="2" y="350"/>
                  </a:moveTo>
                  <a:lnTo>
                    <a:pt x="0" y="350"/>
                  </a:lnTo>
                  <a:lnTo>
                    <a:pt x="27" y="2"/>
                  </a:lnTo>
                  <a:lnTo>
                    <a:pt x="45" y="0"/>
                  </a:lnTo>
                  <a:lnTo>
                    <a:pt x="123" y="332"/>
                  </a:lnTo>
                  <a:lnTo>
                    <a:pt x="70" y="451"/>
                  </a:lnTo>
                  <a:lnTo>
                    <a:pt x="2" y="350"/>
                  </a:lnTo>
                  <a:lnTo>
                    <a:pt x="2" y="350"/>
                  </a:lnTo>
                  <a:close/>
                  <a:moveTo>
                    <a:pt x="67" y="415"/>
                  </a:moveTo>
                  <a:lnTo>
                    <a:pt x="104" y="330"/>
                  </a:lnTo>
                  <a:lnTo>
                    <a:pt x="40" y="60"/>
                  </a:lnTo>
                  <a:lnTo>
                    <a:pt x="18" y="342"/>
                  </a:lnTo>
                  <a:lnTo>
                    <a:pt x="67" y="415"/>
                  </a:lnTo>
                  <a:lnTo>
                    <a:pt x="67" y="4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4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4980" y="2289"/>
              <a:ext cx="130" cy="458"/>
            </a:xfrm>
            <a:custGeom>
              <a:avLst/>
              <a:gdLst>
                <a:gd name="T0" fmla="*/ 5 w 130"/>
                <a:gd name="T1" fmla="*/ 355 h 458"/>
                <a:gd name="T2" fmla="*/ 0 w 130"/>
                <a:gd name="T3" fmla="*/ 354 h 458"/>
                <a:gd name="T4" fmla="*/ 29 w 130"/>
                <a:gd name="T5" fmla="*/ 1 h 458"/>
                <a:gd name="T6" fmla="*/ 50 w 130"/>
                <a:gd name="T7" fmla="*/ 0 h 458"/>
                <a:gd name="T8" fmla="*/ 130 w 130"/>
                <a:gd name="T9" fmla="*/ 334 h 458"/>
                <a:gd name="T10" fmla="*/ 74 w 130"/>
                <a:gd name="T11" fmla="*/ 458 h 458"/>
                <a:gd name="T12" fmla="*/ 5 w 130"/>
                <a:gd name="T13" fmla="*/ 355 h 458"/>
                <a:gd name="T14" fmla="*/ 5 w 130"/>
                <a:gd name="T15" fmla="*/ 355 h 458"/>
                <a:gd name="T16" fmla="*/ 8 w 130"/>
                <a:gd name="T17" fmla="*/ 350 h 458"/>
                <a:gd name="T18" fmla="*/ 74 w 130"/>
                <a:gd name="T19" fmla="*/ 449 h 458"/>
                <a:gd name="T20" fmla="*/ 125 w 130"/>
                <a:gd name="T21" fmla="*/ 334 h 458"/>
                <a:gd name="T22" fmla="*/ 46 w 130"/>
                <a:gd name="T23" fmla="*/ 5 h 458"/>
                <a:gd name="T24" fmla="*/ 33 w 130"/>
                <a:gd name="T25" fmla="*/ 6 h 458"/>
                <a:gd name="T26" fmla="*/ 6 w 130"/>
                <a:gd name="T27" fmla="*/ 350 h 458"/>
                <a:gd name="T28" fmla="*/ 6 w 130"/>
                <a:gd name="T29" fmla="*/ 350 h 458"/>
                <a:gd name="T30" fmla="*/ 6 w 130"/>
                <a:gd name="T31" fmla="*/ 352 h 458"/>
                <a:gd name="T32" fmla="*/ 4 w 130"/>
                <a:gd name="T33" fmla="*/ 354 h 458"/>
                <a:gd name="T34" fmla="*/ 6 w 130"/>
                <a:gd name="T35" fmla="*/ 352 h 458"/>
                <a:gd name="T36" fmla="*/ 6 w 130"/>
                <a:gd name="T37" fmla="*/ 350 h 458"/>
                <a:gd name="T38" fmla="*/ 8 w 130"/>
                <a:gd name="T39" fmla="*/ 350 h 458"/>
                <a:gd name="T40" fmla="*/ 8 w 130"/>
                <a:gd name="T41" fmla="*/ 350 h 458"/>
                <a:gd name="T42" fmla="*/ 19 w 130"/>
                <a:gd name="T43" fmla="*/ 344 h 458"/>
                <a:gd name="T44" fmla="*/ 42 w 130"/>
                <a:gd name="T45" fmla="*/ 62 h 458"/>
                <a:gd name="T46" fmla="*/ 46 w 130"/>
                <a:gd name="T47" fmla="*/ 61 h 458"/>
                <a:gd name="T48" fmla="*/ 111 w 130"/>
                <a:gd name="T49" fmla="*/ 332 h 458"/>
                <a:gd name="T50" fmla="*/ 73 w 130"/>
                <a:gd name="T51" fmla="*/ 418 h 458"/>
                <a:gd name="T52" fmla="*/ 72 w 130"/>
                <a:gd name="T53" fmla="*/ 422 h 458"/>
                <a:gd name="T54" fmla="*/ 19 w 130"/>
                <a:gd name="T55" fmla="*/ 344 h 458"/>
                <a:gd name="T56" fmla="*/ 19 w 130"/>
                <a:gd name="T57" fmla="*/ 344 h 458"/>
                <a:gd name="T58" fmla="*/ 71 w 130"/>
                <a:gd name="T59" fmla="*/ 417 h 458"/>
                <a:gd name="T60" fmla="*/ 73 w 130"/>
                <a:gd name="T61" fmla="*/ 416 h 458"/>
                <a:gd name="T62" fmla="*/ 71 w 130"/>
                <a:gd name="T63" fmla="*/ 417 h 458"/>
                <a:gd name="T64" fmla="*/ 71 w 130"/>
                <a:gd name="T65" fmla="*/ 417 h 458"/>
                <a:gd name="T66" fmla="*/ 24 w 130"/>
                <a:gd name="T67" fmla="*/ 343 h 458"/>
                <a:gd name="T68" fmla="*/ 71 w 130"/>
                <a:gd name="T69" fmla="*/ 412 h 458"/>
                <a:gd name="T70" fmla="*/ 106 w 130"/>
                <a:gd name="T71" fmla="*/ 331 h 458"/>
                <a:gd name="T72" fmla="*/ 45 w 130"/>
                <a:gd name="T73" fmla="*/ 78 h 458"/>
                <a:gd name="T74" fmla="*/ 24 w 130"/>
                <a:gd name="T75" fmla="*/ 343 h 458"/>
                <a:gd name="T76" fmla="*/ 24 w 130"/>
                <a:gd name="T77" fmla="*/ 343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0" h="458">
                  <a:moveTo>
                    <a:pt x="5" y="355"/>
                  </a:moveTo>
                  <a:lnTo>
                    <a:pt x="0" y="354"/>
                  </a:lnTo>
                  <a:lnTo>
                    <a:pt x="29" y="1"/>
                  </a:lnTo>
                  <a:lnTo>
                    <a:pt x="50" y="0"/>
                  </a:lnTo>
                  <a:lnTo>
                    <a:pt x="130" y="334"/>
                  </a:lnTo>
                  <a:lnTo>
                    <a:pt x="74" y="458"/>
                  </a:lnTo>
                  <a:lnTo>
                    <a:pt x="5" y="355"/>
                  </a:lnTo>
                  <a:lnTo>
                    <a:pt x="5" y="355"/>
                  </a:lnTo>
                  <a:close/>
                  <a:moveTo>
                    <a:pt x="8" y="350"/>
                  </a:moveTo>
                  <a:lnTo>
                    <a:pt x="74" y="449"/>
                  </a:lnTo>
                  <a:lnTo>
                    <a:pt x="125" y="334"/>
                  </a:lnTo>
                  <a:lnTo>
                    <a:pt x="46" y="5"/>
                  </a:lnTo>
                  <a:lnTo>
                    <a:pt x="33" y="6"/>
                  </a:lnTo>
                  <a:lnTo>
                    <a:pt x="6" y="350"/>
                  </a:lnTo>
                  <a:lnTo>
                    <a:pt x="6" y="350"/>
                  </a:lnTo>
                  <a:lnTo>
                    <a:pt x="6" y="352"/>
                  </a:lnTo>
                  <a:lnTo>
                    <a:pt x="4" y="354"/>
                  </a:lnTo>
                  <a:lnTo>
                    <a:pt x="6" y="352"/>
                  </a:lnTo>
                  <a:lnTo>
                    <a:pt x="6" y="350"/>
                  </a:lnTo>
                  <a:lnTo>
                    <a:pt x="8" y="350"/>
                  </a:lnTo>
                  <a:lnTo>
                    <a:pt x="8" y="350"/>
                  </a:lnTo>
                  <a:close/>
                  <a:moveTo>
                    <a:pt x="19" y="344"/>
                  </a:moveTo>
                  <a:lnTo>
                    <a:pt x="42" y="62"/>
                  </a:lnTo>
                  <a:lnTo>
                    <a:pt x="46" y="61"/>
                  </a:lnTo>
                  <a:lnTo>
                    <a:pt x="111" y="332"/>
                  </a:lnTo>
                  <a:lnTo>
                    <a:pt x="73" y="418"/>
                  </a:lnTo>
                  <a:lnTo>
                    <a:pt x="72" y="422"/>
                  </a:lnTo>
                  <a:lnTo>
                    <a:pt x="19" y="344"/>
                  </a:lnTo>
                  <a:lnTo>
                    <a:pt x="19" y="344"/>
                  </a:lnTo>
                  <a:close/>
                  <a:moveTo>
                    <a:pt x="71" y="417"/>
                  </a:moveTo>
                  <a:lnTo>
                    <a:pt x="73" y="416"/>
                  </a:lnTo>
                  <a:lnTo>
                    <a:pt x="71" y="417"/>
                  </a:lnTo>
                  <a:lnTo>
                    <a:pt x="71" y="417"/>
                  </a:lnTo>
                  <a:close/>
                  <a:moveTo>
                    <a:pt x="24" y="343"/>
                  </a:moveTo>
                  <a:lnTo>
                    <a:pt x="71" y="412"/>
                  </a:lnTo>
                  <a:lnTo>
                    <a:pt x="106" y="331"/>
                  </a:lnTo>
                  <a:lnTo>
                    <a:pt x="45" y="78"/>
                  </a:lnTo>
                  <a:lnTo>
                    <a:pt x="24" y="343"/>
                  </a:lnTo>
                  <a:lnTo>
                    <a:pt x="24" y="3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4840" y="2246"/>
              <a:ext cx="380" cy="611"/>
            </a:xfrm>
            <a:custGeom>
              <a:avLst/>
              <a:gdLst>
                <a:gd name="T0" fmla="*/ 47 w 324"/>
                <a:gd name="T1" fmla="*/ 413 h 521"/>
                <a:gd name="T2" fmla="*/ 0 w 324"/>
                <a:gd name="T3" fmla="*/ 198 h 521"/>
                <a:gd name="T4" fmla="*/ 0 w 324"/>
                <a:gd name="T5" fmla="*/ 198 h 521"/>
                <a:gd name="T6" fmla="*/ 49 w 324"/>
                <a:gd name="T7" fmla="*/ 43 h 521"/>
                <a:gd name="T8" fmla="*/ 49 w 324"/>
                <a:gd name="T9" fmla="*/ 43 h 521"/>
                <a:gd name="T10" fmla="*/ 157 w 324"/>
                <a:gd name="T11" fmla="*/ 0 h 521"/>
                <a:gd name="T12" fmla="*/ 157 w 324"/>
                <a:gd name="T13" fmla="*/ 0 h 521"/>
                <a:gd name="T14" fmla="*/ 270 w 324"/>
                <a:gd name="T15" fmla="*/ 41 h 521"/>
                <a:gd name="T16" fmla="*/ 270 w 324"/>
                <a:gd name="T17" fmla="*/ 41 h 521"/>
                <a:gd name="T18" fmla="*/ 324 w 324"/>
                <a:gd name="T19" fmla="*/ 194 h 521"/>
                <a:gd name="T20" fmla="*/ 324 w 324"/>
                <a:gd name="T21" fmla="*/ 194 h 521"/>
                <a:gd name="T22" fmla="*/ 271 w 324"/>
                <a:gd name="T23" fmla="*/ 412 h 521"/>
                <a:gd name="T24" fmla="*/ 271 w 324"/>
                <a:gd name="T25" fmla="*/ 412 h 521"/>
                <a:gd name="T26" fmla="*/ 157 w 324"/>
                <a:gd name="T27" fmla="*/ 521 h 521"/>
                <a:gd name="T28" fmla="*/ 157 w 324"/>
                <a:gd name="T29" fmla="*/ 521 h 521"/>
                <a:gd name="T30" fmla="*/ 47 w 324"/>
                <a:gd name="T31" fmla="*/ 413 h 521"/>
                <a:gd name="T32" fmla="*/ 258 w 324"/>
                <a:gd name="T33" fmla="*/ 405 h 521"/>
                <a:gd name="T34" fmla="*/ 309 w 324"/>
                <a:gd name="T35" fmla="*/ 194 h 521"/>
                <a:gd name="T36" fmla="*/ 309 w 324"/>
                <a:gd name="T37" fmla="*/ 194 h 521"/>
                <a:gd name="T38" fmla="*/ 157 w 324"/>
                <a:gd name="T39" fmla="*/ 15 h 521"/>
                <a:gd name="T40" fmla="*/ 157 w 324"/>
                <a:gd name="T41" fmla="*/ 15 h 521"/>
                <a:gd name="T42" fmla="*/ 15 w 324"/>
                <a:gd name="T43" fmla="*/ 198 h 521"/>
                <a:gd name="T44" fmla="*/ 15 w 324"/>
                <a:gd name="T45" fmla="*/ 198 h 521"/>
                <a:gd name="T46" fmla="*/ 61 w 324"/>
                <a:gd name="T47" fmla="*/ 407 h 521"/>
                <a:gd name="T48" fmla="*/ 61 w 324"/>
                <a:gd name="T49" fmla="*/ 407 h 521"/>
                <a:gd name="T50" fmla="*/ 157 w 324"/>
                <a:gd name="T51" fmla="*/ 506 h 521"/>
                <a:gd name="T52" fmla="*/ 157 w 324"/>
                <a:gd name="T53" fmla="*/ 506 h 521"/>
                <a:gd name="T54" fmla="*/ 258 w 324"/>
                <a:gd name="T55" fmla="*/ 405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24" h="521">
                  <a:moveTo>
                    <a:pt x="47" y="413"/>
                  </a:moveTo>
                  <a:cubicBezTo>
                    <a:pt x="19" y="352"/>
                    <a:pt x="0" y="272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24"/>
                    <a:pt x="19" y="74"/>
                    <a:pt x="49" y="43"/>
                  </a:cubicBezTo>
                  <a:cubicBezTo>
                    <a:pt x="49" y="43"/>
                    <a:pt x="49" y="43"/>
                    <a:pt x="49" y="43"/>
                  </a:cubicBezTo>
                  <a:cubicBezTo>
                    <a:pt x="78" y="12"/>
                    <a:pt x="118" y="0"/>
                    <a:pt x="157" y="0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195" y="0"/>
                    <a:pt x="237" y="11"/>
                    <a:pt x="270" y="41"/>
                  </a:cubicBezTo>
                  <a:cubicBezTo>
                    <a:pt x="270" y="41"/>
                    <a:pt x="270" y="41"/>
                    <a:pt x="270" y="41"/>
                  </a:cubicBezTo>
                  <a:cubicBezTo>
                    <a:pt x="302" y="71"/>
                    <a:pt x="324" y="120"/>
                    <a:pt x="324" y="194"/>
                  </a:cubicBezTo>
                  <a:cubicBezTo>
                    <a:pt x="324" y="194"/>
                    <a:pt x="324" y="194"/>
                    <a:pt x="324" y="194"/>
                  </a:cubicBezTo>
                  <a:cubicBezTo>
                    <a:pt x="324" y="268"/>
                    <a:pt x="302" y="349"/>
                    <a:pt x="271" y="412"/>
                  </a:cubicBezTo>
                  <a:cubicBezTo>
                    <a:pt x="271" y="412"/>
                    <a:pt x="271" y="412"/>
                    <a:pt x="271" y="412"/>
                  </a:cubicBezTo>
                  <a:cubicBezTo>
                    <a:pt x="240" y="474"/>
                    <a:pt x="200" y="520"/>
                    <a:pt x="157" y="521"/>
                  </a:cubicBezTo>
                  <a:cubicBezTo>
                    <a:pt x="157" y="521"/>
                    <a:pt x="157" y="521"/>
                    <a:pt x="157" y="521"/>
                  </a:cubicBezTo>
                  <a:cubicBezTo>
                    <a:pt x="113" y="520"/>
                    <a:pt x="76" y="475"/>
                    <a:pt x="47" y="413"/>
                  </a:cubicBezTo>
                  <a:close/>
                  <a:moveTo>
                    <a:pt x="258" y="405"/>
                  </a:moveTo>
                  <a:cubicBezTo>
                    <a:pt x="288" y="344"/>
                    <a:pt x="309" y="265"/>
                    <a:pt x="309" y="194"/>
                  </a:cubicBezTo>
                  <a:cubicBezTo>
                    <a:pt x="309" y="194"/>
                    <a:pt x="309" y="194"/>
                    <a:pt x="309" y="194"/>
                  </a:cubicBezTo>
                  <a:cubicBezTo>
                    <a:pt x="308" y="52"/>
                    <a:pt x="228" y="16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86" y="16"/>
                    <a:pt x="16" y="55"/>
                    <a:pt x="15" y="198"/>
                  </a:cubicBezTo>
                  <a:cubicBezTo>
                    <a:pt x="15" y="198"/>
                    <a:pt x="15" y="198"/>
                    <a:pt x="15" y="198"/>
                  </a:cubicBezTo>
                  <a:cubicBezTo>
                    <a:pt x="15" y="269"/>
                    <a:pt x="33" y="347"/>
                    <a:pt x="61" y="407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88" y="467"/>
                    <a:pt x="126" y="507"/>
                    <a:pt x="157" y="506"/>
                  </a:cubicBezTo>
                  <a:cubicBezTo>
                    <a:pt x="157" y="506"/>
                    <a:pt x="157" y="506"/>
                    <a:pt x="157" y="506"/>
                  </a:cubicBezTo>
                  <a:cubicBezTo>
                    <a:pt x="188" y="507"/>
                    <a:pt x="228" y="466"/>
                    <a:pt x="258" y="4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6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4837" y="2243"/>
              <a:ext cx="385" cy="617"/>
            </a:xfrm>
            <a:custGeom>
              <a:avLst/>
              <a:gdLst>
                <a:gd name="T0" fmla="*/ 49 w 328"/>
                <a:gd name="T1" fmla="*/ 415 h 525"/>
                <a:gd name="T2" fmla="*/ 0 w 328"/>
                <a:gd name="T3" fmla="*/ 200 h 525"/>
                <a:gd name="T4" fmla="*/ 0 w 328"/>
                <a:gd name="T5" fmla="*/ 200 h 525"/>
                <a:gd name="T6" fmla="*/ 49 w 328"/>
                <a:gd name="T7" fmla="*/ 44 h 525"/>
                <a:gd name="T8" fmla="*/ 158 w 328"/>
                <a:gd name="T9" fmla="*/ 0 h 525"/>
                <a:gd name="T10" fmla="*/ 159 w 328"/>
                <a:gd name="T11" fmla="*/ 0 h 525"/>
                <a:gd name="T12" fmla="*/ 159 w 328"/>
                <a:gd name="T13" fmla="*/ 0 h 525"/>
                <a:gd name="T14" fmla="*/ 273 w 328"/>
                <a:gd name="T15" fmla="*/ 41 h 525"/>
                <a:gd name="T16" fmla="*/ 328 w 328"/>
                <a:gd name="T17" fmla="*/ 196 h 525"/>
                <a:gd name="T18" fmla="*/ 328 w 328"/>
                <a:gd name="T19" fmla="*/ 196 h 525"/>
                <a:gd name="T20" fmla="*/ 275 w 328"/>
                <a:gd name="T21" fmla="*/ 415 h 525"/>
                <a:gd name="T22" fmla="*/ 159 w 328"/>
                <a:gd name="T23" fmla="*/ 525 h 525"/>
                <a:gd name="T24" fmla="*/ 47 w 328"/>
                <a:gd name="T25" fmla="*/ 416 h 525"/>
                <a:gd name="T26" fmla="*/ 271 w 328"/>
                <a:gd name="T27" fmla="*/ 413 h 525"/>
                <a:gd name="T28" fmla="*/ 324 w 328"/>
                <a:gd name="T29" fmla="*/ 196 h 525"/>
                <a:gd name="T30" fmla="*/ 324 w 328"/>
                <a:gd name="T31" fmla="*/ 196 h 525"/>
                <a:gd name="T32" fmla="*/ 270 w 328"/>
                <a:gd name="T33" fmla="*/ 44 h 525"/>
                <a:gd name="T34" fmla="*/ 159 w 328"/>
                <a:gd name="T35" fmla="*/ 4 h 525"/>
                <a:gd name="T36" fmla="*/ 159 w 328"/>
                <a:gd name="T37" fmla="*/ 4 h 525"/>
                <a:gd name="T38" fmla="*/ 158 w 328"/>
                <a:gd name="T39" fmla="*/ 4 h 525"/>
                <a:gd name="T40" fmla="*/ 52 w 328"/>
                <a:gd name="T41" fmla="*/ 47 h 525"/>
                <a:gd name="T42" fmla="*/ 4 w 328"/>
                <a:gd name="T43" fmla="*/ 200 h 525"/>
                <a:gd name="T44" fmla="*/ 4 w 328"/>
                <a:gd name="T45" fmla="*/ 200 h 525"/>
                <a:gd name="T46" fmla="*/ 51 w 328"/>
                <a:gd name="T47" fmla="*/ 414 h 525"/>
                <a:gd name="T48" fmla="*/ 51 w 328"/>
                <a:gd name="T49" fmla="*/ 414 h 525"/>
                <a:gd name="T50" fmla="*/ 61 w 328"/>
                <a:gd name="T51" fmla="*/ 410 h 525"/>
                <a:gd name="T52" fmla="*/ 15 w 328"/>
                <a:gd name="T53" fmla="*/ 200 h 525"/>
                <a:gd name="T54" fmla="*/ 15 w 328"/>
                <a:gd name="T55" fmla="*/ 200 h 525"/>
                <a:gd name="T56" fmla="*/ 159 w 328"/>
                <a:gd name="T57" fmla="*/ 15 h 525"/>
                <a:gd name="T58" fmla="*/ 313 w 328"/>
                <a:gd name="T59" fmla="*/ 196 h 525"/>
                <a:gd name="T60" fmla="*/ 313 w 328"/>
                <a:gd name="T61" fmla="*/ 196 h 525"/>
                <a:gd name="T62" fmla="*/ 261 w 328"/>
                <a:gd name="T63" fmla="*/ 408 h 525"/>
                <a:gd name="T64" fmla="*/ 261 w 328"/>
                <a:gd name="T65" fmla="*/ 408 h 525"/>
                <a:gd name="T66" fmla="*/ 160 w 328"/>
                <a:gd name="T67" fmla="*/ 510 h 525"/>
                <a:gd name="T68" fmla="*/ 159 w 328"/>
                <a:gd name="T69" fmla="*/ 510 h 525"/>
                <a:gd name="T70" fmla="*/ 158 w 328"/>
                <a:gd name="T71" fmla="*/ 510 h 525"/>
                <a:gd name="T72" fmla="*/ 160 w 328"/>
                <a:gd name="T73" fmla="*/ 506 h 525"/>
                <a:gd name="T74" fmla="*/ 258 w 328"/>
                <a:gd name="T75" fmla="*/ 406 h 525"/>
                <a:gd name="T76" fmla="*/ 258 w 328"/>
                <a:gd name="T77" fmla="*/ 406 h 525"/>
                <a:gd name="T78" fmla="*/ 309 w 328"/>
                <a:gd name="T79" fmla="*/ 196 h 525"/>
                <a:gd name="T80" fmla="*/ 309 w 328"/>
                <a:gd name="T81" fmla="*/ 196 h 525"/>
                <a:gd name="T82" fmla="*/ 159 w 328"/>
                <a:gd name="T83" fmla="*/ 19 h 525"/>
                <a:gd name="T84" fmla="*/ 19 w 328"/>
                <a:gd name="T85" fmla="*/ 200 h 525"/>
                <a:gd name="T86" fmla="*/ 65 w 328"/>
                <a:gd name="T87" fmla="*/ 408 h 525"/>
                <a:gd name="T88" fmla="*/ 158 w 328"/>
                <a:gd name="T89" fmla="*/ 506 h 525"/>
                <a:gd name="T90" fmla="*/ 159 w 328"/>
                <a:gd name="T91" fmla="*/ 506 h 525"/>
                <a:gd name="T92" fmla="*/ 160 w 328"/>
                <a:gd name="T93" fmla="*/ 506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8" h="525">
                  <a:moveTo>
                    <a:pt x="47" y="416"/>
                  </a:moveTo>
                  <a:cubicBezTo>
                    <a:pt x="49" y="415"/>
                    <a:pt x="49" y="415"/>
                    <a:pt x="49" y="415"/>
                  </a:cubicBezTo>
                  <a:cubicBezTo>
                    <a:pt x="47" y="416"/>
                    <a:pt x="47" y="416"/>
                    <a:pt x="47" y="416"/>
                  </a:cubicBezTo>
                  <a:cubicBezTo>
                    <a:pt x="19" y="354"/>
                    <a:pt x="0" y="274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126"/>
                    <a:pt x="19" y="75"/>
                    <a:pt x="49" y="44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79" y="12"/>
                    <a:pt x="120" y="0"/>
                    <a:pt x="158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58" y="0"/>
                    <a:pt x="159" y="0"/>
                    <a:pt x="159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98" y="0"/>
                    <a:pt x="240" y="11"/>
                    <a:pt x="273" y="41"/>
                  </a:cubicBezTo>
                  <a:cubicBezTo>
                    <a:pt x="273" y="41"/>
                    <a:pt x="273" y="41"/>
                    <a:pt x="273" y="41"/>
                  </a:cubicBezTo>
                  <a:cubicBezTo>
                    <a:pt x="306" y="72"/>
                    <a:pt x="328" y="122"/>
                    <a:pt x="328" y="196"/>
                  </a:cubicBezTo>
                  <a:cubicBezTo>
                    <a:pt x="328" y="196"/>
                    <a:pt x="328" y="196"/>
                    <a:pt x="328" y="196"/>
                  </a:cubicBezTo>
                  <a:cubicBezTo>
                    <a:pt x="328" y="196"/>
                    <a:pt x="328" y="196"/>
                    <a:pt x="328" y="196"/>
                  </a:cubicBezTo>
                  <a:cubicBezTo>
                    <a:pt x="328" y="196"/>
                    <a:pt x="328" y="196"/>
                    <a:pt x="328" y="196"/>
                  </a:cubicBezTo>
                  <a:cubicBezTo>
                    <a:pt x="328" y="271"/>
                    <a:pt x="306" y="351"/>
                    <a:pt x="275" y="415"/>
                  </a:cubicBezTo>
                  <a:cubicBezTo>
                    <a:pt x="275" y="415"/>
                    <a:pt x="275" y="415"/>
                    <a:pt x="275" y="415"/>
                  </a:cubicBezTo>
                  <a:cubicBezTo>
                    <a:pt x="243" y="477"/>
                    <a:pt x="204" y="524"/>
                    <a:pt x="159" y="525"/>
                  </a:cubicBezTo>
                  <a:cubicBezTo>
                    <a:pt x="159" y="525"/>
                    <a:pt x="159" y="525"/>
                    <a:pt x="159" y="525"/>
                  </a:cubicBezTo>
                  <a:cubicBezTo>
                    <a:pt x="114" y="524"/>
                    <a:pt x="76" y="478"/>
                    <a:pt x="47" y="416"/>
                  </a:cubicBezTo>
                  <a:close/>
                  <a:moveTo>
                    <a:pt x="159" y="521"/>
                  </a:moveTo>
                  <a:cubicBezTo>
                    <a:pt x="200" y="520"/>
                    <a:pt x="240" y="475"/>
                    <a:pt x="271" y="413"/>
                  </a:cubicBezTo>
                  <a:cubicBezTo>
                    <a:pt x="271" y="413"/>
                    <a:pt x="271" y="413"/>
                    <a:pt x="271" y="413"/>
                  </a:cubicBezTo>
                  <a:cubicBezTo>
                    <a:pt x="302" y="350"/>
                    <a:pt x="324" y="270"/>
                    <a:pt x="324" y="196"/>
                  </a:cubicBezTo>
                  <a:cubicBezTo>
                    <a:pt x="324" y="196"/>
                    <a:pt x="324" y="196"/>
                    <a:pt x="324" y="196"/>
                  </a:cubicBezTo>
                  <a:cubicBezTo>
                    <a:pt x="324" y="196"/>
                    <a:pt x="324" y="196"/>
                    <a:pt x="324" y="196"/>
                  </a:cubicBezTo>
                  <a:cubicBezTo>
                    <a:pt x="324" y="196"/>
                    <a:pt x="324" y="196"/>
                    <a:pt x="324" y="196"/>
                  </a:cubicBezTo>
                  <a:cubicBezTo>
                    <a:pt x="324" y="122"/>
                    <a:pt x="302" y="74"/>
                    <a:pt x="270" y="44"/>
                  </a:cubicBezTo>
                  <a:cubicBezTo>
                    <a:pt x="270" y="44"/>
                    <a:pt x="270" y="44"/>
                    <a:pt x="270" y="44"/>
                  </a:cubicBezTo>
                  <a:cubicBezTo>
                    <a:pt x="238" y="15"/>
                    <a:pt x="197" y="4"/>
                    <a:pt x="159" y="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9" y="4"/>
                    <a:pt x="159" y="4"/>
                    <a:pt x="158" y="4"/>
                  </a:cubicBezTo>
                  <a:cubicBezTo>
                    <a:pt x="158" y="4"/>
                    <a:pt x="158" y="4"/>
                    <a:pt x="158" y="4"/>
                  </a:cubicBezTo>
                  <a:cubicBezTo>
                    <a:pt x="120" y="4"/>
                    <a:pt x="81" y="16"/>
                    <a:pt x="52" y="47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23" y="77"/>
                    <a:pt x="4" y="126"/>
                    <a:pt x="4" y="200"/>
                  </a:cubicBezTo>
                  <a:cubicBezTo>
                    <a:pt x="4" y="200"/>
                    <a:pt x="4" y="200"/>
                    <a:pt x="4" y="200"/>
                  </a:cubicBezTo>
                  <a:cubicBezTo>
                    <a:pt x="4" y="200"/>
                    <a:pt x="4" y="200"/>
                    <a:pt x="4" y="200"/>
                  </a:cubicBezTo>
                  <a:cubicBezTo>
                    <a:pt x="4" y="200"/>
                    <a:pt x="4" y="200"/>
                    <a:pt x="4" y="200"/>
                  </a:cubicBezTo>
                  <a:cubicBezTo>
                    <a:pt x="4" y="273"/>
                    <a:pt x="23" y="353"/>
                    <a:pt x="51" y="414"/>
                  </a:cubicBezTo>
                  <a:cubicBezTo>
                    <a:pt x="51" y="414"/>
                    <a:pt x="51" y="414"/>
                    <a:pt x="51" y="414"/>
                  </a:cubicBezTo>
                  <a:cubicBezTo>
                    <a:pt x="51" y="414"/>
                    <a:pt x="51" y="414"/>
                    <a:pt x="51" y="414"/>
                  </a:cubicBezTo>
                  <a:cubicBezTo>
                    <a:pt x="80" y="476"/>
                    <a:pt x="117" y="520"/>
                    <a:pt x="159" y="521"/>
                  </a:cubicBezTo>
                  <a:close/>
                  <a:moveTo>
                    <a:pt x="61" y="410"/>
                  </a:moveTo>
                  <a:cubicBezTo>
                    <a:pt x="33" y="350"/>
                    <a:pt x="15" y="272"/>
                    <a:pt x="15" y="200"/>
                  </a:cubicBezTo>
                  <a:cubicBezTo>
                    <a:pt x="15" y="200"/>
                    <a:pt x="15" y="200"/>
                    <a:pt x="15" y="200"/>
                  </a:cubicBezTo>
                  <a:cubicBezTo>
                    <a:pt x="15" y="200"/>
                    <a:pt x="15" y="200"/>
                    <a:pt x="15" y="200"/>
                  </a:cubicBezTo>
                  <a:cubicBezTo>
                    <a:pt x="15" y="200"/>
                    <a:pt x="15" y="200"/>
                    <a:pt x="15" y="200"/>
                  </a:cubicBezTo>
                  <a:cubicBezTo>
                    <a:pt x="15" y="57"/>
                    <a:pt x="87" y="16"/>
                    <a:pt x="159" y="15"/>
                  </a:cubicBezTo>
                  <a:cubicBezTo>
                    <a:pt x="159" y="15"/>
                    <a:pt x="159" y="15"/>
                    <a:pt x="159" y="15"/>
                  </a:cubicBezTo>
                  <a:cubicBezTo>
                    <a:pt x="231" y="16"/>
                    <a:pt x="312" y="53"/>
                    <a:pt x="313" y="196"/>
                  </a:cubicBezTo>
                  <a:cubicBezTo>
                    <a:pt x="313" y="196"/>
                    <a:pt x="313" y="196"/>
                    <a:pt x="313" y="196"/>
                  </a:cubicBezTo>
                  <a:cubicBezTo>
                    <a:pt x="313" y="196"/>
                    <a:pt x="313" y="196"/>
                    <a:pt x="313" y="196"/>
                  </a:cubicBezTo>
                  <a:cubicBezTo>
                    <a:pt x="313" y="196"/>
                    <a:pt x="313" y="196"/>
                    <a:pt x="313" y="196"/>
                  </a:cubicBezTo>
                  <a:cubicBezTo>
                    <a:pt x="313" y="196"/>
                    <a:pt x="313" y="196"/>
                    <a:pt x="313" y="196"/>
                  </a:cubicBezTo>
                  <a:cubicBezTo>
                    <a:pt x="313" y="268"/>
                    <a:pt x="292" y="347"/>
                    <a:pt x="261" y="408"/>
                  </a:cubicBezTo>
                  <a:cubicBezTo>
                    <a:pt x="261" y="408"/>
                    <a:pt x="261" y="408"/>
                    <a:pt x="261" y="408"/>
                  </a:cubicBezTo>
                  <a:cubicBezTo>
                    <a:pt x="261" y="408"/>
                    <a:pt x="261" y="408"/>
                    <a:pt x="261" y="408"/>
                  </a:cubicBezTo>
                  <a:cubicBezTo>
                    <a:pt x="231" y="468"/>
                    <a:pt x="192" y="510"/>
                    <a:pt x="160" y="510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59" y="510"/>
                    <a:pt x="159" y="510"/>
                    <a:pt x="159" y="510"/>
                  </a:cubicBezTo>
                  <a:cubicBezTo>
                    <a:pt x="159" y="510"/>
                    <a:pt x="159" y="510"/>
                    <a:pt x="159" y="510"/>
                  </a:cubicBezTo>
                  <a:cubicBezTo>
                    <a:pt x="158" y="510"/>
                    <a:pt x="158" y="510"/>
                    <a:pt x="158" y="510"/>
                  </a:cubicBezTo>
                  <a:cubicBezTo>
                    <a:pt x="158" y="510"/>
                    <a:pt x="158" y="510"/>
                    <a:pt x="158" y="510"/>
                  </a:cubicBezTo>
                  <a:cubicBezTo>
                    <a:pt x="125" y="510"/>
                    <a:pt x="89" y="469"/>
                    <a:pt x="61" y="410"/>
                  </a:cubicBezTo>
                  <a:close/>
                  <a:moveTo>
                    <a:pt x="160" y="506"/>
                  </a:moveTo>
                  <a:cubicBezTo>
                    <a:pt x="189" y="506"/>
                    <a:pt x="228" y="466"/>
                    <a:pt x="258" y="406"/>
                  </a:cubicBezTo>
                  <a:cubicBezTo>
                    <a:pt x="258" y="406"/>
                    <a:pt x="258" y="406"/>
                    <a:pt x="258" y="406"/>
                  </a:cubicBezTo>
                  <a:cubicBezTo>
                    <a:pt x="260" y="407"/>
                    <a:pt x="260" y="407"/>
                    <a:pt x="260" y="407"/>
                  </a:cubicBezTo>
                  <a:cubicBezTo>
                    <a:pt x="258" y="406"/>
                    <a:pt x="258" y="406"/>
                    <a:pt x="258" y="406"/>
                  </a:cubicBezTo>
                  <a:cubicBezTo>
                    <a:pt x="288" y="346"/>
                    <a:pt x="309" y="267"/>
                    <a:pt x="309" y="196"/>
                  </a:cubicBezTo>
                  <a:cubicBezTo>
                    <a:pt x="309" y="196"/>
                    <a:pt x="309" y="196"/>
                    <a:pt x="309" y="196"/>
                  </a:cubicBezTo>
                  <a:cubicBezTo>
                    <a:pt x="309" y="196"/>
                    <a:pt x="309" y="196"/>
                    <a:pt x="309" y="196"/>
                  </a:cubicBezTo>
                  <a:cubicBezTo>
                    <a:pt x="309" y="196"/>
                    <a:pt x="309" y="196"/>
                    <a:pt x="309" y="196"/>
                  </a:cubicBezTo>
                  <a:cubicBezTo>
                    <a:pt x="308" y="55"/>
                    <a:pt x="230" y="21"/>
                    <a:pt x="159" y="19"/>
                  </a:cubicBezTo>
                  <a:cubicBezTo>
                    <a:pt x="159" y="19"/>
                    <a:pt x="159" y="19"/>
                    <a:pt x="159" y="19"/>
                  </a:cubicBezTo>
                  <a:cubicBezTo>
                    <a:pt x="89" y="21"/>
                    <a:pt x="20" y="58"/>
                    <a:pt x="19" y="200"/>
                  </a:cubicBezTo>
                  <a:cubicBezTo>
                    <a:pt x="19" y="200"/>
                    <a:pt x="19" y="200"/>
                    <a:pt x="19" y="200"/>
                  </a:cubicBezTo>
                  <a:cubicBezTo>
                    <a:pt x="19" y="200"/>
                    <a:pt x="19" y="200"/>
                    <a:pt x="19" y="200"/>
                  </a:cubicBezTo>
                  <a:cubicBezTo>
                    <a:pt x="19" y="271"/>
                    <a:pt x="37" y="349"/>
                    <a:pt x="65" y="408"/>
                  </a:cubicBezTo>
                  <a:cubicBezTo>
                    <a:pt x="65" y="408"/>
                    <a:pt x="65" y="408"/>
                    <a:pt x="65" y="408"/>
                  </a:cubicBezTo>
                  <a:cubicBezTo>
                    <a:pt x="92" y="467"/>
                    <a:pt x="129" y="506"/>
                    <a:pt x="158" y="506"/>
                  </a:cubicBezTo>
                  <a:cubicBezTo>
                    <a:pt x="158" y="506"/>
                    <a:pt x="158" y="506"/>
                    <a:pt x="158" y="506"/>
                  </a:cubicBezTo>
                  <a:cubicBezTo>
                    <a:pt x="158" y="506"/>
                    <a:pt x="158" y="506"/>
                    <a:pt x="159" y="506"/>
                  </a:cubicBezTo>
                  <a:cubicBezTo>
                    <a:pt x="159" y="506"/>
                    <a:pt x="159" y="506"/>
                    <a:pt x="159" y="506"/>
                  </a:cubicBezTo>
                  <a:cubicBezTo>
                    <a:pt x="159" y="506"/>
                    <a:pt x="159" y="506"/>
                    <a:pt x="160" y="5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7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4936" y="2853"/>
              <a:ext cx="89" cy="621"/>
            </a:xfrm>
            <a:custGeom>
              <a:avLst/>
              <a:gdLst>
                <a:gd name="T0" fmla="*/ 0 w 89"/>
                <a:gd name="T1" fmla="*/ 602 h 621"/>
                <a:gd name="T2" fmla="*/ 70 w 89"/>
                <a:gd name="T3" fmla="*/ 602 h 621"/>
                <a:gd name="T4" fmla="*/ 48 w 89"/>
                <a:gd name="T5" fmla="*/ 1 h 621"/>
                <a:gd name="T6" fmla="*/ 66 w 89"/>
                <a:gd name="T7" fmla="*/ 0 h 621"/>
                <a:gd name="T8" fmla="*/ 89 w 89"/>
                <a:gd name="T9" fmla="*/ 621 h 621"/>
                <a:gd name="T10" fmla="*/ 0 w 89"/>
                <a:gd name="T11" fmla="*/ 621 h 621"/>
                <a:gd name="T12" fmla="*/ 0 w 89"/>
                <a:gd name="T13" fmla="*/ 602 h 621"/>
                <a:gd name="T14" fmla="*/ 0 w 89"/>
                <a:gd name="T15" fmla="*/ 602 h 621"/>
                <a:gd name="T16" fmla="*/ 48 w 89"/>
                <a:gd name="T17" fmla="*/ 1 h 621"/>
                <a:gd name="T18" fmla="*/ 48 w 89"/>
                <a:gd name="T19" fmla="*/ 1 h 621"/>
                <a:gd name="T20" fmla="*/ 48 w 89"/>
                <a:gd name="T21" fmla="*/ 1 h 621"/>
                <a:gd name="T22" fmla="*/ 48 w 89"/>
                <a:gd name="T23" fmla="*/ 1 h 621"/>
                <a:gd name="T24" fmla="*/ 48 w 89"/>
                <a:gd name="T25" fmla="*/ 1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621">
                  <a:moveTo>
                    <a:pt x="0" y="602"/>
                  </a:moveTo>
                  <a:lnTo>
                    <a:pt x="70" y="602"/>
                  </a:lnTo>
                  <a:lnTo>
                    <a:pt x="48" y="1"/>
                  </a:lnTo>
                  <a:lnTo>
                    <a:pt x="66" y="0"/>
                  </a:lnTo>
                  <a:lnTo>
                    <a:pt x="89" y="621"/>
                  </a:lnTo>
                  <a:lnTo>
                    <a:pt x="0" y="621"/>
                  </a:lnTo>
                  <a:lnTo>
                    <a:pt x="0" y="602"/>
                  </a:lnTo>
                  <a:lnTo>
                    <a:pt x="0" y="602"/>
                  </a:lnTo>
                  <a:close/>
                  <a:moveTo>
                    <a:pt x="48" y="1"/>
                  </a:move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8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4934" y="2850"/>
              <a:ext cx="93" cy="626"/>
            </a:xfrm>
            <a:custGeom>
              <a:avLst/>
              <a:gdLst>
                <a:gd name="T0" fmla="*/ 0 w 93"/>
                <a:gd name="T1" fmla="*/ 605 h 626"/>
                <a:gd name="T2" fmla="*/ 0 w 93"/>
                <a:gd name="T3" fmla="*/ 603 h 626"/>
                <a:gd name="T4" fmla="*/ 70 w 93"/>
                <a:gd name="T5" fmla="*/ 603 h 626"/>
                <a:gd name="T6" fmla="*/ 48 w 93"/>
                <a:gd name="T7" fmla="*/ 2 h 626"/>
                <a:gd name="T8" fmla="*/ 70 w 93"/>
                <a:gd name="T9" fmla="*/ 0 h 626"/>
                <a:gd name="T10" fmla="*/ 93 w 93"/>
                <a:gd name="T11" fmla="*/ 626 h 626"/>
                <a:gd name="T12" fmla="*/ 0 w 93"/>
                <a:gd name="T13" fmla="*/ 626 h 626"/>
                <a:gd name="T14" fmla="*/ 0 w 93"/>
                <a:gd name="T15" fmla="*/ 605 h 626"/>
                <a:gd name="T16" fmla="*/ 0 w 93"/>
                <a:gd name="T17" fmla="*/ 605 h 626"/>
                <a:gd name="T18" fmla="*/ 4 w 93"/>
                <a:gd name="T19" fmla="*/ 621 h 626"/>
                <a:gd name="T20" fmla="*/ 89 w 93"/>
                <a:gd name="T21" fmla="*/ 621 h 626"/>
                <a:gd name="T22" fmla="*/ 65 w 93"/>
                <a:gd name="T23" fmla="*/ 5 h 626"/>
                <a:gd name="T24" fmla="*/ 52 w 93"/>
                <a:gd name="T25" fmla="*/ 5 h 626"/>
                <a:gd name="T26" fmla="*/ 76 w 93"/>
                <a:gd name="T27" fmla="*/ 607 h 626"/>
                <a:gd name="T28" fmla="*/ 4 w 93"/>
                <a:gd name="T29" fmla="*/ 607 h 626"/>
                <a:gd name="T30" fmla="*/ 4 w 93"/>
                <a:gd name="T31" fmla="*/ 621 h 626"/>
                <a:gd name="T32" fmla="*/ 4 w 93"/>
                <a:gd name="T33" fmla="*/ 621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3" h="626">
                  <a:moveTo>
                    <a:pt x="0" y="605"/>
                  </a:moveTo>
                  <a:lnTo>
                    <a:pt x="0" y="603"/>
                  </a:lnTo>
                  <a:lnTo>
                    <a:pt x="70" y="603"/>
                  </a:lnTo>
                  <a:lnTo>
                    <a:pt x="48" y="2"/>
                  </a:lnTo>
                  <a:lnTo>
                    <a:pt x="70" y="0"/>
                  </a:lnTo>
                  <a:lnTo>
                    <a:pt x="93" y="626"/>
                  </a:lnTo>
                  <a:lnTo>
                    <a:pt x="0" y="626"/>
                  </a:lnTo>
                  <a:lnTo>
                    <a:pt x="0" y="605"/>
                  </a:lnTo>
                  <a:lnTo>
                    <a:pt x="0" y="605"/>
                  </a:lnTo>
                  <a:close/>
                  <a:moveTo>
                    <a:pt x="4" y="621"/>
                  </a:moveTo>
                  <a:lnTo>
                    <a:pt x="89" y="621"/>
                  </a:lnTo>
                  <a:lnTo>
                    <a:pt x="65" y="5"/>
                  </a:lnTo>
                  <a:lnTo>
                    <a:pt x="52" y="5"/>
                  </a:lnTo>
                  <a:lnTo>
                    <a:pt x="76" y="607"/>
                  </a:lnTo>
                  <a:lnTo>
                    <a:pt x="4" y="607"/>
                  </a:lnTo>
                  <a:lnTo>
                    <a:pt x="4" y="621"/>
                  </a:lnTo>
                  <a:lnTo>
                    <a:pt x="4" y="6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088" y="2810"/>
              <a:ext cx="133" cy="656"/>
            </a:xfrm>
            <a:custGeom>
              <a:avLst/>
              <a:gdLst>
                <a:gd name="T0" fmla="*/ 0 w 133"/>
                <a:gd name="T1" fmla="*/ 2 h 656"/>
                <a:gd name="T2" fmla="*/ 19 w 133"/>
                <a:gd name="T3" fmla="*/ 0 h 656"/>
                <a:gd name="T4" fmla="*/ 44 w 133"/>
                <a:gd name="T5" fmla="*/ 637 h 656"/>
                <a:gd name="T6" fmla="*/ 131 w 133"/>
                <a:gd name="T7" fmla="*/ 631 h 656"/>
                <a:gd name="T8" fmla="*/ 133 w 133"/>
                <a:gd name="T9" fmla="*/ 647 h 656"/>
                <a:gd name="T10" fmla="*/ 26 w 133"/>
                <a:gd name="T11" fmla="*/ 656 h 656"/>
                <a:gd name="T12" fmla="*/ 0 w 133"/>
                <a:gd name="T13" fmla="*/ 2 h 656"/>
                <a:gd name="T14" fmla="*/ 0 w 133"/>
                <a:gd name="T15" fmla="*/ 2 h 656"/>
                <a:gd name="T16" fmla="*/ 0 w 133"/>
                <a:gd name="T17" fmla="*/ 2 h 656"/>
                <a:gd name="T18" fmla="*/ 0 w 133"/>
                <a:gd name="T19" fmla="*/ 2 h 656"/>
                <a:gd name="T20" fmla="*/ 0 w 133"/>
                <a:gd name="T21" fmla="*/ 2 h 656"/>
                <a:gd name="T22" fmla="*/ 0 w 133"/>
                <a:gd name="T23" fmla="*/ 2 h 656"/>
                <a:gd name="T24" fmla="*/ 0 w 133"/>
                <a:gd name="T25" fmla="*/ 2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656">
                  <a:moveTo>
                    <a:pt x="0" y="2"/>
                  </a:moveTo>
                  <a:lnTo>
                    <a:pt x="19" y="0"/>
                  </a:lnTo>
                  <a:lnTo>
                    <a:pt x="44" y="637"/>
                  </a:lnTo>
                  <a:lnTo>
                    <a:pt x="131" y="631"/>
                  </a:lnTo>
                  <a:lnTo>
                    <a:pt x="133" y="647"/>
                  </a:lnTo>
                  <a:lnTo>
                    <a:pt x="26" y="656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30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086" y="2808"/>
              <a:ext cx="138" cy="660"/>
            </a:xfrm>
            <a:custGeom>
              <a:avLst/>
              <a:gdLst>
                <a:gd name="T0" fmla="*/ 0 w 138"/>
                <a:gd name="T1" fmla="*/ 4 h 660"/>
                <a:gd name="T2" fmla="*/ 2 w 138"/>
                <a:gd name="T3" fmla="*/ 4 h 660"/>
                <a:gd name="T4" fmla="*/ 2 w 138"/>
                <a:gd name="T5" fmla="*/ 6 h 660"/>
                <a:gd name="T6" fmla="*/ 2 w 138"/>
                <a:gd name="T7" fmla="*/ 4 h 660"/>
                <a:gd name="T8" fmla="*/ 0 w 138"/>
                <a:gd name="T9" fmla="*/ 4 h 660"/>
                <a:gd name="T10" fmla="*/ 0 w 138"/>
                <a:gd name="T11" fmla="*/ 1 h 660"/>
                <a:gd name="T12" fmla="*/ 22 w 138"/>
                <a:gd name="T13" fmla="*/ 0 h 660"/>
                <a:gd name="T14" fmla="*/ 48 w 138"/>
                <a:gd name="T15" fmla="*/ 636 h 660"/>
                <a:gd name="T16" fmla="*/ 135 w 138"/>
                <a:gd name="T17" fmla="*/ 631 h 660"/>
                <a:gd name="T18" fmla="*/ 138 w 138"/>
                <a:gd name="T19" fmla="*/ 652 h 660"/>
                <a:gd name="T20" fmla="*/ 26 w 138"/>
                <a:gd name="T21" fmla="*/ 660 h 660"/>
                <a:gd name="T22" fmla="*/ 0 w 138"/>
                <a:gd name="T23" fmla="*/ 4 h 660"/>
                <a:gd name="T24" fmla="*/ 0 w 138"/>
                <a:gd name="T25" fmla="*/ 4 h 660"/>
                <a:gd name="T26" fmla="*/ 31 w 138"/>
                <a:gd name="T27" fmla="*/ 655 h 660"/>
                <a:gd name="T28" fmla="*/ 132 w 138"/>
                <a:gd name="T29" fmla="*/ 647 h 660"/>
                <a:gd name="T30" fmla="*/ 132 w 138"/>
                <a:gd name="T31" fmla="*/ 635 h 660"/>
                <a:gd name="T32" fmla="*/ 44 w 138"/>
                <a:gd name="T33" fmla="*/ 641 h 660"/>
                <a:gd name="T34" fmla="*/ 19 w 138"/>
                <a:gd name="T35" fmla="*/ 5 h 660"/>
                <a:gd name="T36" fmla="*/ 5 w 138"/>
                <a:gd name="T37" fmla="*/ 6 h 660"/>
                <a:gd name="T38" fmla="*/ 31 w 138"/>
                <a:gd name="T39" fmla="*/ 655 h 660"/>
                <a:gd name="T40" fmla="*/ 31 w 138"/>
                <a:gd name="T41" fmla="*/ 655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8" h="660">
                  <a:moveTo>
                    <a:pt x="0" y="4"/>
                  </a:moveTo>
                  <a:lnTo>
                    <a:pt x="2" y="4"/>
                  </a:lnTo>
                  <a:lnTo>
                    <a:pt x="2" y="6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22" y="0"/>
                  </a:lnTo>
                  <a:lnTo>
                    <a:pt x="48" y="636"/>
                  </a:lnTo>
                  <a:lnTo>
                    <a:pt x="135" y="631"/>
                  </a:lnTo>
                  <a:lnTo>
                    <a:pt x="138" y="652"/>
                  </a:lnTo>
                  <a:lnTo>
                    <a:pt x="26" y="660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31" y="655"/>
                  </a:moveTo>
                  <a:lnTo>
                    <a:pt x="132" y="647"/>
                  </a:lnTo>
                  <a:lnTo>
                    <a:pt x="132" y="635"/>
                  </a:lnTo>
                  <a:lnTo>
                    <a:pt x="44" y="641"/>
                  </a:lnTo>
                  <a:lnTo>
                    <a:pt x="19" y="5"/>
                  </a:lnTo>
                  <a:lnTo>
                    <a:pt x="5" y="6"/>
                  </a:lnTo>
                  <a:lnTo>
                    <a:pt x="31" y="655"/>
                  </a:lnTo>
                  <a:lnTo>
                    <a:pt x="31" y="6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1"/>
            <p:cNvSpPr/>
            <p:nvPr>
              <p:custDataLst>
                <p:tags r:id="rId27"/>
              </p:custDataLst>
            </p:nvPr>
          </p:nvSpPr>
          <p:spPr bwMode="auto">
            <a:xfrm>
              <a:off x="4848" y="1423"/>
              <a:ext cx="130" cy="261"/>
            </a:xfrm>
            <a:custGeom>
              <a:avLst/>
              <a:gdLst>
                <a:gd name="T0" fmla="*/ 0 w 111"/>
                <a:gd name="T1" fmla="*/ 88 h 223"/>
                <a:gd name="T2" fmla="*/ 5 w 111"/>
                <a:gd name="T3" fmla="*/ 66 h 223"/>
                <a:gd name="T4" fmla="*/ 5 w 111"/>
                <a:gd name="T5" fmla="*/ 66 h 223"/>
                <a:gd name="T6" fmla="*/ 75 w 111"/>
                <a:gd name="T7" fmla="*/ 0 h 223"/>
                <a:gd name="T8" fmla="*/ 75 w 111"/>
                <a:gd name="T9" fmla="*/ 0 h 223"/>
                <a:gd name="T10" fmla="*/ 91 w 111"/>
                <a:gd name="T11" fmla="*/ 7 h 223"/>
                <a:gd name="T12" fmla="*/ 91 w 111"/>
                <a:gd name="T13" fmla="*/ 7 h 223"/>
                <a:gd name="T14" fmla="*/ 111 w 111"/>
                <a:gd name="T15" fmla="*/ 54 h 223"/>
                <a:gd name="T16" fmla="*/ 111 w 111"/>
                <a:gd name="T17" fmla="*/ 54 h 223"/>
                <a:gd name="T18" fmla="*/ 92 w 111"/>
                <a:gd name="T19" fmla="*/ 57 h 223"/>
                <a:gd name="T20" fmla="*/ 89 w 111"/>
                <a:gd name="T21" fmla="*/ 42 h 223"/>
                <a:gd name="T22" fmla="*/ 89 w 111"/>
                <a:gd name="T23" fmla="*/ 42 h 223"/>
                <a:gd name="T24" fmla="*/ 77 w 111"/>
                <a:gd name="T25" fmla="*/ 20 h 223"/>
                <a:gd name="T26" fmla="*/ 77 w 111"/>
                <a:gd name="T27" fmla="*/ 20 h 223"/>
                <a:gd name="T28" fmla="*/ 75 w 111"/>
                <a:gd name="T29" fmla="*/ 19 h 223"/>
                <a:gd name="T30" fmla="*/ 75 w 111"/>
                <a:gd name="T31" fmla="*/ 19 h 223"/>
                <a:gd name="T32" fmla="*/ 22 w 111"/>
                <a:gd name="T33" fmla="*/ 76 h 223"/>
                <a:gd name="T34" fmla="*/ 22 w 111"/>
                <a:gd name="T35" fmla="*/ 76 h 223"/>
                <a:gd name="T36" fmla="*/ 18 w 111"/>
                <a:gd name="T37" fmla="*/ 88 h 223"/>
                <a:gd name="T38" fmla="*/ 18 w 111"/>
                <a:gd name="T39" fmla="*/ 88 h 223"/>
                <a:gd name="T40" fmla="*/ 62 w 111"/>
                <a:gd name="T41" fmla="*/ 165 h 223"/>
                <a:gd name="T42" fmla="*/ 62 w 111"/>
                <a:gd name="T43" fmla="*/ 165 h 223"/>
                <a:gd name="T44" fmla="*/ 108 w 111"/>
                <a:gd name="T45" fmla="*/ 208 h 223"/>
                <a:gd name="T46" fmla="*/ 108 w 111"/>
                <a:gd name="T47" fmla="*/ 208 h 223"/>
                <a:gd name="T48" fmla="*/ 108 w 111"/>
                <a:gd name="T49" fmla="*/ 208 h 223"/>
                <a:gd name="T50" fmla="*/ 96 w 111"/>
                <a:gd name="T51" fmla="*/ 223 h 223"/>
                <a:gd name="T52" fmla="*/ 0 w 111"/>
                <a:gd name="T53" fmla="*/ 8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1" h="223">
                  <a:moveTo>
                    <a:pt x="0" y="88"/>
                  </a:moveTo>
                  <a:cubicBezTo>
                    <a:pt x="0" y="81"/>
                    <a:pt x="1" y="73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30" y="26"/>
                    <a:pt x="52" y="2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81" y="0"/>
                    <a:pt x="87" y="3"/>
                    <a:pt x="91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107" y="24"/>
                    <a:pt x="111" y="53"/>
                    <a:pt x="111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2" y="57"/>
                    <a:pt x="91" y="50"/>
                    <a:pt x="89" y="42"/>
                  </a:cubicBezTo>
                  <a:cubicBezTo>
                    <a:pt x="89" y="42"/>
                    <a:pt x="89" y="42"/>
                    <a:pt x="89" y="42"/>
                  </a:cubicBezTo>
                  <a:cubicBezTo>
                    <a:pt x="86" y="34"/>
                    <a:pt x="82" y="24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19"/>
                    <a:pt x="77" y="19"/>
                    <a:pt x="75" y="19"/>
                  </a:cubicBezTo>
                  <a:cubicBezTo>
                    <a:pt x="75" y="19"/>
                    <a:pt x="75" y="19"/>
                    <a:pt x="75" y="19"/>
                  </a:cubicBezTo>
                  <a:cubicBezTo>
                    <a:pt x="69" y="18"/>
                    <a:pt x="44" y="37"/>
                    <a:pt x="22" y="76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19" y="80"/>
                    <a:pt x="18" y="84"/>
                    <a:pt x="18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8" y="108"/>
                    <a:pt x="39" y="140"/>
                    <a:pt x="62" y="165"/>
                  </a:cubicBezTo>
                  <a:cubicBezTo>
                    <a:pt x="62" y="165"/>
                    <a:pt x="62" y="165"/>
                    <a:pt x="62" y="165"/>
                  </a:cubicBezTo>
                  <a:cubicBezTo>
                    <a:pt x="85" y="189"/>
                    <a:pt x="108" y="208"/>
                    <a:pt x="108" y="208"/>
                  </a:cubicBezTo>
                  <a:cubicBezTo>
                    <a:pt x="108" y="208"/>
                    <a:pt x="108" y="208"/>
                    <a:pt x="108" y="208"/>
                  </a:cubicBezTo>
                  <a:cubicBezTo>
                    <a:pt x="108" y="208"/>
                    <a:pt x="108" y="208"/>
                    <a:pt x="108" y="208"/>
                  </a:cubicBezTo>
                  <a:cubicBezTo>
                    <a:pt x="96" y="223"/>
                    <a:pt x="96" y="223"/>
                    <a:pt x="96" y="223"/>
                  </a:cubicBezTo>
                  <a:cubicBezTo>
                    <a:pt x="96" y="221"/>
                    <a:pt x="2" y="148"/>
                    <a:pt x="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2"/>
            <p:cNvSpPr/>
            <p:nvPr>
              <p:custDataLst>
                <p:tags r:id="rId28"/>
              </p:custDataLst>
            </p:nvPr>
          </p:nvSpPr>
          <p:spPr bwMode="auto">
            <a:xfrm>
              <a:off x="4926" y="1517"/>
              <a:ext cx="141" cy="165"/>
            </a:xfrm>
            <a:custGeom>
              <a:avLst/>
              <a:gdLst>
                <a:gd name="T0" fmla="*/ 0 w 120"/>
                <a:gd name="T1" fmla="*/ 47 h 141"/>
                <a:gd name="T2" fmla="*/ 13 w 120"/>
                <a:gd name="T3" fmla="*/ 24 h 141"/>
                <a:gd name="T4" fmla="*/ 13 w 120"/>
                <a:gd name="T5" fmla="*/ 24 h 141"/>
                <a:gd name="T6" fmla="*/ 74 w 120"/>
                <a:gd name="T7" fmla="*/ 0 h 141"/>
                <a:gd name="T8" fmla="*/ 74 w 120"/>
                <a:gd name="T9" fmla="*/ 0 h 141"/>
                <a:gd name="T10" fmla="*/ 93 w 120"/>
                <a:gd name="T11" fmla="*/ 6 h 141"/>
                <a:gd name="T12" fmla="*/ 93 w 120"/>
                <a:gd name="T13" fmla="*/ 6 h 141"/>
                <a:gd name="T14" fmla="*/ 120 w 120"/>
                <a:gd name="T15" fmla="*/ 72 h 141"/>
                <a:gd name="T16" fmla="*/ 120 w 120"/>
                <a:gd name="T17" fmla="*/ 72 h 141"/>
                <a:gd name="T18" fmla="*/ 101 w 120"/>
                <a:gd name="T19" fmla="*/ 73 h 141"/>
                <a:gd name="T20" fmla="*/ 97 w 120"/>
                <a:gd name="T21" fmla="*/ 50 h 141"/>
                <a:gd name="T22" fmla="*/ 97 w 120"/>
                <a:gd name="T23" fmla="*/ 50 h 141"/>
                <a:gd name="T24" fmla="*/ 82 w 120"/>
                <a:gd name="T25" fmla="*/ 21 h 141"/>
                <a:gd name="T26" fmla="*/ 82 w 120"/>
                <a:gd name="T27" fmla="*/ 21 h 141"/>
                <a:gd name="T28" fmla="*/ 74 w 120"/>
                <a:gd name="T29" fmla="*/ 19 h 141"/>
                <a:gd name="T30" fmla="*/ 74 w 120"/>
                <a:gd name="T31" fmla="*/ 19 h 141"/>
                <a:gd name="T32" fmla="*/ 21 w 120"/>
                <a:gd name="T33" fmla="*/ 41 h 141"/>
                <a:gd name="T34" fmla="*/ 21 w 120"/>
                <a:gd name="T35" fmla="*/ 41 h 141"/>
                <a:gd name="T36" fmla="*/ 19 w 120"/>
                <a:gd name="T37" fmla="*/ 47 h 141"/>
                <a:gd name="T38" fmla="*/ 19 w 120"/>
                <a:gd name="T39" fmla="*/ 47 h 141"/>
                <a:gd name="T40" fmla="*/ 37 w 120"/>
                <a:gd name="T41" fmla="*/ 98 h 141"/>
                <a:gd name="T42" fmla="*/ 37 w 120"/>
                <a:gd name="T43" fmla="*/ 98 h 141"/>
                <a:gd name="T44" fmla="*/ 57 w 120"/>
                <a:gd name="T45" fmla="*/ 130 h 141"/>
                <a:gd name="T46" fmla="*/ 57 w 120"/>
                <a:gd name="T47" fmla="*/ 130 h 141"/>
                <a:gd name="T48" fmla="*/ 57 w 120"/>
                <a:gd name="T49" fmla="*/ 130 h 141"/>
                <a:gd name="T50" fmla="*/ 41 w 120"/>
                <a:gd name="T51" fmla="*/ 141 h 141"/>
                <a:gd name="T52" fmla="*/ 0 w 120"/>
                <a:gd name="T53" fmla="*/ 4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0" h="141">
                  <a:moveTo>
                    <a:pt x="0" y="47"/>
                  </a:moveTo>
                  <a:cubicBezTo>
                    <a:pt x="0" y="39"/>
                    <a:pt x="3" y="28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35" y="15"/>
                    <a:pt x="52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0" y="0"/>
                    <a:pt x="87" y="2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118" y="25"/>
                    <a:pt x="119" y="71"/>
                    <a:pt x="120" y="72"/>
                  </a:cubicBezTo>
                  <a:cubicBezTo>
                    <a:pt x="120" y="72"/>
                    <a:pt x="120" y="72"/>
                    <a:pt x="120" y="72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1" y="73"/>
                    <a:pt x="100" y="62"/>
                    <a:pt x="97" y="50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4" y="38"/>
                    <a:pt x="88" y="25"/>
                    <a:pt x="82" y="21"/>
                  </a:cubicBezTo>
                  <a:cubicBezTo>
                    <a:pt x="82" y="21"/>
                    <a:pt x="82" y="21"/>
                    <a:pt x="82" y="21"/>
                  </a:cubicBezTo>
                  <a:cubicBezTo>
                    <a:pt x="79" y="19"/>
                    <a:pt x="77" y="19"/>
                    <a:pt x="74" y="19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63" y="18"/>
                    <a:pt x="44" y="3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0" y="42"/>
                    <a:pt x="19" y="42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8" y="58"/>
                    <a:pt x="28" y="80"/>
                    <a:pt x="37" y="98"/>
                  </a:cubicBezTo>
                  <a:cubicBezTo>
                    <a:pt x="37" y="98"/>
                    <a:pt x="37" y="98"/>
                    <a:pt x="37" y="98"/>
                  </a:cubicBezTo>
                  <a:cubicBezTo>
                    <a:pt x="47" y="116"/>
                    <a:pt x="57" y="130"/>
                    <a:pt x="57" y="130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1" y="140"/>
                    <a:pt x="1" y="83"/>
                    <a:pt x="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3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4820" y="1738"/>
              <a:ext cx="163" cy="162"/>
            </a:xfrm>
            <a:custGeom>
              <a:avLst/>
              <a:gdLst>
                <a:gd name="T0" fmla="*/ 0 w 139"/>
                <a:gd name="T1" fmla="*/ 69 h 138"/>
                <a:gd name="T2" fmla="*/ 70 w 139"/>
                <a:gd name="T3" fmla="*/ 0 h 138"/>
                <a:gd name="T4" fmla="*/ 70 w 139"/>
                <a:gd name="T5" fmla="*/ 0 h 138"/>
                <a:gd name="T6" fmla="*/ 139 w 139"/>
                <a:gd name="T7" fmla="*/ 69 h 138"/>
                <a:gd name="T8" fmla="*/ 139 w 139"/>
                <a:gd name="T9" fmla="*/ 69 h 138"/>
                <a:gd name="T10" fmla="*/ 70 w 139"/>
                <a:gd name="T11" fmla="*/ 138 h 138"/>
                <a:gd name="T12" fmla="*/ 70 w 139"/>
                <a:gd name="T13" fmla="*/ 138 h 138"/>
                <a:gd name="T14" fmla="*/ 0 w 139"/>
                <a:gd name="T15" fmla="*/ 69 h 138"/>
                <a:gd name="T16" fmla="*/ 16 w 139"/>
                <a:gd name="T17" fmla="*/ 69 h 138"/>
                <a:gd name="T18" fmla="*/ 70 w 139"/>
                <a:gd name="T19" fmla="*/ 122 h 138"/>
                <a:gd name="T20" fmla="*/ 70 w 139"/>
                <a:gd name="T21" fmla="*/ 122 h 138"/>
                <a:gd name="T22" fmla="*/ 123 w 139"/>
                <a:gd name="T23" fmla="*/ 69 h 138"/>
                <a:gd name="T24" fmla="*/ 123 w 139"/>
                <a:gd name="T25" fmla="*/ 69 h 138"/>
                <a:gd name="T26" fmla="*/ 70 w 139"/>
                <a:gd name="T27" fmla="*/ 16 h 138"/>
                <a:gd name="T28" fmla="*/ 70 w 139"/>
                <a:gd name="T29" fmla="*/ 16 h 138"/>
                <a:gd name="T30" fmla="*/ 16 w 139"/>
                <a:gd name="T31" fmla="*/ 6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9" h="138">
                  <a:moveTo>
                    <a:pt x="0" y="69"/>
                  </a:moveTo>
                  <a:cubicBezTo>
                    <a:pt x="0" y="31"/>
                    <a:pt x="31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69"/>
                    <a:pt x="139" y="69"/>
                    <a:pt x="139" y="69"/>
                  </a:cubicBezTo>
                  <a:cubicBezTo>
                    <a:pt x="139" y="107"/>
                    <a:pt x="108" y="138"/>
                    <a:pt x="70" y="138"/>
                  </a:cubicBezTo>
                  <a:cubicBezTo>
                    <a:pt x="70" y="138"/>
                    <a:pt x="70" y="138"/>
                    <a:pt x="70" y="138"/>
                  </a:cubicBezTo>
                  <a:cubicBezTo>
                    <a:pt x="31" y="138"/>
                    <a:pt x="0" y="107"/>
                    <a:pt x="0" y="69"/>
                  </a:cubicBezTo>
                  <a:close/>
                  <a:moveTo>
                    <a:pt x="16" y="69"/>
                  </a:moveTo>
                  <a:cubicBezTo>
                    <a:pt x="17" y="98"/>
                    <a:pt x="40" y="122"/>
                    <a:pt x="70" y="122"/>
                  </a:cubicBezTo>
                  <a:cubicBezTo>
                    <a:pt x="70" y="122"/>
                    <a:pt x="70" y="122"/>
                    <a:pt x="70" y="122"/>
                  </a:cubicBezTo>
                  <a:cubicBezTo>
                    <a:pt x="99" y="122"/>
                    <a:pt x="123" y="98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39"/>
                    <a:pt x="99" y="16"/>
                    <a:pt x="70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40" y="16"/>
                    <a:pt x="17" y="39"/>
                    <a:pt x="16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4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020" y="1738"/>
              <a:ext cx="164" cy="162"/>
            </a:xfrm>
            <a:custGeom>
              <a:avLst/>
              <a:gdLst>
                <a:gd name="T0" fmla="*/ 0 w 139"/>
                <a:gd name="T1" fmla="*/ 69 h 138"/>
                <a:gd name="T2" fmla="*/ 69 w 139"/>
                <a:gd name="T3" fmla="*/ 0 h 138"/>
                <a:gd name="T4" fmla="*/ 69 w 139"/>
                <a:gd name="T5" fmla="*/ 0 h 138"/>
                <a:gd name="T6" fmla="*/ 139 w 139"/>
                <a:gd name="T7" fmla="*/ 69 h 138"/>
                <a:gd name="T8" fmla="*/ 139 w 139"/>
                <a:gd name="T9" fmla="*/ 69 h 138"/>
                <a:gd name="T10" fmla="*/ 69 w 139"/>
                <a:gd name="T11" fmla="*/ 138 h 138"/>
                <a:gd name="T12" fmla="*/ 69 w 139"/>
                <a:gd name="T13" fmla="*/ 138 h 138"/>
                <a:gd name="T14" fmla="*/ 0 w 139"/>
                <a:gd name="T15" fmla="*/ 69 h 138"/>
                <a:gd name="T16" fmla="*/ 16 w 139"/>
                <a:gd name="T17" fmla="*/ 69 h 138"/>
                <a:gd name="T18" fmla="*/ 69 w 139"/>
                <a:gd name="T19" fmla="*/ 122 h 138"/>
                <a:gd name="T20" fmla="*/ 69 w 139"/>
                <a:gd name="T21" fmla="*/ 122 h 138"/>
                <a:gd name="T22" fmla="*/ 123 w 139"/>
                <a:gd name="T23" fmla="*/ 69 h 138"/>
                <a:gd name="T24" fmla="*/ 123 w 139"/>
                <a:gd name="T25" fmla="*/ 69 h 138"/>
                <a:gd name="T26" fmla="*/ 69 w 139"/>
                <a:gd name="T27" fmla="*/ 16 h 138"/>
                <a:gd name="T28" fmla="*/ 69 w 139"/>
                <a:gd name="T29" fmla="*/ 16 h 138"/>
                <a:gd name="T30" fmla="*/ 16 w 139"/>
                <a:gd name="T31" fmla="*/ 6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9" h="138">
                  <a:moveTo>
                    <a:pt x="0" y="69"/>
                  </a:moveTo>
                  <a:cubicBezTo>
                    <a:pt x="0" y="31"/>
                    <a:pt x="31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69"/>
                    <a:pt x="139" y="69"/>
                    <a:pt x="139" y="69"/>
                  </a:cubicBezTo>
                  <a:cubicBezTo>
                    <a:pt x="139" y="107"/>
                    <a:pt x="108" y="138"/>
                    <a:pt x="69" y="138"/>
                  </a:cubicBezTo>
                  <a:cubicBezTo>
                    <a:pt x="69" y="138"/>
                    <a:pt x="69" y="138"/>
                    <a:pt x="69" y="138"/>
                  </a:cubicBezTo>
                  <a:cubicBezTo>
                    <a:pt x="31" y="138"/>
                    <a:pt x="0" y="107"/>
                    <a:pt x="0" y="69"/>
                  </a:cubicBezTo>
                  <a:close/>
                  <a:moveTo>
                    <a:pt x="16" y="69"/>
                  </a:moveTo>
                  <a:cubicBezTo>
                    <a:pt x="16" y="98"/>
                    <a:pt x="40" y="122"/>
                    <a:pt x="69" y="122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99" y="122"/>
                    <a:pt x="122" y="98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2" y="39"/>
                    <a:pt x="9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40" y="16"/>
                    <a:pt x="16" y="39"/>
                    <a:pt x="16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5"/>
            <p:cNvSpPr/>
            <p:nvPr>
              <p:custDataLst>
                <p:tags r:id="rId31"/>
              </p:custDataLst>
            </p:nvPr>
          </p:nvSpPr>
          <p:spPr bwMode="auto">
            <a:xfrm>
              <a:off x="4969" y="1798"/>
              <a:ext cx="71" cy="30"/>
            </a:xfrm>
            <a:custGeom>
              <a:avLst/>
              <a:gdLst>
                <a:gd name="T0" fmla="*/ 0 w 61"/>
                <a:gd name="T1" fmla="*/ 10 h 25"/>
                <a:gd name="T2" fmla="*/ 40 w 61"/>
                <a:gd name="T3" fmla="*/ 0 h 25"/>
                <a:gd name="T4" fmla="*/ 40 w 61"/>
                <a:gd name="T5" fmla="*/ 0 h 25"/>
                <a:gd name="T6" fmla="*/ 53 w 61"/>
                <a:gd name="T7" fmla="*/ 4 h 25"/>
                <a:gd name="T8" fmla="*/ 53 w 61"/>
                <a:gd name="T9" fmla="*/ 4 h 25"/>
                <a:gd name="T10" fmla="*/ 60 w 61"/>
                <a:gd name="T11" fmla="*/ 18 h 25"/>
                <a:gd name="T12" fmla="*/ 60 w 61"/>
                <a:gd name="T13" fmla="*/ 18 h 25"/>
                <a:gd name="T14" fmla="*/ 44 w 61"/>
                <a:gd name="T15" fmla="*/ 18 h 25"/>
                <a:gd name="T16" fmla="*/ 44 w 61"/>
                <a:gd name="T17" fmla="*/ 17 h 25"/>
                <a:gd name="T18" fmla="*/ 44 w 61"/>
                <a:gd name="T19" fmla="*/ 17 h 25"/>
                <a:gd name="T20" fmla="*/ 40 w 61"/>
                <a:gd name="T21" fmla="*/ 16 h 25"/>
                <a:gd name="T22" fmla="*/ 40 w 61"/>
                <a:gd name="T23" fmla="*/ 16 h 25"/>
                <a:gd name="T24" fmla="*/ 10 w 61"/>
                <a:gd name="T25" fmla="*/ 24 h 25"/>
                <a:gd name="T26" fmla="*/ 10 w 61"/>
                <a:gd name="T27" fmla="*/ 24 h 25"/>
                <a:gd name="T28" fmla="*/ 7 w 61"/>
                <a:gd name="T29" fmla="*/ 25 h 25"/>
                <a:gd name="T30" fmla="*/ 7 w 61"/>
                <a:gd name="T31" fmla="*/ 25 h 25"/>
                <a:gd name="T32" fmla="*/ 0 w 61"/>
                <a:gd name="T33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" h="25">
                  <a:moveTo>
                    <a:pt x="0" y="10"/>
                  </a:moveTo>
                  <a:cubicBezTo>
                    <a:pt x="1" y="10"/>
                    <a:pt x="22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4" y="0"/>
                    <a:pt x="49" y="1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8" y="6"/>
                    <a:pt x="61" y="12"/>
                    <a:pt x="60" y="18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7"/>
                    <a:pt x="42" y="16"/>
                    <a:pt x="40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1" y="16"/>
                    <a:pt x="16" y="21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8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6"/>
            <p:cNvSpPr/>
            <p:nvPr>
              <p:custDataLst>
                <p:tags r:id="rId32"/>
              </p:custDataLst>
            </p:nvPr>
          </p:nvSpPr>
          <p:spPr bwMode="auto">
            <a:xfrm>
              <a:off x="4736" y="1810"/>
              <a:ext cx="97" cy="51"/>
            </a:xfrm>
            <a:custGeom>
              <a:avLst/>
              <a:gdLst>
                <a:gd name="T0" fmla="*/ 0 w 97"/>
                <a:gd name="T1" fmla="*/ 33 h 51"/>
                <a:gd name="T2" fmla="*/ 91 w 97"/>
                <a:gd name="T3" fmla="*/ 0 h 51"/>
                <a:gd name="T4" fmla="*/ 97 w 97"/>
                <a:gd name="T5" fmla="*/ 18 h 51"/>
                <a:gd name="T6" fmla="*/ 7 w 97"/>
                <a:gd name="T7" fmla="*/ 51 h 51"/>
                <a:gd name="T8" fmla="*/ 0 w 97"/>
                <a:gd name="T9" fmla="*/ 33 h 51"/>
                <a:gd name="T10" fmla="*/ 0 w 97"/>
                <a:gd name="T11" fmla="*/ 3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51">
                  <a:moveTo>
                    <a:pt x="0" y="33"/>
                  </a:moveTo>
                  <a:lnTo>
                    <a:pt x="91" y="0"/>
                  </a:lnTo>
                  <a:lnTo>
                    <a:pt x="97" y="18"/>
                  </a:lnTo>
                  <a:lnTo>
                    <a:pt x="7" y="51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7"/>
            <p:cNvSpPr/>
            <p:nvPr>
              <p:custDataLst>
                <p:tags r:id="rId33"/>
              </p:custDataLst>
            </p:nvPr>
          </p:nvSpPr>
          <p:spPr bwMode="auto">
            <a:xfrm>
              <a:off x="5168" y="1811"/>
              <a:ext cx="71" cy="52"/>
            </a:xfrm>
            <a:custGeom>
              <a:avLst/>
              <a:gdLst>
                <a:gd name="T0" fmla="*/ 0 w 71"/>
                <a:gd name="T1" fmla="*/ 17 h 52"/>
                <a:gd name="T2" fmla="*/ 11 w 71"/>
                <a:gd name="T3" fmla="*/ 0 h 52"/>
                <a:gd name="T4" fmla="*/ 71 w 71"/>
                <a:gd name="T5" fmla="*/ 35 h 52"/>
                <a:gd name="T6" fmla="*/ 61 w 71"/>
                <a:gd name="T7" fmla="*/ 52 h 52"/>
                <a:gd name="T8" fmla="*/ 0 w 71"/>
                <a:gd name="T9" fmla="*/ 17 h 52"/>
                <a:gd name="T10" fmla="*/ 0 w 71"/>
                <a:gd name="T11" fmla="*/ 1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52">
                  <a:moveTo>
                    <a:pt x="0" y="17"/>
                  </a:moveTo>
                  <a:lnTo>
                    <a:pt x="11" y="0"/>
                  </a:lnTo>
                  <a:lnTo>
                    <a:pt x="71" y="35"/>
                  </a:lnTo>
                  <a:lnTo>
                    <a:pt x="61" y="52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8"/>
            <p:cNvSpPr/>
            <p:nvPr>
              <p:custDataLst>
                <p:tags r:id="rId34"/>
              </p:custDataLst>
            </p:nvPr>
          </p:nvSpPr>
          <p:spPr bwMode="auto">
            <a:xfrm>
              <a:off x="5157" y="1916"/>
              <a:ext cx="432" cy="422"/>
            </a:xfrm>
            <a:custGeom>
              <a:avLst/>
              <a:gdLst>
                <a:gd name="T0" fmla="*/ 368 w 368"/>
                <a:gd name="T1" fmla="*/ 12 h 360"/>
                <a:gd name="T2" fmla="*/ 13 w 368"/>
                <a:gd name="T3" fmla="*/ 360 h 360"/>
                <a:gd name="T4" fmla="*/ 0 w 368"/>
                <a:gd name="T5" fmla="*/ 346 h 360"/>
                <a:gd name="T6" fmla="*/ 352 w 368"/>
                <a:gd name="T7" fmla="*/ 0 h 360"/>
                <a:gd name="T8" fmla="*/ 368 w 368"/>
                <a:gd name="T9" fmla="*/ 1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" h="360">
                  <a:moveTo>
                    <a:pt x="368" y="12"/>
                  </a:moveTo>
                  <a:cubicBezTo>
                    <a:pt x="13" y="360"/>
                    <a:pt x="13" y="360"/>
                    <a:pt x="13" y="360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55" y="6"/>
                    <a:pt x="360" y="10"/>
                    <a:pt x="36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9"/>
            <p:cNvSpPr/>
            <p:nvPr>
              <p:custDataLst>
                <p:tags r:id="rId35"/>
              </p:custDataLst>
            </p:nvPr>
          </p:nvSpPr>
          <p:spPr bwMode="auto">
            <a:xfrm>
              <a:off x="5499" y="1805"/>
              <a:ext cx="214" cy="140"/>
            </a:xfrm>
            <a:custGeom>
              <a:avLst/>
              <a:gdLst>
                <a:gd name="T0" fmla="*/ 177 w 182"/>
                <a:gd name="T1" fmla="*/ 100 h 119"/>
                <a:gd name="T2" fmla="*/ 50 w 182"/>
                <a:gd name="T3" fmla="*/ 111 h 119"/>
                <a:gd name="T4" fmla="*/ 50 w 182"/>
                <a:gd name="T5" fmla="*/ 111 h 119"/>
                <a:gd name="T6" fmla="*/ 19 w 182"/>
                <a:gd name="T7" fmla="*/ 118 h 119"/>
                <a:gd name="T8" fmla="*/ 19 w 182"/>
                <a:gd name="T9" fmla="*/ 118 h 119"/>
                <a:gd name="T10" fmla="*/ 14 w 182"/>
                <a:gd name="T11" fmla="*/ 119 h 119"/>
                <a:gd name="T12" fmla="*/ 14 w 182"/>
                <a:gd name="T13" fmla="*/ 119 h 119"/>
                <a:gd name="T14" fmla="*/ 4 w 182"/>
                <a:gd name="T15" fmla="*/ 104 h 119"/>
                <a:gd name="T16" fmla="*/ 4 w 182"/>
                <a:gd name="T17" fmla="*/ 104 h 119"/>
                <a:gd name="T18" fmla="*/ 1 w 182"/>
                <a:gd name="T19" fmla="*/ 77 h 119"/>
                <a:gd name="T20" fmla="*/ 1 w 182"/>
                <a:gd name="T21" fmla="*/ 77 h 119"/>
                <a:gd name="T22" fmla="*/ 1 w 182"/>
                <a:gd name="T23" fmla="*/ 21 h 119"/>
                <a:gd name="T24" fmla="*/ 1 w 182"/>
                <a:gd name="T25" fmla="*/ 21 h 119"/>
                <a:gd name="T26" fmla="*/ 1 w 182"/>
                <a:gd name="T27" fmla="*/ 13 h 119"/>
                <a:gd name="T28" fmla="*/ 1 w 182"/>
                <a:gd name="T29" fmla="*/ 13 h 119"/>
                <a:gd name="T30" fmla="*/ 6 w 182"/>
                <a:gd name="T31" fmla="*/ 9 h 119"/>
                <a:gd name="T32" fmla="*/ 6 w 182"/>
                <a:gd name="T33" fmla="*/ 9 h 119"/>
                <a:gd name="T34" fmla="*/ 10 w 182"/>
                <a:gd name="T35" fmla="*/ 13 h 119"/>
                <a:gd name="T36" fmla="*/ 10 w 182"/>
                <a:gd name="T37" fmla="*/ 13 h 119"/>
                <a:gd name="T38" fmla="*/ 9 w 182"/>
                <a:gd name="T39" fmla="*/ 21 h 119"/>
                <a:gd name="T40" fmla="*/ 9 w 182"/>
                <a:gd name="T41" fmla="*/ 21 h 119"/>
                <a:gd name="T42" fmla="*/ 11 w 182"/>
                <a:gd name="T43" fmla="*/ 99 h 119"/>
                <a:gd name="T44" fmla="*/ 11 w 182"/>
                <a:gd name="T45" fmla="*/ 99 h 119"/>
                <a:gd name="T46" fmla="*/ 15 w 182"/>
                <a:gd name="T47" fmla="*/ 110 h 119"/>
                <a:gd name="T48" fmla="*/ 15 w 182"/>
                <a:gd name="T49" fmla="*/ 110 h 119"/>
                <a:gd name="T50" fmla="*/ 49 w 182"/>
                <a:gd name="T51" fmla="*/ 102 h 119"/>
                <a:gd name="T52" fmla="*/ 49 w 182"/>
                <a:gd name="T53" fmla="*/ 102 h 119"/>
                <a:gd name="T54" fmla="*/ 103 w 182"/>
                <a:gd name="T55" fmla="*/ 97 h 119"/>
                <a:gd name="T56" fmla="*/ 103 w 182"/>
                <a:gd name="T57" fmla="*/ 97 h 119"/>
                <a:gd name="T58" fmla="*/ 172 w 182"/>
                <a:gd name="T59" fmla="*/ 92 h 119"/>
                <a:gd name="T60" fmla="*/ 172 w 182"/>
                <a:gd name="T61" fmla="*/ 92 h 119"/>
                <a:gd name="T62" fmla="*/ 159 w 182"/>
                <a:gd name="T63" fmla="*/ 6 h 119"/>
                <a:gd name="T64" fmla="*/ 159 w 182"/>
                <a:gd name="T65" fmla="*/ 6 h 119"/>
                <a:gd name="T66" fmla="*/ 162 w 182"/>
                <a:gd name="T67" fmla="*/ 1 h 119"/>
                <a:gd name="T68" fmla="*/ 162 w 182"/>
                <a:gd name="T69" fmla="*/ 1 h 119"/>
                <a:gd name="T70" fmla="*/ 167 w 182"/>
                <a:gd name="T71" fmla="*/ 4 h 119"/>
                <a:gd name="T72" fmla="*/ 167 w 182"/>
                <a:gd name="T73" fmla="*/ 4 h 119"/>
                <a:gd name="T74" fmla="*/ 182 w 182"/>
                <a:gd name="T75" fmla="*/ 100 h 119"/>
                <a:gd name="T76" fmla="*/ 177 w 182"/>
                <a:gd name="T77" fmla="*/ 10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2" h="119">
                  <a:moveTo>
                    <a:pt x="177" y="100"/>
                  </a:moveTo>
                  <a:cubicBezTo>
                    <a:pt x="177" y="100"/>
                    <a:pt x="97" y="104"/>
                    <a:pt x="50" y="111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34" y="113"/>
                    <a:pt x="22" y="116"/>
                    <a:pt x="19" y="118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18" y="119"/>
                    <a:pt x="16" y="119"/>
                    <a:pt x="14" y="119"/>
                  </a:cubicBezTo>
                  <a:cubicBezTo>
                    <a:pt x="14" y="119"/>
                    <a:pt x="14" y="119"/>
                    <a:pt x="14" y="119"/>
                  </a:cubicBezTo>
                  <a:cubicBezTo>
                    <a:pt x="7" y="118"/>
                    <a:pt x="6" y="111"/>
                    <a:pt x="4" y="104"/>
                  </a:cubicBezTo>
                  <a:cubicBezTo>
                    <a:pt x="4" y="104"/>
                    <a:pt x="4" y="104"/>
                    <a:pt x="4" y="104"/>
                  </a:cubicBezTo>
                  <a:cubicBezTo>
                    <a:pt x="2" y="97"/>
                    <a:pt x="1" y="87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57"/>
                    <a:pt x="0" y="33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16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0"/>
                    <a:pt x="3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8" y="9"/>
                    <a:pt x="10" y="11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9" y="16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38"/>
                    <a:pt x="8" y="77"/>
                    <a:pt x="11" y="99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2" y="104"/>
                    <a:pt x="14" y="109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21" y="107"/>
                    <a:pt x="33" y="105"/>
                    <a:pt x="49" y="102"/>
                  </a:cubicBezTo>
                  <a:cubicBezTo>
                    <a:pt x="49" y="102"/>
                    <a:pt x="49" y="102"/>
                    <a:pt x="49" y="102"/>
                  </a:cubicBezTo>
                  <a:cubicBezTo>
                    <a:pt x="64" y="100"/>
                    <a:pt x="84" y="98"/>
                    <a:pt x="103" y="97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33" y="94"/>
                    <a:pt x="161" y="92"/>
                    <a:pt x="172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59" y="6"/>
                    <a:pt x="159" y="6"/>
                    <a:pt x="159" y="6"/>
                  </a:cubicBezTo>
                  <a:cubicBezTo>
                    <a:pt x="159" y="6"/>
                    <a:pt x="159" y="6"/>
                    <a:pt x="159" y="6"/>
                  </a:cubicBezTo>
                  <a:cubicBezTo>
                    <a:pt x="158" y="3"/>
                    <a:pt x="160" y="1"/>
                    <a:pt x="162" y="1"/>
                  </a:cubicBezTo>
                  <a:cubicBezTo>
                    <a:pt x="162" y="1"/>
                    <a:pt x="162" y="1"/>
                    <a:pt x="162" y="1"/>
                  </a:cubicBezTo>
                  <a:cubicBezTo>
                    <a:pt x="165" y="0"/>
                    <a:pt x="167" y="2"/>
                    <a:pt x="167" y="4"/>
                  </a:cubicBezTo>
                  <a:cubicBezTo>
                    <a:pt x="167" y="4"/>
                    <a:pt x="167" y="4"/>
                    <a:pt x="167" y="4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77" y="100"/>
                    <a:pt x="177" y="100"/>
                    <a:pt x="177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40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5498" y="1805"/>
              <a:ext cx="216" cy="141"/>
            </a:xfrm>
            <a:custGeom>
              <a:avLst/>
              <a:gdLst>
                <a:gd name="T0" fmla="*/ 178 w 184"/>
                <a:gd name="T1" fmla="*/ 101 h 120"/>
                <a:gd name="T2" fmla="*/ 51 w 184"/>
                <a:gd name="T3" fmla="*/ 112 h 120"/>
                <a:gd name="T4" fmla="*/ 21 w 184"/>
                <a:gd name="T5" fmla="*/ 118 h 120"/>
                <a:gd name="T6" fmla="*/ 15 w 184"/>
                <a:gd name="T7" fmla="*/ 120 h 120"/>
                <a:gd name="T8" fmla="*/ 10 w 184"/>
                <a:gd name="T9" fmla="*/ 117 h 120"/>
                <a:gd name="T10" fmla="*/ 4 w 184"/>
                <a:gd name="T11" fmla="*/ 105 h 120"/>
                <a:gd name="T12" fmla="*/ 1 w 184"/>
                <a:gd name="T13" fmla="*/ 77 h 120"/>
                <a:gd name="T14" fmla="*/ 1 w 184"/>
                <a:gd name="T15" fmla="*/ 21 h 120"/>
                <a:gd name="T16" fmla="*/ 1 w 184"/>
                <a:gd name="T17" fmla="*/ 13 h 120"/>
                <a:gd name="T18" fmla="*/ 2 w 184"/>
                <a:gd name="T19" fmla="*/ 10 h 120"/>
                <a:gd name="T20" fmla="*/ 7 w 184"/>
                <a:gd name="T21" fmla="*/ 8 h 120"/>
                <a:gd name="T22" fmla="*/ 10 w 184"/>
                <a:gd name="T23" fmla="*/ 9 h 120"/>
                <a:gd name="T24" fmla="*/ 11 w 184"/>
                <a:gd name="T25" fmla="*/ 13 h 120"/>
                <a:gd name="T26" fmla="*/ 11 w 184"/>
                <a:gd name="T27" fmla="*/ 21 h 120"/>
                <a:gd name="T28" fmla="*/ 13 w 184"/>
                <a:gd name="T29" fmla="*/ 98 h 120"/>
                <a:gd name="T30" fmla="*/ 16 w 184"/>
                <a:gd name="T31" fmla="*/ 109 h 120"/>
                <a:gd name="T32" fmla="*/ 49 w 184"/>
                <a:gd name="T33" fmla="*/ 101 h 120"/>
                <a:gd name="T34" fmla="*/ 104 w 184"/>
                <a:gd name="T35" fmla="*/ 96 h 120"/>
                <a:gd name="T36" fmla="*/ 172 w 184"/>
                <a:gd name="T37" fmla="*/ 91 h 120"/>
                <a:gd name="T38" fmla="*/ 159 w 184"/>
                <a:gd name="T39" fmla="*/ 5 h 120"/>
                <a:gd name="T40" fmla="*/ 160 w 184"/>
                <a:gd name="T41" fmla="*/ 2 h 120"/>
                <a:gd name="T42" fmla="*/ 163 w 184"/>
                <a:gd name="T43" fmla="*/ 0 h 120"/>
                <a:gd name="T44" fmla="*/ 168 w 184"/>
                <a:gd name="T45" fmla="*/ 1 h 120"/>
                <a:gd name="T46" fmla="*/ 169 w 184"/>
                <a:gd name="T47" fmla="*/ 4 h 120"/>
                <a:gd name="T48" fmla="*/ 178 w 184"/>
                <a:gd name="T49" fmla="*/ 101 h 120"/>
                <a:gd name="T50" fmla="*/ 168 w 184"/>
                <a:gd name="T51" fmla="*/ 4 h 120"/>
                <a:gd name="T52" fmla="*/ 166 w 184"/>
                <a:gd name="T53" fmla="*/ 2 h 120"/>
                <a:gd name="T54" fmla="*/ 164 w 184"/>
                <a:gd name="T55" fmla="*/ 2 h 120"/>
                <a:gd name="T56" fmla="*/ 162 w 184"/>
                <a:gd name="T57" fmla="*/ 3 h 120"/>
                <a:gd name="T58" fmla="*/ 161 w 184"/>
                <a:gd name="T59" fmla="*/ 6 h 120"/>
                <a:gd name="T60" fmla="*/ 161 w 184"/>
                <a:gd name="T61" fmla="*/ 7 h 120"/>
                <a:gd name="T62" fmla="*/ 173 w 184"/>
                <a:gd name="T63" fmla="*/ 93 h 120"/>
                <a:gd name="T64" fmla="*/ 104 w 184"/>
                <a:gd name="T65" fmla="*/ 97 h 120"/>
                <a:gd name="T66" fmla="*/ 50 w 184"/>
                <a:gd name="T67" fmla="*/ 103 h 120"/>
                <a:gd name="T68" fmla="*/ 16 w 184"/>
                <a:gd name="T69" fmla="*/ 111 h 120"/>
                <a:gd name="T70" fmla="*/ 15 w 184"/>
                <a:gd name="T71" fmla="*/ 111 h 120"/>
                <a:gd name="T72" fmla="*/ 12 w 184"/>
                <a:gd name="T73" fmla="*/ 99 h 120"/>
                <a:gd name="T74" fmla="*/ 9 w 184"/>
                <a:gd name="T75" fmla="*/ 21 h 120"/>
                <a:gd name="T76" fmla="*/ 10 w 184"/>
                <a:gd name="T77" fmla="*/ 13 h 120"/>
                <a:gd name="T78" fmla="*/ 9 w 184"/>
                <a:gd name="T79" fmla="*/ 10 h 120"/>
                <a:gd name="T80" fmla="*/ 6 w 184"/>
                <a:gd name="T81" fmla="*/ 10 h 120"/>
                <a:gd name="T82" fmla="*/ 4 w 184"/>
                <a:gd name="T83" fmla="*/ 11 h 120"/>
                <a:gd name="T84" fmla="*/ 3 w 184"/>
                <a:gd name="T85" fmla="*/ 13 h 120"/>
                <a:gd name="T86" fmla="*/ 2 w 184"/>
                <a:gd name="T87" fmla="*/ 21 h 120"/>
                <a:gd name="T88" fmla="*/ 3 w 184"/>
                <a:gd name="T89" fmla="*/ 77 h 120"/>
                <a:gd name="T90" fmla="*/ 6 w 184"/>
                <a:gd name="T91" fmla="*/ 104 h 120"/>
                <a:gd name="T92" fmla="*/ 11 w 184"/>
                <a:gd name="T93" fmla="*/ 116 h 120"/>
                <a:gd name="T94" fmla="*/ 15 w 184"/>
                <a:gd name="T95" fmla="*/ 118 h 120"/>
                <a:gd name="T96" fmla="*/ 20 w 184"/>
                <a:gd name="T97" fmla="*/ 117 h 120"/>
                <a:gd name="T98" fmla="*/ 51 w 184"/>
                <a:gd name="T99" fmla="*/ 110 h 120"/>
                <a:gd name="T100" fmla="*/ 178 w 184"/>
                <a:gd name="T101" fmla="*/ 99 h 120"/>
                <a:gd name="T102" fmla="*/ 178 w 184"/>
                <a:gd name="T103" fmla="*/ 100 h 120"/>
                <a:gd name="T104" fmla="*/ 178 w 184"/>
                <a:gd name="T105" fmla="*/ 9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4" h="120">
                  <a:moveTo>
                    <a:pt x="178" y="101"/>
                  </a:moveTo>
                  <a:cubicBezTo>
                    <a:pt x="178" y="101"/>
                    <a:pt x="178" y="101"/>
                    <a:pt x="178" y="101"/>
                  </a:cubicBezTo>
                  <a:cubicBezTo>
                    <a:pt x="174" y="101"/>
                    <a:pt x="97" y="105"/>
                    <a:pt x="51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35" y="114"/>
                    <a:pt x="23" y="117"/>
                    <a:pt x="21" y="118"/>
                  </a:cubicBezTo>
                  <a:cubicBezTo>
                    <a:pt x="21" y="118"/>
                    <a:pt x="21" y="118"/>
                    <a:pt x="21" y="118"/>
                  </a:cubicBezTo>
                  <a:cubicBezTo>
                    <a:pt x="19" y="119"/>
                    <a:pt x="17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3" y="120"/>
                    <a:pt x="11" y="119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6" y="114"/>
                    <a:pt x="5" y="109"/>
                    <a:pt x="4" y="105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2" y="97"/>
                    <a:pt x="1" y="88"/>
                    <a:pt x="1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0" y="57"/>
                    <a:pt x="0" y="33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16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2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9"/>
                    <a:pt x="5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8"/>
                    <a:pt x="9" y="8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10"/>
                    <a:pt x="12" y="12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6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38"/>
                    <a:pt x="10" y="7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4" y="103"/>
                    <a:pt x="15" y="107"/>
                    <a:pt x="16" y="109"/>
                  </a:cubicBezTo>
                  <a:cubicBezTo>
                    <a:pt x="16" y="109"/>
                    <a:pt x="16" y="109"/>
                    <a:pt x="16" y="109"/>
                  </a:cubicBezTo>
                  <a:cubicBezTo>
                    <a:pt x="23" y="106"/>
                    <a:pt x="34" y="104"/>
                    <a:pt x="49" y="101"/>
                  </a:cubicBezTo>
                  <a:cubicBezTo>
                    <a:pt x="49" y="101"/>
                    <a:pt x="49" y="101"/>
                    <a:pt x="49" y="101"/>
                  </a:cubicBezTo>
                  <a:cubicBezTo>
                    <a:pt x="65" y="99"/>
                    <a:pt x="85" y="97"/>
                    <a:pt x="104" y="96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133" y="93"/>
                    <a:pt x="160" y="92"/>
                    <a:pt x="172" y="91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5"/>
                    <a:pt x="159" y="5"/>
                    <a:pt x="159" y="5"/>
                  </a:cubicBezTo>
                  <a:cubicBezTo>
                    <a:pt x="159" y="4"/>
                    <a:pt x="160" y="2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61" y="1"/>
                    <a:pt x="162" y="0"/>
                    <a:pt x="163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5" y="0"/>
                    <a:pt x="166" y="0"/>
                    <a:pt x="168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8" y="2"/>
                    <a:pt x="169" y="3"/>
                    <a:pt x="169" y="4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84" y="101"/>
                    <a:pt x="184" y="101"/>
                    <a:pt x="184" y="101"/>
                  </a:cubicBezTo>
                  <a:cubicBezTo>
                    <a:pt x="178" y="101"/>
                    <a:pt x="178" y="101"/>
                    <a:pt x="178" y="101"/>
                  </a:cubicBezTo>
                  <a:close/>
                  <a:moveTo>
                    <a:pt x="182" y="99"/>
                  </a:moveTo>
                  <a:cubicBezTo>
                    <a:pt x="168" y="4"/>
                    <a:pt x="168" y="4"/>
                    <a:pt x="168" y="4"/>
                  </a:cubicBezTo>
                  <a:cubicBezTo>
                    <a:pt x="167" y="4"/>
                    <a:pt x="167" y="3"/>
                    <a:pt x="166" y="2"/>
                  </a:cubicBezTo>
                  <a:cubicBezTo>
                    <a:pt x="166" y="2"/>
                    <a:pt x="166" y="2"/>
                    <a:pt x="166" y="2"/>
                  </a:cubicBezTo>
                  <a:cubicBezTo>
                    <a:pt x="166" y="2"/>
                    <a:pt x="165" y="1"/>
                    <a:pt x="164" y="2"/>
                  </a:cubicBezTo>
                  <a:cubicBezTo>
                    <a:pt x="164" y="2"/>
                    <a:pt x="164" y="2"/>
                    <a:pt x="164" y="2"/>
                  </a:cubicBezTo>
                  <a:cubicBezTo>
                    <a:pt x="163" y="2"/>
                    <a:pt x="162" y="2"/>
                    <a:pt x="162" y="3"/>
                  </a:cubicBezTo>
                  <a:cubicBezTo>
                    <a:pt x="162" y="3"/>
                    <a:pt x="162" y="3"/>
                    <a:pt x="162" y="3"/>
                  </a:cubicBezTo>
                  <a:cubicBezTo>
                    <a:pt x="161" y="3"/>
                    <a:pt x="160" y="4"/>
                    <a:pt x="161" y="6"/>
                  </a:cubicBezTo>
                  <a:cubicBezTo>
                    <a:pt x="161" y="6"/>
                    <a:pt x="161" y="6"/>
                    <a:pt x="161" y="6"/>
                  </a:cubicBezTo>
                  <a:cubicBezTo>
                    <a:pt x="161" y="7"/>
                    <a:pt x="161" y="7"/>
                    <a:pt x="161" y="7"/>
                  </a:cubicBezTo>
                  <a:cubicBezTo>
                    <a:pt x="161" y="7"/>
                    <a:pt x="161" y="7"/>
                    <a:pt x="161" y="7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62" y="93"/>
                    <a:pt x="134" y="95"/>
                    <a:pt x="104" y="97"/>
                  </a:cubicBezTo>
                  <a:cubicBezTo>
                    <a:pt x="104" y="97"/>
                    <a:pt x="104" y="97"/>
                    <a:pt x="104" y="97"/>
                  </a:cubicBezTo>
                  <a:cubicBezTo>
                    <a:pt x="85" y="99"/>
                    <a:pt x="66" y="101"/>
                    <a:pt x="50" y="103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34" y="105"/>
                    <a:pt x="22" y="107"/>
                    <a:pt x="16" y="111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4" y="109"/>
                    <a:pt x="13" y="105"/>
                    <a:pt x="12" y="99"/>
                  </a:cubicBezTo>
                  <a:cubicBezTo>
                    <a:pt x="12" y="99"/>
                    <a:pt x="12" y="99"/>
                    <a:pt x="12" y="99"/>
                  </a:cubicBezTo>
                  <a:cubicBezTo>
                    <a:pt x="8" y="77"/>
                    <a:pt x="9" y="38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0" y="16"/>
                    <a:pt x="10" y="13"/>
                    <a:pt x="10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9" y="11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7" y="10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9"/>
                    <a:pt x="4" y="10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2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6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33"/>
                    <a:pt x="1" y="57"/>
                    <a:pt x="3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3" y="87"/>
                    <a:pt x="4" y="97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7" y="109"/>
                    <a:pt x="8" y="114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7"/>
                    <a:pt x="13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7" y="118"/>
                    <a:pt x="19" y="118"/>
                    <a:pt x="20" y="117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3" y="115"/>
                    <a:pt x="35" y="112"/>
                    <a:pt x="51" y="110"/>
                  </a:cubicBezTo>
                  <a:cubicBezTo>
                    <a:pt x="51" y="110"/>
                    <a:pt x="51" y="110"/>
                    <a:pt x="51" y="110"/>
                  </a:cubicBezTo>
                  <a:cubicBezTo>
                    <a:pt x="97" y="103"/>
                    <a:pt x="177" y="100"/>
                    <a:pt x="178" y="99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82" y="99"/>
                    <a:pt x="182" y="99"/>
                    <a:pt x="182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41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5215" y="1464"/>
              <a:ext cx="611" cy="346"/>
            </a:xfrm>
            <a:custGeom>
              <a:avLst/>
              <a:gdLst>
                <a:gd name="T0" fmla="*/ 444 w 520"/>
                <a:gd name="T1" fmla="*/ 286 h 295"/>
                <a:gd name="T2" fmla="*/ 342 w 520"/>
                <a:gd name="T3" fmla="*/ 293 h 295"/>
                <a:gd name="T4" fmla="*/ 332 w 520"/>
                <a:gd name="T5" fmla="*/ 290 h 295"/>
                <a:gd name="T6" fmla="*/ 322 w 520"/>
                <a:gd name="T7" fmla="*/ 291 h 295"/>
                <a:gd name="T8" fmla="*/ 319 w 520"/>
                <a:gd name="T9" fmla="*/ 292 h 295"/>
                <a:gd name="T10" fmla="*/ 277 w 520"/>
                <a:gd name="T11" fmla="*/ 293 h 295"/>
                <a:gd name="T12" fmla="*/ 195 w 520"/>
                <a:gd name="T13" fmla="*/ 273 h 295"/>
                <a:gd name="T14" fmla="*/ 87 w 520"/>
                <a:gd name="T15" fmla="*/ 122 h 295"/>
                <a:gd name="T16" fmla="*/ 1 w 520"/>
                <a:gd name="T17" fmla="*/ 80 h 295"/>
                <a:gd name="T18" fmla="*/ 69 w 520"/>
                <a:gd name="T19" fmla="*/ 2 h 295"/>
                <a:gd name="T20" fmla="*/ 95 w 520"/>
                <a:gd name="T21" fmla="*/ 0 h 295"/>
                <a:gd name="T22" fmla="*/ 207 w 520"/>
                <a:gd name="T23" fmla="*/ 82 h 295"/>
                <a:gd name="T24" fmla="*/ 208 w 520"/>
                <a:gd name="T25" fmla="*/ 80 h 295"/>
                <a:gd name="T26" fmla="*/ 256 w 520"/>
                <a:gd name="T27" fmla="*/ 65 h 295"/>
                <a:gd name="T28" fmla="*/ 310 w 520"/>
                <a:gd name="T29" fmla="*/ 92 h 295"/>
                <a:gd name="T30" fmla="*/ 328 w 520"/>
                <a:gd name="T31" fmla="*/ 114 h 295"/>
                <a:gd name="T32" fmla="*/ 328 w 520"/>
                <a:gd name="T33" fmla="*/ 124 h 295"/>
                <a:gd name="T34" fmla="*/ 328 w 520"/>
                <a:gd name="T35" fmla="*/ 125 h 295"/>
                <a:gd name="T36" fmla="*/ 328 w 520"/>
                <a:gd name="T37" fmla="*/ 125 h 295"/>
                <a:gd name="T38" fmla="*/ 328 w 520"/>
                <a:gd name="T39" fmla="*/ 125 h 295"/>
                <a:gd name="T40" fmla="*/ 330 w 520"/>
                <a:gd name="T41" fmla="*/ 125 h 295"/>
                <a:gd name="T42" fmla="*/ 363 w 520"/>
                <a:gd name="T43" fmla="*/ 97 h 295"/>
                <a:gd name="T44" fmla="*/ 369 w 520"/>
                <a:gd name="T45" fmla="*/ 98 h 295"/>
                <a:gd name="T46" fmla="*/ 349 w 520"/>
                <a:gd name="T47" fmla="*/ 121 h 295"/>
                <a:gd name="T48" fmla="*/ 345 w 520"/>
                <a:gd name="T49" fmla="*/ 129 h 295"/>
                <a:gd name="T50" fmla="*/ 330 w 520"/>
                <a:gd name="T51" fmla="*/ 134 h 295"/>
                <a:gd name="T52" fmla="*/ 323 w 520"/>
                <a:gd name="T53" fmla="*/ 132 h 295"/>
                <a:gd name="T54" fmla="*/ 319 w 520"/>
                <a:gd name="T55" fmla="*/ 124 h 295"/>
                <a:gd name="T56" fmla="*/ 303 w 520"/>
                <a:gd name="T57" fmla="*/ 98 h 295"/>
                <a:gd name="T58" fmla="*/ 248 w 520"/>
                <a:gd name="T59" fmla="*/ 74 h 295"/>
                <a:gd name="T60" fmla="*/ 215 w 520"/>
                <a:gd name="T61" fmla="*/ 85 h 295"/>
                <a:gd name="T62" fmla="*/ 210 w 520"/>
                <a:gd name="T63" fmla="*/ 95 h 295"/>
                <a:gd name="T64" fmla="*/ 173 w 520"/>
                <a:gd name="T65" fmla="*/ 45 h 295"/>
                <a:gd name="T66" fmla="*/ 94 w 520"/>
                <a:gd name="T67" fmla="*/ 9 h 295"/>
                <a:gd name="T68" fmla="*/ 8 w 520"/>
                <a:gd name="T69" fmla="*/ 71 h 295"/>
                <a:gd name="T70" fmla="*/ 9 w 520"/>
                <a:gd name="T71" fmla="*/ 76 h 295"/>
                <a:gd name="T72" fmla="*/ 163 w 520"/>
                <a:gd name="T73" fmla="*/ 190 h 295"/>
                <a:gd name="T74" fmla="*/ 202 w 520"/>
                <a:gd name="T75" fmla="*/ 268 h 295"/>
                <a:gd name="T76" fmla="*/ 315 w 520"/>
                <a:gd name="T77" fmla="*/ 284 h 295"/>
                <a:gd name="T78" fmla="*/ 329 w 520"/>
                <a:gd name="T79" fmla="*/ 281 h 295"/>
                <a:gd name="T80" fmla="*/ 338 w 520"/>
                <a:gd name="T81" fmla="*/ 284 h 295"/>
                <a:gd name="T82" fmla="*/ 343 w 520"/>
                <a:gd name="T83" fmla="*/ 285 h 295"/>
                <a:gd name="T84" fmla="*/ 358 w 520"/>
                <a:gd name="T85" fmla="*/ 286 h 295"/>
                <a:gd name="T86" fmla="*/ 503 w 520"/>
                <a:gd name="T87" fmla="*/ 246 h 295"/>
                <a:gd name="T88" fmla="*/ 511 w 520"/>
                <a:gd name="T89" fmla="*/ 218 h 295"/>
                <a:gd name="T90" fmla="*/ 508 w 520"/>
                <a:gd name="T91" fmla="*/ 150 h 295"/>
                <a:gd name="T92" fmla="*/ 513 w 520"/>
                <a:gd name="T93" fmla="*/ 153 h 295"/>
                <a:gd name="T94" fmla="*/ 508 w 520"/>
                <a:gd name="T95" fmla="*/ 253 h 295"/>
                <a:gd name="T96" fmla="*/ 328 w 520"/>
                <a:gd name="T97" fmla="*/ 124 h 295"/>
                <a:gd name="T98" fmla="*/ 328 w 520"/>
                <a:gd name="T99" fmla="*/ 12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20" h="295">
                  <a:moveTo>
                    <a:pt x="508" y="253"/>
                  </a:moveTo>
                  <a:cubicBezTo>
                    <a:pt x="489" y="268"/>
                    <a:pt x="465" y="277"/>
                    <a:pt x="444" y="286"/>
                  </a:cubicBezTo>
                  <a:cubicBezTo>
                    <a:pt x="444" y="286"/>
                    <a:pt x="444" y="286"/>
                    <a:pt x="444" y="286"/>
                  </a:cubicBezTo>
                  <a:cubicBezTo>
                    <a:pt x="428" y="293"/>
                    <a:pt x="386" y="295"/>
                    <a:pt x="358" y="294"/>
                  </a:cubicBezTo>
                  <a:cubicBezTo>
                    <a:pt x="358" y="294"/>
                    <a:pt x="358" y="294"/>
                    <a:pt x="358" y="294"/>
                  </a:cubicBezTo>
                  <a:cubicBezTo>
                    <a:pt x="352" y="294"/>
                    <a:pt x="347" y="294"/>
                    <a:pt x="342" y="293"/>
                  </a:cubicBezTo>
                  <a:cubicBezTo>
                    <a:pt x="342" y="293"/>
                    <a:pt x="342" y="293"/>
                    <a:pt x="342" y="293"/>
                  </a:cubicBezTo>
                  <a:cubicBezTo>
                    <a:pt x="338" y="293"/>
                    <a:pt x="335" y="292"/>
                    <a:pt x="332" y="290"/>
                  </a:cubicBezTo>
                  <a:cubicBezTo>
                    <a:pt x="332" y="290"/>
                    <a:pt x="332" y="290"/>
                    <a:pt x="332" y="290"/>
                  </a:cubicBezTo>
                  <a:cubicBezTo>
                    <a:pt x="332" y="290"/>
                    <a:pt x="331" y="289"/>
                    <a:pt x="329" y="289"/>
                  </a:cubicBezTo>
                  <a:cubicBezTo>
                    <a:pt x="329" y="289"/>
                    <a:pt x="329" y="289"/>
                    <a:pt x="329" y="289"/>
                  </a:cubicBezTo>
                  <a:cubicBezTo>
                    <a:pt x="327" y="289"/>
                    <a:pt x="324" y="290"/>
                    <a:pt x="322" y="291"/>
                  </a:cubicBezTo>
                  <a:cubicBezTo>
                    <a:pt x="322" y="291"/>
                    <a:pt x="322" y="291"/>
                    <a:pt x="322" y="291"/>
                  </a:cubicBezTo>
                  <a:cubicBezTo>
                    <a:pt x="320" y="292"/>
                    <a:pt x="319" y="292"/>
                    <a:pt x="319" y="292"/>
                  </a:cubicBezTo>
                  <a:cubicBezTo>
                    <a:pt x="319" y="292"/>
                    <a:pt x="319" y="292"/>
                    <a:pt x="319" y="292"/>
                  </a:cubicBezTo>
                  <a:cubicBezTo>
                    <a:pt x="318" y="293"/>
                    <a:pt x="318" y="293"/>
                    <a:pt x="318" y="293"/>
                  </a:cubicBezTo>
                  <a:cubicBezTo>
                    <a:pt x="317" y="293"/>
                    <a:pt x="317" y="293"/>
                    <a:pt x="317" y="293"/>
                  </a:cubicBezTo>
                  <a:cubicBezTo>
                    <a:pt x="317" y="293"/>
                    <a:pt x="299" y="294"/>
                    <a:pt x="277" y="293"/>
                  </a:cubicBezTo>
                  <a:cubicBezTo>
                    <a:pt x="277" y="293"/>
                    <a:pt x="277" y="293"/>
                    <a:pt x="277" y="293"/>
                  </a:cubicBezTo>
                  <a:cubicBezTo>
                    <a:pt x="246" y="291"/>
                    <a:pt x="207" y="289"/>
                    <a:pt x="195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80" y="252"/>
                    <a:pt x="156" y="237"/>
                    <a:pt x="155" y="191"/>
                  </a:cubicBezTo>
                  <a:cubicBezTo>
                    <a:pt x="155" y="191"/>
                    <a:pt x="155" y="191"/>
                    <a:pt x="155" y="191"/>
                  </a:cubicBezTo>
                  <a:cubicBezTo>
                    <a:pt x="152" y="147"/>
                    <a:pt x="136" y="134"/>
                    <a:pt x="87" y="122"/>
                  </a:cubicBezTo>
                  <a:cubicBezTo>
                    <a:pt x="87" y="122"/>
                    <a:pt x="87" y="122"/>
                    <a:pt x="87" y="122"/>
                  </a:cubicBezTo>
                  <a:cubicBezTo>
                    <a:pt x="37" y="110"/>
                    <a:pt x="11" y="99"/>
                    <a:pt x="1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0" y="77"/>
                    <a:pt x="0" y="74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47"/>
                    <a:pt x="29" y="9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78" y="1"/>
                    <a:pt x="86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28" y="2"/>
                    <a:pt x="159" y="16"/>
                    <a:pt x="179" y="39"/>
                  </a:cubicBezTo>
                  <a:cubicBezTo>
                    <a:pt x="179" y="39"/>
                    <a:pt x="179" y="39"/>
                    <a:pt x="179" y="39"/>
                  </a:cubicBezTo>
                  <a:cubicBezTo>
                    <a:pt x="197" y="60"/>
                    <a:pt x="203" y="70"/>
                    <a:pt x="207" y="82"/>
                  </a:cubicBezTo>
                  <a:cubicBezTo>
                    <a:pt x="207" y="82"/>
                    <a:pt x="207" y="82"/>
                    <a:pt x="207" y="82"/>
                  </a:cubicBezTo>
                  <a:cubicBezTo>
                    <a:pt x="207" y="81"/>
                    <a:pt x="208" y="81"/>
                    <a:pt x="208" y="80"/>
                  </a:cubicBezTo>
                  <a:cubicBezTo>
                    <a:pt x="208" y="80"/>
                    <a:pt x="208" y="80"/>
                    <a:pt x="208" y="80"/>
                  </a:cubicBezTo>
                  <a:cubicBezTo>
                    <a:pt x="215" y="72"/>
                    <a:pt x="227" y="64"/>
                    <a:pt x="249" y="65"/>
                  </a:cubicBezTo>
                  <a:cubicBezTo>
                    <a:pt x="249" y="65"/>
                    <a:pt x="249" y="65"/>
                    <a:pt x="249" y="65"/>
                  </a:cubicBezTo>
                  <a:cubicBezTo>
                    <a:pt x="251" y="65"/>
                    <a:pt x="253" y="65"/>
                    <a:pt x="256" y="65"/>
                  </a:cubicBezTo>
                  <a:cubicBezTo>
                    <a:pt x="256" y="65"/>
                    <a:pt x="256" y="65"/>
                    <a:pt x="256" y="65"/>
                  </a:cubicBezTo>
                  <a:cubicBezTo>
                    <a:pt x="279" y="68"/>
                    <a:pt x="298" y="80"/>
                    <a:pt x="310" y="92"/>
                  </a:cubicBezTo>
                  <a:cubicBezTo>
                    <a:pt x="310" y="92"/>
                    <a:pt x="310" y="92"/>
                    <a:pt x="310" y="92"/>
                  </a:cubicBezTo>
                  <a:cubicBezTo>
                    <a:pt x="318" y="101"/>
                    <a:pt x="324" y="109"/>
                    <a:pt x="326" y="116"/>
                  </a:cubicBezTo>
                  <a:cubicBezTo>
                    <a:pt x="326" y="116"/>
                    <a:pt x="326" y="116"/>
                    <a:pt x="326" y="116"/>
                  </a:cubicBezTo>
                  <a:cubicBezTo>
                    <a:pt x="328" y="114"/>
                    <a:pt x="328" y="114"/>
                    <a:pt x="328" y="11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9" y="125"/>
                    <a:pt x="330" y="125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2" y="126"/>
                    <a:pt x="335" y="125"/>
                    <a:pt x="337" y="124"/>
                  </a:cubicBezTo>
                  <a:cubicBezTo>
                    <a:pt x="337" y="124"/>
                    <a:pt x="337" y="124"/>
                    <a:pt x="337" y="124"/>
                  </a:cubicBezTo>
                  <a:cubicBezTo>
                    <a:pt x="339" y="119"/>
                    <a:pt x="346" y="107"/>
                    <a:pt x="363" y="97"/>
                  </a:cubicBezTo>
                  <a:cubicBezTo>
                    <a:pt x="363" y="97"/>
                    <a:pt x="363" y="97"/>
                    <a:pt x="363" y="97"/>
                  </a:cubicBezTo>
                  <a:cubicBezTo>
                    <a:pt x="365" y="95"/>
                    <a:pt x="367" y="96"/>
                    <a:pt x="369" y="98"/>
                  </a:cubicBezTo>
                  <a:cubicBezTo>
                    <a:pt x="369" y="98"/>
                    <a:pt x="369" y="98"/>
                    <a:pt x="369" y="98"/>
                  </a:cubicBezTo>
                  <a:cubicBezTo>
                    <a:pt x="370" y="100"/>
                    <a:pt x="369" y="103"/>
                    <a:pt x="367" y="104"/>
                  </a:cubicBezTo>
                  <a:cubicBezTo>
                    <a:pt x="367" y="104"/>
                    <a:pt x="367" y="104"/>
                    <a:pt x="367" y="104"/>
                  </a:cubicBezTo>
                  <a:cubicBezTo>
                    <a:pt x="357" y="110"/>
                    <a:pt x="352" y="116"/>
                    <a:pt x="349" y="121"/>
                  </a:cubicBezTo>
                  <a:cubicBezTo>
                    <a:pt x="349" y="121"/>
                    <a:pt x="349" y="121"/>
                    <a:pt x="349" y="121"/>
                  </a:cubicBezTo>
                  <a:cubicBezTo>
                    <a:pt x="345" y="126"/>
                    <a:pt x="345" y="129"/>
                    <a:pt x="345" y="129"/>
                  </a:cubicBezTo>
                  <a:cubicBezTo>
                    <a:pt x="345" y="129"/>
                    <a:pt x="345" y="129"/>
                    <a:pt x="345" y="129"/>
                  </a:cubicBezTo>
                  <a:cubicBezTo>
                    <a:pt x="344" y="131"/>
                    <a:pt x="344" y="131"/>
                    <a:pt x="344" y="131"/>
                  </a:cubicBezTo>
                  <a:cubicBezTo>
                    <a:pt x="342" y="132"/>
                    <a:pt x="342" y="132"/>
                    <a:pt x="342" y="132"/>
                  </a:cubicBezTo>
                  <a:cubicBezTo>
                    <a:pt x="342" y="132"/>
                    <a:pt x="336" y="134"/>
                    <a:pt x="330" y="134"/>
                  </a:cubicBezTo>
                  <a:cubicBezTo>
                    <a:pt x="330" y="134"/>
                    <a:pt x="330" y="134"/>
                    <a:pt x="330" y="134"/>
                  </a:cubicBezTo>
                  <a:cubicBezTo>
                    <a:pt x="328" y="134"/>
                    <a:pt x="325" y="134"/>
                    <a:pt x="323" y="132"/>
                  </a:cubicBezTo>
                  <a:cubicBezTo>
                    <a:pt x="323" y="132"/>
                    <a:pt x="323" y="132"/>
                    <a:pt x="323" y="132"/>
                  </a:cubicBezTo>
                  <a:cubicBezTo>
                    <a:pt x="321" y="130"/>
                    <a:pt x="319" y="127"/>
                    <a:pt x="319" y="124"/>
                  </a:cubicBezTo>
                  <a:cubicBezTo>
                    <a:pt x="319" y="124"/>
                    <a:pt x="319" y="124"/>
                    <a:pt x="319" y="124"/>
                  </a:cubicBezTo>
                  <a:cubicBezTo>
                    <a:pt x="319" y="124"/>
                    <a:pt x="319" y="124"/>
                    <a:pt x="319" y="124"/>
                  </a:cubicBezTo>
                  <a:cubicBezTo>
                    <a:pt x="319" y="124"/>
                    <a:pt x="319" y="124"/>
                    <a:pt x="319" y="124"/>
                  </a:cubicBezTo>
                  <a:cubicBezTo>
                    <a:pt x="320" y="122"/>
                    <a:pt x="315" y="109"/>
                    <a:pt x="303" y="98"/>
                  </a:cubicBezTo>
                  <a:cubicBezTo>
                    <a:pt x="303" y="98"/>
                    <a:pt x="303" y="98"/>
                    <a:pt x="303" y="98"/>
                  </a:cubicBezTo>
                  <a:cubicBezTo>
                    <a:pt x="292" y="87"/>
                    <a:pt x="276" y="76"/>
                    <a:pt x="255" y="74"/>
                  </a:cubicBezTo>
                  <a:cubicBezTo>
                    <a:pt x="255" y="74"/>
                    <a:pt x="255" y="74"/>
                    <a:pt x="255" y="74"/>
                  </a:cubicBezTo>
                  <a:cubicBezTo>
                    <a:pt x="252" y="74"/>
                    <a:pt x="250" y="74"/>
                    <a:pt x="248" y="74"/>
                  </a:cubicBezTo>
                  <a:cubicBezTo>
                    <a:pt x="248" y="74"/>
                    <a:pt x="248" y="74"/>
                    <a:pt x="248" y="74"/>
                  </a:cubicBezTo>
                  <a:cubicBezTo>
                    <a:pt x="229" y="73"/>
                    <a:pt x="220" y="79"/>
                    <a:pt x="215" y="85"/>
                  </a:cubicBezTo>
                  <a:cubicBezTo>
                    <a:pt x="215" y="85"/>
                    <a:pt x="215" y="85"/>
                    <a:pt x="215" y="85"/>
                  </a:cubicBezTo>
                  <a:cubicBezTo>
                    <a:pt x="213" y="88"/>
                    <a:pt x="212" y="91"/>
                    <a:pt x="211" y="93"/>
                  </a:cubicBezTo>
                  <a:cubicBezTo>
                    <a:pt x="211" y="93"/>
                    <a:pt x="211" y="93"/>
                    <a:pt x="211" y="93"/>
                  </a:cubicBezTo>
                  <a:cubicBezTo>
                    <a:pt x="210" y="94"/>
                    <a:pt x="210" y="95"/>
                    <a:pt x="210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02" y="96"/>
                    <a:pt x="202" y="96"/>
                    <a:pt x="202" y="96"/>
                  </a:cubicBezTo>
                  <a:cubicBezTo>
                    <a:pt x="197" y="77"/>
                    <a:pt x="197" y="72"/>
                    <a:pt x="173" y="45"/>
                  </a:cubicBezTo>
                  <a:cubicBezTo>
                    <a:pt x="173" y="45"/>
                    <a:pt x="173" y="45"/>
                    <a:pt x="173" y="45"/>
                  </a:cubicBezTo>
                  <a:cubicBezTo>
                    <a:pt x="154" y="24"/>
                    <a:pt x="126" y="10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87" y="9"/>
                    <a:pt x="79" y="9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36" y="16"/>
                    <a:pt x="9" y="53"/>
                    <a:pt x="8" y="71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73"/>
                    <a:pt x="9" y="75"/>
                    <a:pt x="9" y="7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5" y="91"/>
                    <a:pt x="39" y="102"/>
                    <a:pt x="89" y="113"/>
                  </a:cubicBezTo>
                  <a:cubicBezTo>
                    <a:pt x="89" y="113"/>
                    <a:pt x="89" y="113"/>
                    <a:pt x="89" y="113"/>
                  </a:cubicBezTo>
                  <a:cubicBezTo>
                    <a:pt x="139" y="125"/>
                    <a:pt x="162" y="143"/>
                    <a:pt x="163" y="190"/>
                  </a:cubicBezTo>
                  <a:cubicBezTo>
                    <a:pt x="163" y="190"/>
                    <a:pt x="163" y="190"/>
                    <a:pt x="163" y="190"/>
                  </a:cubicBezTo>
                  <a:cubicBezTo>
                    <a:pt x="165" y="234"/>
                    <a:pt x="185" y="245"/>
                    <a:pt x="202" y="268"/>
                  </a:cubicBezTo>
                  <a:cubicBezTo>
                    <a:pt x="202" y="268"/>
                    <a:pt x="202" y="268"/>
                    <a:pt x="202" y="268"/>
                  </a:cubicBezTo>
                  <a:cubicBezTo>
                    <a:pt x="208" y="278"/>
                    <a:pt x="247" y="284"/>
                    <a:pt x="277" y="284"/>
                  </a:cubicBezTo>
                  <a:cubicBezTo>
                    <a:pt x="277" y="284"/>
                    <a:pt x="277" y="284"/>
                    <a:pt x="277" y="284"/>
                  </a:cubicBezTo>
                  <a:cubicBezTo>
                    <a:pt x="296" y="285"/>
                    <a:pt x="311" y="284"/>
                    <a:pt x="315" y="284"/>
                  </a:cubicBezTo>
                  <a:cubicBezTo>
                    <a:pt x="315" y="284"/>
                    <a:pt x="315" y="284"/>
                    <a:pt x="315" y="284"/>
                  </a:cubicBezTo>
                  <a:cubicBezTo>
                    <a:pt x="318" y="283"/>
                    <a:pt x="323" y="281"/>
                    <a:pt x="329" y="281"/>
                  </a:cubicBezTo>
                  <a:cubicBezTo>
                    <a:pt x="329" y="281"/>
                    <a:pt x="329" y="281"/>
                    <a:pt x="329" y="281"/>
                  </a:cubicBezTo>
                  <a:cubicBezTo>
                    <a:pt x="332" y="281"/>
                    <a:pt x="335" y="281"/>
                    <a:pt x="338" y="284"/>
                  </a:cubicBezTo>
                  <a:cubicBezTo>
                    <a:pt x="338" y="284"/>
                    <a:pt x="338" y="284"/>
                    <a:pt x="338" y="284"/>
                  </a:cubicBezTo>
                  <a:cubicBezTo>
                    <a:pt x="338" y="284"/>
                    <a:pt x="338" y="284"/>
                    <a:pt x="338" y="284"/>
                  </a:cubicBezTo>
                  <a:cubicBezTo>
                    <a:pt x="338" y="284"/>
                    <a:pt x="338" y="284"/>
                    <a:pt x="339" y="284"/>
                  </a:cubicBezTo>
                  <a:cubicBezTo>
                    <a:pt x="339" y="284"/>
                    <a:pt x="339" y="284"/>
                    <a:pt x="339" y="284"/>
                  </a:cubicBezTo>
                  <a:cubicBezTo>
                    <a:pt x="340" y="284"/>
                    <a:pt x="341" y="284"/>
                    <a:pt x="343" y="285"/>
                  </a:cubicBezTo>
                  <a:cubicBezTo>
                    <a:pt x="343" y="285"/>
                    <a:pt x="343" y="285"/>
                    <a:pt x="343" y="285"/>
                  </a:cubicBezTo>
                  <a:cubicBezTo>
                    <a:pt x="347" y="285"/>
                    <a:pt x="352" y="286"/>
                    <a:pt x="358" y="286"/>
                  </a:cubicBezTo>
                  <a:cubicBezTo>
                    <a:pt x="358" y="286"/>
                    <a:pt x="358" y="286"/>
                    <a:pt x="358" y="286"/>
                  </a:cubicBezTo>
                  <a:cubicBezTo>
                    <a:pt x="385" y="287"/>
                    <a:pt x="429" y="284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61" y="269"/>
                    <a:pt x="485" y="260"/>
                    <a:pt x="503" y="246"/>
                  </a:cubicBezTo>
                  <a:cubicBezTo>
                    <a:pt x="503" y="246"/>
                    <a:pt x="503" y="246"/>
                    <a:pt x="503" y="246"/>
                  </a:cubicBezTo>
                  <a:cubicBezTo>
                    <a:pt x="507" y="243"/>
                    <a:pt x="510" y="232"/>
                    <a:pt x="511" y="218"/>
                  </a:cubicBezTo>
                  <a:cubicBezTo>
                    <a:pt x="511" y="218"/>
                    <a:pt x="511" y="218"/>
                    <a:pt x="511" y="218"/>
                  </a:cubicBezTo>
                  <a:cubicBezTo>
                    <a:pt x="511" y="190"/>
                    <a:pt x="505" y="155"/>
                    <a:pt x="505" y="155"/>
                  </a:cubicBezTo>
                  <a:cubicBezTo>
                    <a:pt x="505" y="155"/>
                    <a:pt x="505" y="155"/>
                    <a:pt x="505" y="155"/>
                  </a:cubicBezTo>
                  <a:cubicBezTo>
                    <a:pt x="504" y="152"/>
                    <a:pt x="506" y="150"/>
                    <a:pt x="508" y="150"/>
                  </a:cubicBezTo>
                  <a:cubicBezTo>
                    <a:pt x="508" y="150"/>
                    <a:pt x="508" y="150"/>
                    <a:pt x="508" y="150"/>
                  </a:cubicBezTo>
                  <a:cubicBezTo>
                    <a:pt x="510" y="149"/>
                    <a:pt x="513" y="151"/>
                    <a:pt x="513" y="153"/>
                  </a:cubicBezTo>
                  <a:cubicBezTo>
                    <a:pt x="513" y="153"/>
                    <a:pt x="513" y="153"/>
                    <a:pt x="513" y="153"/>
                  </a:cubicBezTo>
                  <a:cubicBezTo>
                    <a:pt x="513" y="153"/>
                    <a:pt x="520" y="189"/>
                    <a:pt x="519" y="218"/>
                  </a:cubicBezTo>
                  <a:cubicBezTo>
                    <a:pt x="519" y="218"/>
                    <a:pt x="519" y="218"/>
                    <a:pt x="519" y="218"/>
                  </a:cubicBezTo>
                  <a:cubicBezTo>
                    <a:pt x="518" y="233"/>
                    <a:pt x="517" y="246"/>
                    <a:pt x="508" y="253"/>
                  </a:cubicBezTo>
                  <a:close/>
                  <a:moveTo>
                    <a:pt x="328" y="125"/>
                  </a:moveTo>
                  <a:cubicBezTo>
                    <a:pt x="328" y="125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4"/>
                  </a:cubicBezTo>
                  <a:cubicBezTo>
                    <a:pt x="328" y="124"/>
                    <a:pt x="328" y="124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42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5214" y="1463"/>
              <a:ext cx="612" cy="348"/>
            </a:xfrm>
            <a:custGeom>
              <a:avLst/>
              <a:gdLst>
                <a:gd name="T0" fmla="*/ 359 w 521"/>
                <a:gd name="T1" fmla="*/ 296 h 297"/>
                <a:gd name="T2" fmla="*/ 323 w 521"/>
                <a:gd name="T3" fmla="*/ 293 h 297"/>
                <a:gd name="T4" fmla="*/ 278 w 521"/>
                <a:gd name="T5" fmla="*/ 295 h 297"/>
                <a:gd name="T6" fmla="*/ 155 w 521"/>
                <a:gd name="T7" fmla="*/ 192 h 297"/>
                <a:gd name="T8" fmla="*/ 2 w 521"/>
                <a:gd name="T9" fmla="*/ 81 h 297"/>
                <a:gd name="T10" fmla="*/ 70 w 521"/>
                <a:gd name="T11" fmla="*/ 2 h 297"/>
                <a:gd name="T12" fmla="*/ 208 w 521"/>
                <a:gd name="T13" fmla="*/ 81 h 297"/>
                <a:gd name="T14" fmla="*/ 250 w 521"/>
                <a:gd name="T15" fmla="*/ 65 h 297"/>
                <a:gd name="T16" fmla="*/ 328 w 521"/>
                <a:gd name="T17" fmla="*/ 115 h 297"/>
                <a:gd name="T18" fmla="*/ 330 w 521"/>
                <a:gd name="T19" fmla="*/ 125 h 297"/>
                <a:gd name="T20" fmla="*/ 363 w 521"/>
                <a:gd name="T21" fmla="*/ 97 h 297"/>
                <a:gd name="T22" fmla="*/ 370 w 521"/>
                <a:gd name="T23" fmla="*/ 105 h 297"/>
                <a:gd name="T24" fmla="*/ 346 w 521"/>
                <a:gd name="T25" fmla="*/ 130 h 297"/>
                <a:gd name="T26" fmla="*/ 324 w 521"/>
                <a:gd name="T27" fmla="*/ 134 h 297"/>
                <a:gd name="T28" fmla="*/ 320 w 521"/>
                <a:gd name="T29" fmla="*/ 125 h 297"/>
                <a:gd name="T30" fmla="*/ 249 w 521"/>
                <a:gd name="T31" fmla="*/ 75 h 297"/>
                <a:gd name="T32" fmla="*/ 213 w 521"/>
                <a:gd name="T33" fmla="*/ 94 h 297"/>
                <a:gd name="T34" fmla="*/ 173 w 521"/>
                <a:gd name="T35" fmla="*/ 46 h 297"/>
                <a:gd name="T36" fmla="*/ 28 w 521"/>
                <a:gd name="T37" fmla="*/ 38 h 297"/>
                <a:gd name="T38" fmla="*/ 18 w 521"/>
                <a:gd name="T39" fmla="*/ 86 h 297"/>
                <a:gd name="T40" fmla="*/ 203 w 521"/>
                <a:gd name="T41" fmla="*/ 269 h 297"/>
                <a:gd name="T42" fmla="*/ 316 w 521"/>
                <a:gd name="T43" fmla="*/ 285 h 297"/>
                <a:gd name="T44" fmla="*/ 344 w 521"/>
                <a:gd name="T45" fmla="*/ 285 h 297"/>
                <a:gd name="T46" fmla="*/ 504 w 521"/>
                <a:gd name="T47" fmla="*/ 246 h 297"/>
                <a:gd name="T48" fmla="*/ 505 w 521"/>
                <a:gd name="T49" fmla="*/ 156 h 297"/>
                <a:gd name="T50" fmla="*/ 513 w 521"/>
                <a:gd name="T51" fmla="*/ 151 h 297"/>
                <a:gd name="T52" fmla="*/ 515 w 521"/>
                <a:gd name="T53" fmla="*/ 155 h 297"/>
                <a:gd name="T54" fmla="*/ 512 w 521"/>
                <a:gd name="T55" fmla="*/ 252 h 297"/>
                <a:gd name="T56" fmla="*/ 519 w 521"/>
                <a:gd name="T57" fmla="*/ 219 h 297"/>
                <a:gd name="T58" fmla="*/ 507 w 521"/>
                <a:gd name="T59" fmla="*/ 152 h 297"/>
                <a:gd name="T60" fmla="*/ 506 w 521"/>
                <a:gd name="T61" fmla="*/ 156 h 297"/>
                <a:gd name="T62" fmla="*/ 510 w 521"/>
                <a:gd name="T63" fmla="*/ 177 h 297"/>
                <a:gd name="T64" fmla="*/ 442 w 521"/>
                <a:gd name="T65" fmla="*/ 280 h 297"/>
                <a:gd name="T66" fmla="*/ 340 w 521"/>
                <a:gd name="T67" fmla="*/ 286 h 297"/>
                <a:gd name="T68" fmla="*/ 317 w 521"/>
                <a:gd name="T69" fmla="*/ 286 h 297"/>
                <a:gd name="T70" fmla="*/ 204 w 521"/>
                <a:gd name="T71" fmla="*/ 272 h 297"/>
                <a:gd name="T72" fmla="*/ 90 w 521"/>
                <a:gd name="T73" fmla="*/ 115 h 297"/>
                <a:gd name="T74" fmla="*/ 9 w 521"/>
                <a:gd name="T75" fmla="*/ 72 h 297"/>
                <a:gd name="T76" fmla="*/ 166 w 521"/>
                <a:gd name="T77" fmla="*/ 37 h 297"/>
                <a:gd name="T78" fmla="*/ 211 w 521"/>
                <a:gd name="T79" fmla="*/ 93 h 297"/>
                <a:gd name="T80" fmla="*/ 249 w 521"/>
                <a:gd name="T81" fmla="*/ 74 h 297"/>
                <a:gd name="T82" fmla="*/ 321 w 521"/>
                <a:gd name="T83" fmla="*/ 125 h 297"/>
                <a:gd name="T84" fmla="*/ 325 w 521"/>
                <a:gd name="T85" fmla="*/ 132 h 297"/>
                <a:gd name="T86" fmla="*/ 345 w 521"/>
                <a:gd name="T87" fmla="*/ 130 h 297"/>
                <a:gd name="T88" fmla="*/ 368 w 521"/>
                <a:gd name="T89" fmla="*/ 104 h 297"/>
                <a:gd name="T90" fmla="*/ 364 w 521"/>
                <a:gd name="T91" fmla="*/ 98 h 297"/>
                <a:gd name="T92" fmla="*/ 331 w 521"/>
                <a:gd name="T93" fmla="*/ 127 h 297"/>
                <a:gd name="T94" fmla="*/ 329 w 521"/>
                <a:gd name="T95" fmla="*/ 126 h 297"/>
                <a:gd name="T96" fmla="*/ 328 w 521"/>
                <a:gd name="T97" fmla="*/ 126 h 297"/>
                <a:gd name="T98" fmla="*/ 329 w 521"/>
                <a:gd name="T99" fmla="*/ 125 h 297"/>
                <a:gd name="T100" fmla="*/ 306 w 521"/>
                <a:gd name="T101" fmla="*/ 90 h 297"/>
                <a:gd name="T102" fmla="*/ 211 w 521"/>
                <a:gd name="T103" fmla="*/ 80 h 297"/>
                <a:gd name="T104" fmla="*/ 179 w 521"/>
                <a:gd name="T105" fmla="*/ 41 h 297"/>
                <a:gd name="T106" fmla="*/ 70 w 521"/>
                <a:gd name="T107" fmla="*/ 4 h 297"/>
                <a:gd name="T108" fmla="*/ 12 w 521"/>
                <a:gd name="T109" fmla="*/ 93 h 297"/>
                <a:gd name="T110" fmla="*/ 156 w 521"/>
                <a:gd name="T111" fmla="*/ 192 h 297"/>
                <a:gd name="T112" fmla="*/ 318 w 521"/>
                <a:gd name="T113" fmla="*/ 293 h 297"/>
                <a:gd name="T114" fmla="*/ 330 w 521"/>
                <a:gd name="T115" fmla="*/ 289 h 297"/>
                <a:gd name="T116" fmla="*/ 445 w 521"/>
                <a:gd name="T117" fmla="*/ 286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1" h="297">
                  <a:moveTo>
                    <a:pt x="510" y="254"/>
                  </a:moveTo>
                  <a:cubicBezTo>
                    <a:pt x="509" y="254"/>
                    <a:pt x="509" y="254"/>
                    <a:pt x="509" y="254"/>
                  </a:cubicBezTo>
                  <a:cubicBezTo>
                    <a:pt x="510" y="254"/>
                    <a:pt x="510" y="254"/>
                    <a:pt x="510" y="254"/>
                  </a:cubicBezTo>
                  <a:cubicBezTo>
                    <a:pt x="490" y="269"/>
                    <a:pt x="466" y="279"/>
                    <a:pt x="446" y="288"/>
                  </a:cubicBezTo>
                  <a:cubicBezTo>
                    <a:pt x="446" y="288"/>
                    <a:pt x="446" y="288"/>
                    <a:pt x="446" y="288"/>
                  </a:cubicBezTo>
                  <a:cubicBezTo>
                    <a:pt x="429" y="295"/>
                    <a:pt x="387" y="297"/>
                    <a:pt x="359" y="296"/>
                  </a:cubicBezTo>
                  <a:cubicBezTo>
                    <a:pt x="359" y="296"/>
                    <a:pt x="359" y="296"/>
                    <a:pt x="359" y="296"/>
                  </a:cubicBezTo>
                  <a:cubicBezTo>
                    <a:pt x="353" y="296"/>
                    <a:pt x="347" y="296"/>
                    <a:pt x="343" y="295"/>
                  </a:cubicBezTo>
                  <a:cubicBezTo>
                    <a:pt x="343" y="295"/>
                    <a:pt x="343" y="295"/>
                    <a:pt x="343" y="295"/>
                  </a:cubicBezTo>
                  <a:cubicBezTo>
                    <a:pt x="339" y="294"/>
                    <a:pt x="336" y="294"/>
                    <a:pt x="333" y="292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2" y="291"/>
                    <a:pt x="331" y="291"/>
                    <a:pt x="330" y="291"/>
                  </a:cubicBezTo>
                  <a:cubicBezTo>
                    <a:pt x="330" y="291"/>
                    <a:pt x="330" y="291"/>
                    <a:pt x="330" y="291"/>
                  </a:cubicBezTo>
                  <a:cubicBezTo>
                    <a:pt x="328" y="291"/>
                    <a:pt x="325" y="292"/>
                    <a:pt x="323" y="293"/>
                  </a:cubicBezTo>
                  <a:cubicBezTo>
                    <a:pt x="323" y="293"/>
                    <a:pt x="323" y="293"/>
                    <a:pt x="323" y="293"/>
                  </a:cubicBezTo>
                  <a:cubicBezTo>
                    <a:pt x="321" y="293"/>
                    <a:pt x="320" y="294"/>
                    <a:pt x="320" y="294"/>
                  </a:cubicBezTo>
                  <a:cubicBezTo>
                    <a:pt x="320" y="294"/>
                    <a:pt x="320" y="294"/>
                    <a:pt x="320" y="294"/>
                  </a:cubicBezTo>
                  <a:cubicBezTo>
                    <a:pt x="319" y="295"/>
                    <a:pt x="319" y="295"/>
                    <a:pt x="319" y="295"/>
                  </a:cubicBezTo>
                  <a:cubicBezTo>
                    <a:pt x="319" y="295"/>
                    <a:pt x="319" y="295"/>
                    <a:pt x="319" y="295"/>
                  </a:cubicBezTo>
                  <a:cubicBezTo>
                    <a:pt x="318" y="295"/>
                    <a:pt x="318" y="295"/>
                    <a:pt x="318" y="295"/>
                  </a:cubicBezTo>
                  <a:cubicBezTo>
                    <a:pt x="318" y="295"/>
                    <a:pt x="300" y="295"/>
                    <a:pt x="278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49" y="293"/>
                    <a:pt x="213" y="291"/>
                    <a:pt x="198" y="278"/>
                  </a:cubicBezTo>
                  <a:cubicBezTo>
                    <a:pt x="198" y="278"/>
                    <a:pt x="198" y="278"/>
                    <a:pt x="198" y="278"/>
                  </a:cubicBezTo>
                  <a:cubicBezTo>
                    <a:pt x="197" y="277"/>
                    <a:pt x="196" y="276"/>
                    <a:pt x="195" y="275"/>
                  </a:cubicBezTo>
                  <a:cubicBezTo>
                    <a:pt x="195" y="275"/>
                    <a:pt x="195" y="275"/>
                    <a:pt x="195" y="275"/>
                  </a:cubicBezTo>
                  <a:cubicBezTo>
                    <a:pt x="180" y="254"/>
                    <a:pt x="157" y="239"/>
                    <a:pt x="155" y="192"/>
                  </a:cubicBezTo>
                  <a:cubicBezTo>
                    <a:pt x="155" y="192"/>
                    <a:pt x="155" y="192"/>
                    <a:pt x="155" y="192"/>
                  </a:cubicBezTo>
                  <a:cubicBezTo>
                    <a:pt x="154" y="169"/>
                    <a:pt x="149" y="155"/>
                    <a:pt x="138" y="145"/>
                  </a:cubicBezTo>
                  <a:cubicBezTo>
                    <a:pt x="138" y="145"/>
                    <a:pt x="138" y="145"/>
                    <a:pt x="138" y="145"/>
                  </a:cubicBezTo>
                  <a:cubicBezTo>
                    <a:pt x="127" y="136"/>
                    <a:pt x="111" y="130"/>
                    <a:pt x="88" y="124"/>
                  </a:cubicBezTo>
                  <a:cubicBezTo>
                    <a:pt x="88" y="124"/>
                    <a:pt x="88" y="124"/>
                    <a:pt x="88" y="124"/>
                  </a:cubicBezTo>
                  <a:cubicBezTo>
                    <a:pt x="49" y="114"/>
                    <a:pt x="25" y="106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7" y="90"/>
                    <a:pt x="4" y="86"/>
                    <a:pt x="2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0" y="78"/>
                    <a:pt x="0" y="75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1" y="60"/>
                    <a:pt x="8" y="45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32" y="18"/>
                    <a:pt x="50" y="6"/>
                    <a:pt x="70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9" y="1"/>
                    <a:pt x="87" y="0"/>
                    <a:pt x="96" y="1"/>
                  </a:cubicBezTo>
                  <a:cubicBezTo>
                    <a:pt x="96" y="1"/>
                    <a:pt x="96" y="1"/>
                    <a:pt x="96" y="1"/>
                  </a:cubicBezTo>
                  <a:cubicBezTo>
                    <a:pt x="125" y="2"/>
                    <a:pt x="152" y="13"/>
                    <a:pt x="172" y="31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75" y="33"/>
                    <a:pt x="178" y="36"/>
                    <a:pt x="181" y="39"/>
                  </a:cubicBezTo>
                  <a:cubicBezTo>
                    <a:pt x="181" y="39"/>
                    <a:pt x="181" y="39"/>
                    <a:pt x="181" y="39"/>
                  </a:cubicBezTo>
                  <a:cubicBezTo>
                    <a:pt x="198" y="59"/>
                    <a:pt x="205" y="70"/>
                    <a:pt x="208" y="81"/>
                  </a:cubicBezTo>
                  <a:cubicBezTo>
                    <a:pt x="208" y="81"/>
                    <a:pt x="208" y="81"/>
                    <a:pt x="208" y="81"/>
                  </a:cubicBezTo>
                  <a:cubicBezTo>
                    <a:pt x="208" y="81"/>
                    <a:pt x="208" y="81"/>
                    <a:pt x="209" y="80"/>
                  </a:cubicBezTo>
                  <a:cubicBezTo>
                    <a:pt x="209" y="80"/>
                    <a:pt x="209" y="80"/>
                    <a:pt x="209" y="80"/>
                  </a:cubicBezTo>
                  <a:cubicBezTo>
                    <a:pt x="209" y="80"/>
                    <a:pt x="209" y="79"/>
                    <a:pt x="210" y="79"/>
                  </a:cubicBezTo>
                  <a:cubicBezTo>
                    <a:pt x="210" y="79"/>
                    <a:pt x="210" y="79"/>
                    <a:pt x="210" y="79"/>
                  </a:cubicBezTo>
                  <a:cubicBezTo>
                    <a:pt x="217" y="71"/>
                    <a:pt x="229" y="64"/>
                    <a:pt x="250" y="65"/>
                  </a:cubicBezTo>
                  <a:cubicBezTo>
                    <a:pt x="250" y="65"/>
                    <a:pt x="250" y="65"/>
                    <a:pt x="250" y="65"/>
                  </a:cubicBezTo>
                  <a:cubicBezTo>
                    <a:pt x="252" y="65"/>
                    <a:pt x="254" y="65"/>
                    <a:pt x="257" y="66"/>
                  </a:cubicBezTo>
                  <a:cubicBezTo>
                    <a:pt x="257" y="66"/>
                    <a:pt x="257" y="66"/>
                    <a:pt x="257" y="66"/>
                  </a:cubicBezTo>
                  <a:cubicBezTo>
                    <a:pt x="278" y="68"/>
                    <a:pt x="295" y="78"/>
                    <a:pt x="307" y="88"/>
                  </a:cubicBezTo>
                  <a:cubicBezTo>
                    <a:pt x="307" y="88"/>
                    <a:pt x="307" y="88"/>
                    <a:pt x="307" y="88"/>
                  </a:cubicBezTo>
                  <a:cubicBezTo>
                    <a:pt x="309" y="90"/>
                    <a:pt x="310" y="91"/>
                    <a:pt x="311" y="92"/>
                  </a:cubicBezTo>
                  <a:cubicBezTo>
                    <a:pt x="311" y="92"/>
                    <a:pt x="311" y="92"/>
                    <a:pt x="311" y="92"/>
                  </a:cubicBezTo>
                  <a:cubicBezTo>
                    <a:pt x="319" y="101"/>
                    <a:pt x="325" y="109"/>
                    <a:pt x="328" y="115"/>
                  </a:cubicBezTo>
                  <a:cubicBezTo>
                    <a:pt x="328" y="115"/>
                    <a:pt x="328" y="115"/>
                    <a:pt x="328" y="115"/>
                  </a:cubicBezTo>
                  <a:cubicBezTo>
                    <a:pt x="330" y="113"/>
                    <a:pt x="330" y="113"/>
                    <a:pt x="330" y="113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0" y="125"/>
                    <a:pt x="330" y="125"/>
                    <a:pt x="330" y="125"/>
                  </a:cubicBezTo>
                  <a:cubicBezTo>
                    <a:pt x="330" y="126"/>
                    <a:pt x="331" y="126"/>
                    <a:pt x="331" y="126"/>
                  </a:cubicBezTo>
                  <a:cubicBezTo>
                    <a:pt x="331" y="126"/>
                    <a:pt x="331" y="126"/>
                    <a:pt x="331" y="126"/>
                  </a:cubicBezTo>
                  <a:cubicBezTo>
                    <a:pt x="333" y="126"/>
                    <a:pt x="336" y="125"/>
                    <a:pt x="337" y="125"/>
                  </a:cubicBezTo>
                  <a:cubicBezTo>
                    <a:pt x="337" y="125"/>
                    <a:pt x="337" y="125"/>
                    <a:pt x="337" y="125"/>
                  </a:cubicBezTo>
                  <a:cubicBezTo>
                    <a:pt x="339" y="122"/>
                    <a:pt x="342" y="116"/>
                    <a:pt x="347" y="110"/>
                  </a:cubicBezTo>
                  <a:cubicBezTo>
                    <a:pt x="347" y="110"/>
                    <a:pt x="347" y="110"/>
                    <a:pt x="347" y="110"/>
                  </a:cubicBezTo>
                  <a:cubicBezTo>
                    <a:pt x="351" y="106"/>
                    <a:pt x="356" y="101"/>
                    <a:pt x="363" y="97"/>
                  </a:cubicBezTo>
                  <a:cubicBezTo>
                    <a:pt x="363" y="97"/>
                    <a:pt x="363" y="97"/>
                    <a:pt x="363" y="97"/>
                  </a:cubicBezTo>
                  <a:cubicBezTo>
                    <a:pt x="365" y="96"/>
                    <a:pt x="368" y="96"/>
                    <a:pt x="369" y="97"/>
                  </a:cubicBezTo>
                  <a:cubicBezTo>
                    <a:pt x="369" y="97"/>
                    <a:pt x="369" y="97"/>
                    <a:pt x="369" y="97"/>
                  </a:cubicBezTo>
                  <a:cubicBezTo>
                    <a:pt x="370" y="98"/>
                    <a:pt x="370" y="98"/>
                    <a:pt x="370" y="99"/>
                  </a:cubicBezTo>
                  <a:cubicBezTo>
                    <a:pt x="370" y="99"/>
                    <a:pt x="370" y="99"/>
                    <a:pt x="370" y="99"/>
                  </a:cubicBezTo>
                  <a:cubicBezTo>
                    <a:pt x="371" y="101"/>
                    <a:pt x="371" y="103"/>
                    <a:pt x="370" y="105"/>
                  </a:cubicBezTo>
                  <a:cubicBezTo>
                    <a:pt x="370" y="105"/>
                    <a:pt x="370" y="105"/>
                    <a:pt x="370" y="105"/>
                  </a:cubicBezTo>
                  <a:cubicBezTo>
                    <a:pt x="369" y="105"/>
                    <a:pt x="369" y="105"/>
                    <a:pt x="369" y="106"/>
                  </a:cubicBezTo>
                  <a:cubicBezTo>
                    <a:pt x="369" y="106"/>
                    <a:pt x="369" y="106"/>
                    <a:pt x="369" y="106"/>
                  </a:cubicBezTo>
                  <a:cubicBezTo>
                    <a:pt x="362" y="109"/>
                    <a:pt x="358" y="113"/>
                    <a:pt x="355" y="117"/>
                  </a:cubicBezTo>
                  <a:cubicBezTo>
                    <a:pt x="355" y="117"/>
                    <a:pt x="355" y="117"/>
                    <a:pt x="355" y="117"/>
                  </a:cubicBezTo>
                  <a:cubicBezTo>
                    <a:pt x="353" y="119"/>
                    <a:pt x="351" y="121"/>
                    <a:pt x="350" y="123"/>
                  </a:cubicBezTo>
                  <a:cubicBezTo>
                    <a:pt x="350" y="123"/>
                    <a:pt x="350" y="123"/>
                    <a:pt x="350" y="123"/>
                  </a:cubicBezTo>
                  <a:cubicBezTo>
                    <a:pt x="347" y="127"/>
                    <a:pt x="346" y="130"/>
                    <a:pt x="346" y="130"/>
                  </a:cubicBezTo>
                  <a:cubicBezTo>
                    <a:pt x="346" y="130"/>
                    <a:pt x="346" y="130"/>
                    <a:pt x="346" y="130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5" y="133"/>
                    <a:pt x="345" y="133"/>
                    <a:pt x="345" y="133"/>
                  </a:cubicBezTo>
                  <a:cubicBezTo>
                    <a:pt x="343" y="134"/>
                    <a:pt x="343" y="134"/>
                    <a:pt x="343" y="134"/>
                  </a:cubicBezTo>
                  <a:cubicBezTo>
                    <a:pt x="343" y="134"/>
                    <a:pt x="337" y="136"/>
                    <a:pt x="331" y="136"/>
                  </a:cubicBezTo>
                  <a:cubicBezTo>
                    <a:pt x="331" y="136"/>
                    <a:pt x="331" y="136"/>
                    <a:pt x="331" y="136"/>
                  </a:cubicBezTo>
                  <a:cubicBezTo>
                    <a:pt x="329" y="136"/>
                    <a:pt x="326" y="135"/>
                    <a:pt x="324" y="134"/>
                  </a:cubicBezTo>
                  <a:cubicBezTo>
                    <a:pt x="324" y="134"/>
                    <a:pt x="324" y="134"/>
                    <a:pt x="324" y="134"/>
                  </a:cubicBezTo>
                  <a:cubicBezTo>
                    <a:pt x="323" y="133"/>
                    <a:pt x="323" y="133"/>
                    <a:pt x="323" y="133"/>
                  </a:cubicBezTo>
                  <a:cubicBezTo>
                    <a:pt x="323" y="133"/>
                    <a:pt x="323" y="133"/>
                    <a:pt x="323" y="133"/>
                  </a:cubicBezTo>
                  <a:cubicBezTo>
                    <a:pt x="321" y="131"/>
                    <a:pt x="320" y="128"/>
                    <a:pt x="320" y="125"/>
                  </a:cubicBezTo>
                  <a:cubicBezTo>
                    <a:pt x="320" y="125"/>
                    <a:pt x="320" y="125"/>
                    <a:pt x="320" y="125"/>
                  </a:cubicBezTo>
                  <a:cubicBezTo>
                    <a:pt x="320" y="125"/>
                    <a:pt x="320" y="125"/>
                    <a:pt x="320" y="125"/>
                  </a:cubicBezTo>
                  <a:cubicBezTo>
                    <a:pt x="320" y="125"/>
                    <a:pt x="320" y="125"/>
                    <a:pt x="320" y="125"/>
                  </a:cubicBezTo>
                  <a:cubicBezTo>
                    <a:pt x="320" y="123"/>
                    <a:pt x="315" y="110"/>
                    <a:pt x="304" y="100"/>
                  </a:cubicBezTo>
                  <a:cubicBezTo>
                    <a:pt x="304" y="100"/>
                    <a:pt x="304" y="100"/>
                    <a:pt x="304" y="100"/>
                  </a:cubicBezTo>
                  <a:cubicBezTo>
                    <a:pt x="303" y="98"/>
                    <a:pt x="302" y="97"/>
                    <a:pt x="300" y="96"/>
                  </a:cubicBezTo>
                  <a:cubicBezTo>
                    <a:pt x="300" y="96"/>
                    <a:pt x="300" y="96"/>
                    <a:pt x="300" y="96"/>
                  </a:cubicBezTo>
                  <a:cubicBezTo>
                    <a:pt x="290" y="86"/>
                    <a:pt x="275" y="78"/>
                    <a:pt x="256" y="76"/>
                  </a:cubicBezTo>
                  <a:cubicBezTo>
                    <a:pt x="256" y="76"/>
                    <a:pt x="256" y="76"/>
                    <a:pt x="256" y="76"/>
                  </a:cubicBezTo>
                  <a:cubicBezTo>
                    <a:pt x="253" y="76"/>
                    <a:pt x="251" y="75"/>
                    <a:pt x="249" y="75"/>
                  </a:cubicBezTo>
                  <a:cubicBezTo>
                    <a:pt x="249" y="75"/>
                    <a:pt x="249" y="75"/>
                    <a:pt x="249" y="75"/>
                  </a:cubicBezTo>
                  <a:cubicBezTo>
                    <a:pt x="231" y="75"/>
                    <a:pt x="222" y="80"/>
                    <a:pt x="218" y="86"/>
                  </a:cubicBezTo>
                  <a:cubicBezTo>
                    <a:pt x="218" y="86"/>
                    <a:pt x="218" y="86"/>
                    <a:pt x="218" y="86"/>
                  </a:cubicBezTo>
                  <a:cubicBezTo>
                    <a:pt x="217" y="86"/>
                    <a:pt x="217" y="87"/>
                    <a:pt x="217" y="87"/>
                  </a:cubicBezTo>
                  <a:cubicBezTo>
                    <a:pt x="217" y="87"/>
                    <a:pt x="217" y="87"/>
                    <a:pt x="217" y="87"/>
                  </a:cubicBezTo>
                  <a:cubicBezTo>
                    <a:pt x="215" y="89"/>
                    <a:pt x="213" y="92"/>
                    <a:pt x="213" y="94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2" y="96"/>
                    <a:pt x="212" y="97"/>
                    <a:pt x="212" y="97"/>
                  </a:cubicBezTo>
                  <a:cubicBezTo>
                    <a:pt x="212" y="97"/>
                    <a:pt x="212" y="97"/>
                    <a:pt x="212" y="97"/>
                  </a:cubicBezTo>
                  <a:cubicBezTo>
                    <a:pt x="212" y="97"/>
                    <a:pt x="212" y="97"/>
                    <a:pt x="212" y="97"/>
                  </a:cubicBezTo>
                  <a:cubicBezTo>
                    <a:pt x="202" y="98"/>
                    <a:pt x="202" y="98"/>
                    <a:pt x="202" y="98"/>
                  </a:cubicBezTo>
                  <a:cubicBezTo>
                    <a:pt x="202" y="97"/>
                    <a:pt x="202" y="97"/>
                    <a:pt x="202" y="97"/>
                  </a:cubicBezTo>
                  <a:cubicBezTo>
                    <a:pt x="197" y="78"/>
                    <a:pt x="197" y="74"/>
                    <a:pt x="173" y="46"/>
                  </a:cubicBezTo>
                  <a:cubicBezTo>
                    <a:pt x="173" y="46"/>
                    <a:pt x="173" y="46"/>
                    <a:pt x="173" y="46"/>
                  </a:cubicBezTo>
                  <a:cubicBezTo>
                    <a:pt x="170" y="43"/>
                    <a:pt x="168" y="41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47" y="22"/>
                    <a:pt x="122" y="12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88" y="11"/>
                    <a:pt x="80" y="11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54" y="15"/>
                    <a:pt x="39" y="26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17" y="50"/>
                    <a:pt x="10" y="64"/>
                    <a:pt x="10" y="72"/>
                  </a:cubicBezTo>
                  <a:cubicBezTo>
                    <a:pt x="10" y="72"/>
                    <a:pt x="10" y="72"/>
                    <a:pt x="10" y="72"/>
                  </a:cubicBezTo>
                  <a:cubicBezTo>
                    <a:pt x="10" y="74"/>
                    <a:pt x="10" y="76"/>
                    <a:pt x="11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80"/>
                    <a:pt x="15" y="83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29" y="96"/>
                    <a:pt x="52" y="105"/>
                    <a:pt x="90" y="114"/>
                  </a:cubicBezTo>
                  <a:cubicBezTo>
                    <a:pt x="90" y="114"/>
                    <a:pt x="90" y="114"/>
                    <a:pt x="90" y="114"/>
                  </a:cubicBezTo>
                  <a:cubicBezTo>
                    <a:pt x="114" y="119"/>
                    <a:pt x="132" y="126"/>
                    <a:pt x="144" y="137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58" y="149"/>
                    <a:pt x="164" y="167"/>
                    <a:pt x="165" y="191"/>
                  </a:cubicBezTo>
                  <a:cubicBezTo>
                    <a:pt x="165" y="191"/>
                    <a:pt x="165" y="191"/>
                    <a:pt x="165" y="191"/>
                  </a:cubicBezTo>
                  <a:cubicBezTo>
                    <a:pt x="167" y="235"/>
                    <a:pt x="186" y="245"/>
                    <a:pt x="203" y="269"/>
                  </a:cubicBezTo>
                  <a:cubicBezTo>
                    <a:pt x="203" y="269"/>
                    <a:pt x="203" y="269"/>
                    <a:pt x="203" y="269"/>
                  </a:cubicBezTo>
                  <a:cubicBezTo>
                    <a:pt x="204" y="269"/>
                    <a:pt x="204" y="270"/>
                    <a:pt x="205" y="270"/>
                  </a:cubicBezTo>
                  <a:cubicBezTo>
                    <a:pt x="205" y="270"/>
                    <a:pt x="205" y="270"/>
                    <a:pt x="205" y="270"/>
                  </a:cubicBezTo>
                  <a:cubicBezTo>
                    <a:pt x="214" y="279"/>
                    <a:pt x="250" y="284"/>
                    <a:pt x="278" y="284"/>
                  </a:cubicBezTo>
                  <a:cubicBezTo>
                    <a:pt x="278" y="284"/>
                    <a:pt x="278" y="284"/>
                    <a:pt x="278" y="284"/>
                  </a:cubicBezTo>
                  <a:cubicBezTo>
                    <a:pt x="297" y="285"/>
                    <a:pt x="312" y="285"/>
                    <a:pt x="316" y="285"/>
                  </a:cubicBezTo>
                  <a:cubicBezTo>
                    <a:pt x="316" y="285"/>
                    <a:pt x="316" y="285"/>
                    <a:pt x="316" y="285"/>
                  </a:cubicBezTo>
                  <a:cubicBezTo>
                    <a:pt x="319" y="283"/>
                    <a:pt x="324" y="281"/>
                    <a:pt x="330" y="281"/>
                  </a:cubicBezTo>
                  <a:cubicBezTo>
                    <a:pt x="330" y="281"/>
                    <a:pt x="330" y="281"/>
                    <a:pt x="330" y="281"/>
                  </a:cubicBezTo>
                  <a:cubicBezTo>
                    <a:pt x="333" y="281"/>
                    <a:pt x="336" y="282"/>
                    <a:pt x="339" y="284"/>
                  </a:cubicBezTo>
                  <a:cubicBezTo>
                    <a:pt x="339" y="284"/>
                    <a:pt x="339" y="284"/>
                    <a:pt x="339" y="284"/>
                  </a:cubicBezTo>
                  <a:cubicBezTo>
                    <a:pt x="339" y="284"/>
                    <a:pt x="340" y="284"/>
                    <a:pt x="340" y="284"/>
                  </a:cubicBezTo>
                  <a:cubicBezTo>
                    <a:pt x="340" y="284"/>
                    <a:pt x="340" y="284"/>
                    <a:pt x="340" y="284"/>
                  </a:cubicBezTo>
                  <a:cubicBezTo>
                    <a:pt x="341" y="284"/>
                    <a:pt x="343" y="285"/>
                    <a:pt x="344" y="285"/>
                  </a:cubicBezTo>
                  <a:cubicBezTo>
                    <a:pt x="344" y="285"/>
                    <a:pt x="344" y="285"/>
                    <a:pt x="344" y="285"/>
                  </a:cubicBezTo>
                  <a:cubicBezTo>
                    <a:pt x="348" y="285"/>
                    <a:pt x="354" y="286"/>
                    <a:pt x="360" y="286"/>
                  </a:cubicBezTo>
                  <a:cubicBezTo>
                    <a:pt x="360" y="286"/>
                    <a:pt x="360" y="286"/>
                    <a:pt x="360" y="286"/>
                  </a:cubicBezTo>
                  <a:cubicBezTo>
                    <a:pt x="386" y="287"/>
                    <a:pt x="430" y="284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62" y="269"/>
                    <a:pt x="485" y="260"/>
                    <a:pt x="504" y="246"/>
                  </a:cubicBezTo>
                  <a:cubicBezTo>
                    <a:pt x="504" y="246"/>
                    <a:pt x="504" y="246"/>
                    <a:pt x="504" y="246"/>
                  </a:cubicBezTo>
                  <a:cubicBezTo>
                    <a:pt x="504" y="246"/>
                    <a:pt x="504" y="246"/>
                    <a:pt x="505" y="245"/>
                  </a:cubicBezTo>
                  <a:cubicBezTo>
                    <a:pt x="505" y="245"/>
                    <a:pt x="505" y="245"/>
                    <a:pt x="505" y="245"/>
                  </a:cubicBezTo>
                  <a:cubicBezTo>
                    <a:pt x="508" y="242"/>
                    <a:pt x="510" y="231"/>
                    <a:pt x="511" y="219"/>
                  </a:cubicBezTo>
                  <a:cubicBezTo>
                    <a:pt x="511" y="219"/>
                    <a:pt x="511" y="219"/>
                    <a:pt x="511" y="219"/>
                  </a:cubicBezTo>
                  <a:cubicBezTo>
                    <a:pt x="512" y="192"/>
                    <a:pt x="505" y="158"/>
                    <a:pt x="505" y="156"/>
                  </a:cubicBezTo>
                  <a:cubicBezTo>
                    <a:pt x="505" y="156"/>
                    <a:pt x="505" y="156"/>
                    <a:pt x="505" y="156"/>
                  </a:cubicBezTo>
                  <a:cubicBezTo>
                    <a:pt x="505" y="156"/>
                    <a:pt x="505" y="156"/>
                    <a:pt x="505" y="156"/>
                  </a:cubicBezTo>
                  <a:cubicBezTo>
                    <a:pt x="505" y="156"/>
                    <a:pt x="505" y="156"/>
                    <a:pt x="505" y="156"/>
                  </a:cubicBezTo>
                  <a:cubicBezTo>
                    <a:pt x="504" y="154"/>
                    <a:pt x="505" y="152"/>
                    <a:pt x="506" y="151"/>
                  </a:cubicBezTo>
                  <a:cubicBezTo>
                    <a:pt x="506" y="151"/>
                    <a:pt x="506" y="151"/>
                    <a:pt x="506" y="151"/>
                  </a:cubicBezTo>
                  <a:cubicBezTo>
                    <a:pt x="507" y="151"/>
                    <a:pt x="508" y="150"/>
                    <a:pt x="509" y="150"/>
                  </a:cubicBezTo>
                  <a:cubicBezTo>
                    <a:pt x="509" y="150"/>
                    <a:pt x="509" y="150"/>
                    <a:pt x="509" y="150"/>
                  </a:cubicBezTo>
                  <a:cubicBezTo>
                    <a:pt x="511" y="149"/>
                    <a:pt x="512" y="150"/>
                    <a:pt x="513" y="151"/>
                  </a:cubicBezTo>
                  <a:cubicBezTo>
                    <a:pt x="513" y="151"/>
                    <a:pt x="513" y="151"/>
                    <a:pt x="513" y="151"/>
                  </a:cubicBezTo>
                  <a:cubicBezTo>
                    <a:pt x="514" y="152"/>
                    <a:pt x="515" y="153"/>
                    <a:pt x="515" y="154"/>
                  </a:cubicBezTo>
                  <a:cubicBezTo>
                    <a:pt x="515" y="154"/>
                    <a:pt x="515" y="154"/>
                    <a:pt x="515" y="154"/>
                  </a:cubicBezTo>
                  <a:cubicBezTo>
                    <a:pt x="515" y="154"/>
                    <a:pt x="515" y="154"/>
                    <a:pt x="515" y="154"/>
                  </a:cubicBezTo>
                  <a:cubicBezTo>
                    <a:pt x="515" y="154"/>
                    <a:pt x="515" y="154"/>
                    <a:pt x="515" y="154"/>
                  </a:cubicBezTo>
                  <a:cubicBezTo>
                    <a:pt x="515" y="154"/>
                    <a:pt x="515" y="154"/>
                    <a:pt x="515" y="154"/>
                  </a:cubicBezTo>
                  <a:cubicBezTo>
                    <a:pt x="515" y="155"/>
                    <a:pt x="515" y="155"/>
                    <a:pt x="515" y="155"/>
                  </a:cubicBezTo>
                  <a:cubicBezTo>
                    <a:pt x="515" y="155"/>
                    <a:pt x="515" y="155"/>
                    <a:pt x="515" y="155"/>
                  </a:cubicBezTo>
                  <a:cubicBezTo>
                    <a:pt x="515" y="157"/>
                    <a:pt x="516" y="158"/>
                    <a:pt x="516" y="160"/>
                  </a:cubicBezTo>
                  <a:cubicBezTo>
                    <a:pt x="516" y="160"/>
                    <a:pt x="516" y="160"/>
                    <a:pt x="516" y="160"/>
                  </a:cubicBezTo>
                  <a:cubicBezTo>
                    <a:pt x="517" y="164"/>
                    <a:pt x="517" y="169"/>
                    <a:pt x="518" y="176"/>
                  </a:cubicBezTo>
                  <a:cubicBezTo>
                    <a:pt x="518" y="176"/>
                    <a:pt x="518" y="176"/>
                    <a:pt x="518" y="176"/>
                  </a:cubicBezTo>
                  <a:cubicBezTo>
                    <a:pt x="520" y="188"/>
                    <a:pt x="521" y="205"/>
                    <a:pt x="521" y="219"/>
                  </a:cubicBezTo>
                  <a:cubicBezTo>
                    <a:pt x="521" y="219"/>
                    <a:pt x="521" y="219"/>
                    <a:pt x="521" y="219"/>
                  </a:cubicBezTo>
                  <a:cubicBezTo>
                    <a:pt x="520" y="232"/>
                    <a:pt x="519" y="244"/>
                    <a:pt x="512" y="252"/>
                  </a:cubicBezTo>
                  <a:cubicBezTo>
                    <a:pt x="512" y="252"/>
                    <a:pt x="512" y="252"/>
                    <a:pt x="512" y="252"/>
                  </a:cubicBezTo>
                  <a:cubicBezTo>
                    <a:pt x="512" y="252"/>
                    <a:pt x="512" y="252"/>
                    <a:pt x="512" y="252"/>
                  </a:cubicBezTo>
                  <a:cubicBezTo>
                    <a:pt x="512" y="252"/>
                    <a:pt x="512" y="252"/>
                    <a:pt x="512" y="252"/>
                  </a:cubicBezTo>
                  <a:cubicBezTo>
                    <a:pt x="511" y="253"/>
                    <a:pt x="511" y="254"/>
                    <a:pt x="510" y="254"/>
                  </a:cubicBezTo>
                  <a:close/>
                  <a:moveTo>
                    <a:pt x="511" y="251"/>
                  </a:moveTo>
                  <a:cubicBezTo>
                    <a:pt x="517" y="244"/>
                    <a:pt x="519" y="232"/>
                    <a:pt x="519" y="219"/>
                  </a:cubicBezTo>
                  <a:cubicBezTo>
                    <a:pt x="519" y="219"/>
                    <a:pt x="519" y="219"/>
                    <a:pt x="519" y="219"/>
                  </a:cubicBezTo>
                  <a:cubicBezTo>
                    <a:pt x="520" y="190"/>
                    <a:pt x="513" y="154"/>
                    <a:pt x="513" y="154"/>
                  </a:cubicBezTo>
                  <a:cubicBezTo>
                    <a:pt x="513" y="154"/>
                    <a:pt x="513" y="154"/>
                    <a:pt x="513" y="154"/>
                  </a:cubicBezTo>
                  <a:cubicBezTo>
                    <a:pt x="513" y="153"/>
                    <a:pt x="513" y="153"/>
                    <a:pt x="512" y="152"/>
                  </a:cubicBezTo>
                  <a:cubicBezTo>
                    <a:pt x="512" y="152"/>
                    <a:pt x="512" y="152"/>
                    <a:pt x="512" y="152"/>
                  </a:cubicBezTo>
                  <a:cubicBezTo>
                    <a:pt x="511" y="151"/>
                    <a:pt x="510" y="151"/>
                    <a:pt x="509" y="151"/>
                  </a:cubicBezTo>
                  <a:cubicBezTo>
                    <a:pt x="509" y="151"/>
                    <a:pt x="509" y="151"/>
                    <a:pt x="509" y="151"/>
                  </a:cubicBezTo>
                  <a:cubicBezTo>
                    <a:pt x="508" y="151"/>
                    <a:pt x="508" y="152"/>
                    <a:pt x="507" y="152"/>
                  </a:cubicBezTo>
                  <a:cubicBezTo>
                    <a:pt x="507" y="152"/>
                    <a:pt x="507" y="152"/>
                    <a:pt x="507" y="152"/>
                  </a:cubicBezTo>
                  <a:cubicBezTo>
                    <a:pt x="507" y="153"/>
                    <a:pt x="506" y="154"/>
                    <a:pt x="506" y="155"/>
                  </a:cubicBezTo>
                  <a:cubicBezTo>
                    <a:pt x="506" y="155"/>
                    <a:pt x="506" y="155"/>
                    <a:pt x="506" y="155"/>
                  </a:cubicBezTo>
                  <a:cubicBezTo>
                    <a:pt x="506" y="155"/>
                    <a:pt x="506" y="155"/>
                    <a:pt x="506" y="155"/>
                  </a:cubicBezTo>
                  <a:cubicBezTo>
                    <a:pt x="506" y="155"/>
                    <a:pt x="506" y="155"/>
                    <a:pt x="506" y="156"/>
                  </a:cubicBezTo>
                  <a:cubicBezTo>
                    <a:pt x="506" y="156"/>
                    <a:pt x="506" y="156"/>
                    <a:pt x="506" y="156"/>
                  </a:cubicBezTo>
                  <a:cubicBezTo>
                    <a:pt x="506" y="156"/>
                    <a:pt x="506" y="156"/>
                    <a:pt x="506" y="156"/>
                  </a:cubicBezTo>
                  <a:cubicBezTo>
                    <a:pt x="506" y="156"/>
                    <a:pt x="506" y="156"/>
                    <a:pt x="506" y="156"/>
                  </a:cubicBezTo>
                  <a:cubicBezTo>
                    <a:pt x="507" y="156"/>
                    <a:pt x="507" y="157"/>
                    <a:pt x="507" y="157"/>
                  </a:cubicBezTo>
                  <a:cubicBezTo>
                    <a:pt x="507" y="157"/>
                    <a:pt x="507" y="157"/>
                    <a:pt x="507" y="157"/>
                  </a:cubicBezTo>
                  <a:cubicBezTo>
                    <a:pt x="507" y="158"/>
                    <a:pt x="507" y="160"/>
                    <a:pt x="507" y="161"/>
                  </a:cubicBezTo>
                  <a:cubicBezTo>
                    <a:pt x="507" y="161"/>
                    <a:pt x="507" y="161"/>
                    <a:pt x="507" y="161"/>
                  </a:cubicBezTo>
                  <a:cubicBezTo>
                    <a:pt x="508" y="165"/>
                    <a:pt x="509" y="171"/>
                    <a:pt x="510" y="177"/>
                  </a:cubicBezTo>
                  <a:cubicBezTo>
                    <a:pt x="510" y="177"/>
                    <a:pt x="510" y="177"/>
                    <a:pt x="510" y="177"/>
                  </a:cubicBezTo>
                  <a:cubicBezTo>
                    <a:pt x="511" y="189"/>
                    <a:pt x="513" y="205"/>
                    <a:pt x="512" y="219"/>
                  </a:cubicBezTo>
                  <a:cubicBezTo>
                    <a:pt x="512" y="219"/>
                    <a:pt x="512" y="219"/>
                    <a:pt x="512" y="219"/>
                  </a:cubicBezTo>
                  <a:cubicBezTo>
                    <a:pt x="512" y="231"/>
                    <a:pt x="510" y="242"/>
                    <a:pt x="506" y="246"/>
                  </a:cubicBezTo>
                  <a:cubicBezTo>
                    <a:pt x="506" y="246"/>
                    <a:pt x="506" y="246"/>
                    <a:pt x="506" y="246"/>
                  </a:cubicBezTo>
                  <a:cubicBezTo>
                    <a:pt x="505" y="247"/>
                    <a:pt x="505" y="247"/>
                    <a:pt x="504" y="247"/>
                  </a:cubicBezTo>
                  <a:cubicBezTo>
                    <a:pt x="504" y="247"/>
                    <a:pt x="504" y="247"/>
                    <a:pt x="504" y="247"/>
                  </a:cubicBezTo>
                  <a:cubicBezTo>
                    <a:pt x="486" y="261"/>
                    <a:pt x="463" y="271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29" y="286"/>
                    <a:pt x="386" y="289"/>
                    <a:pt x="359" y="288"/>
                  </a:cubicBezTo>
                  <a:cubicBezTo>
                    <a:pt x="359" y="288"/>
                    <a:pt x="359" y="288"/>
                    <a:pt x="359" y="288"/>
                  </a:cubicBezTo>
                  <a:cubicBezTo>
                    <a:pt x="353" y="287"/>
                    <a:pt x="348" y="287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2" y="286"/>
                    <a:pt x="341" y="286"/>
                    <a:pt x="340" y="286"/>
                  </a:cubicBezTo>
                  <a:cubicBezTo>
                    <a:pt x="340" y="286"/>
                    <a:pt x="340" y="286"/>
                    <a:pt x="340" y="286"/>
                  </a:cubicBezTo>
                  <a:cubicBezTo>
                    <a:pt x="340" y="286"/>
                    <a:pt x="340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8" y="285"/>
                    <a:pt x="338" y="285"/>
                    <a:pt x="338" y="285"/>
                  </a:cubicBezTo>
                  <a:cubicBezTo>
                    <a:pt x="336" y="283"/>
                    <a:pt x="333" y="283"/>
                    <a:pt x="330" y="282"/>
                  </a:cubicBezTo>
                  <a:cubicBezTo>
                    <a:pt x="330" y="282"/>
                    <a:pt x="330" y="282"/>
                    <a:pt x="330" y="282"/>
                  </a:cubicBezTo>
                  <a:cubicBezTo>
                    <a:pt x="324" y="282"/>
                    <a:pt x="319" y="285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6" y="286"/>
                    <a:pt x="316" y="286"/>
                    <a:pt x="316" y="286"/>
                  </a:cubicBezTo>
                  <a:cubicBezTo>
                    <a:pt x="312" y="286"/>
                    <a:pt x="297" y="287"/>
                    <a:pt x="278" y="286"/>
                  </a:cubicBezTo>
                  <a:cubicBezTo>
                    <a:pt x="278" y="286"/>
                    <a:pt x="278" y="286"/>
                    <a:pt x="278" y="286"/>
                  </a:cubicBezTo>
                  <a:cubicBezTo>
                    <a:pt x="250" y="286"/>
                    <a:pt x="214" y="281"/>
                    <a:pt x="204" y="272"/>
                  </a:cubicBezTo>
                  <a:cubicBezTo>
                    <a:pt x="204" y="272"/>
                    <a:pt x="204" y="272"/>
                    <a:pt x="204" y="272"/>
                  </a:cubicBezTo>
                  <a:cubicBezTo>
                    <a:pt x="203" y="271"/>
                    <a:pt x="202" y="270"/>
                    <a:pt x="202" y="269"/>
                  </a:cubicBezTo>
                  <a:cubicBezTo>
                    <a:pt x="202" y="269"/>
                    <a:pt x="202" y="269"/>
                    <a:pt x="202" y="269"/>
                  </a:cubicBezTo>
                  <a:cubicBezTo>
                    <a:pt x="185" y="246"/>
                    <a:pt x="165" y="235"/>
                    <a:pt x="164" y="191"/>
                  </a:cubicBezTo>
                  <a:cubicBezTo>
                    <a:pt x="164" y="191"/>
                    <a:pt x="164" y="191"/>
                    <a:pt x="164" y="191"/>
                  </a:cubicBezTo>
                  <a:cubicBezTo>
                    <a:pt x="163" y="167"/>
                    <a:pt x="156" y="150"/>
                    <a:pt x="143" y="138"/>
                  </a:cubicBezTo>
                  <a:cubicBezTo>
                    <a:pt x="143" y="138"/>
                    <a:pt x="143" y="138"/>
                    <a:pt x="143" y="138"/>
                  </a:cubicBezTo>
                  <a:cubicBezTo>
                    <a:pt x="131" y="128"/>
                    <a:pt x="113" y="121"/>
                    <a:pt x="90" y="115"/>
                  </a:cubicBezTo>
                  <a:cubicBezTo>
                    <a:pt x="90" y="115"/>
                    <a:pt x="90" y="115"/>
                    <a:pt x="90" y="115"/>
                  </a:cubicBezTo>
                  <a:cubicBezTo>
                    <a:pt x="51" y="106"/>
                    <a:pt x="28" y="98"/>
                    <a:pt x="17" y="87"/>
                  </a:cubicBezTo>
                  <a:cubicBezTo>
                    <a:pt x="17" y="87"/>
                    <a:pt x="17" y="87"/>
                    <a:pt x="17" y="87"/>
                  </a:cubicBezTo>
                  <a:cubicBezTo>
                    <a:pt x="13" y="84"/>
                    <a:pt x="11" y="81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9" y="76"/>
                    <a:pt x="9" y="74"/>
                    <a:pt x="9" y="72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9" y="63"/>
                    <a:pt x="15" y="49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38" y="25"/>
                    <a:pt x="53" y="14"/>
                    <a:pt x="71" y="11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80" y="10"/>
                    <a:pt x="88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123" y="10"/>
                    <a:pt x="148" y="20"/>
                    <a:pt x="166" y="37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69" y="40"/>
                    <a:pt x="172" y="42"/>
                    <a:pt x="174" y="45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98" y="73"/>
                    <a:pt x="199" y="78"/>
                    <a:pt x="203" y="96"/>
                  </a:cubicBezTo>
                  <a:cubicBezTo>
                    <a:pt x="203" y="96"/>
                    <a:pt x="203" y="96"/>
                    <a:pt x="203" y="96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1" y="95"/>
                    <a:pt x="211" y="94"/>
                    <a:pt x="211" y="93"/>
                  </a:cubicBezTo>
                  <a:cubicBezTo>
                    <a:pt x="211" y="93"/>
                    <a:pt x="211" y="93"/>
                    <a:pt x="211" y="93"/>
                  </a:cubicBezTo>
                  <a:cubicBezTo>
                    <a:pt x="212" y="91"/>
                    <a:pt x="213" y="89"/>
                    <a:pt x="215" y="86"/>
                  </a:cubicBezTo>
                  <a:cubicBezTo>
                    <a:pt x="215" y="86"/>
                    <a:pt x="215" y="86"/>
                    <a:pt x="215" y="86"/>
                  </a:cubicBezTo>
                  <a:cubicBezTo>
                    <a:pt x="216" y="85"/>
                    <a:pt x="216" y="85"/>
                    <a:pt x="216" y="85"/>
                  </a:cubicBezTo>
                  <a:cubicBezTo>
                    <a:pt x="216" y="85"/>
                    <a:pt x="216" y="85"/>
                    <a:pt x="216" y="85"/>
                  </a:cubicBezTo>
                  <a:cubicBezTo>
                    <a:pt x="222" y="79"/>
                    <a:pt x="231" y="73"/>
                    <a:pt x="249" y="74"/>
                  </a:cubicBezTo>
                  <a:cubicBezTo>
                    <a:pt x="249" y="74"/>
                    <a:pt x="249" y="74"/>
                    <a:pt x="249" y="74"/>
                  </a:cubicBezTo>
                  <a:cubicBezTo>
                    <a:pt x="251" y="74"/>
                    <a:pt x="254" y="74"/>
                    <a:pt x="256" y="74"/>
                  </a:cubicBezTo>
                  <a:cubicBezTo>
                    <a:pt x="256" y="74"/>
                    <a:pt x="256" y="74"/>
                    <a:pt x="256" y="74"/>
                  </a:cubicBezTo>
                  <a:cubicBezTo>
                    <a:pt x="275" y="76"/>
                    <a:pt x="290" y="85"/>
                    <a:pt x="301" y="95"/>
                  </a:cubicBezTo>
                  <a:cubicBezTo>
                    <a:pt x="301" y="95"/>
                    <a:pt x="301" y="95"/>
                    <a:pt x="301" y="95"/>
                  </a:cubicBezTo>
                  <a:cubicBezTo>
                    <a:pt x="303" y="96"/>
                    <a:pt x="304" y="97"/>
                    <a:pt x="305" y="98"/>
                  </a:cubicBezTo>
                  <a:cubicBezTo>
                    <a:pt x="305" y="98"/>
                    <a:pt x="305" y="98"/>
                    <a:pt x="305" y="98"/>
                  </a:cubicBezTo>
                  <a:cubicBezTo>
                    <a:pt x="316" y="109"/>
                    <a:pt x="322" y="122"/>
                    <a:pt x="321" y="125"/>
                  </a:cubicBezTo>
                  <a:cubicBezTo>
                    <a:pt x="321" y="125"/>
                    <a:pt x="321" y="125"/>
                    <a:pt x="321" y="125"/>
                  </a:cubicBezTo>
                  <a:cubicBezTo>
                    <a:pt x="321" y="125"/>
                    <a:pt x="321" y="125"/>
                    <a:pt x="321" y="125"/>
                  </a:cubicBezTo>
                  <a:cubicBezTo>
                    <a:pt x="321" y="125"/>
                    <a:pt x="321" y="125"/>
                    <a:pt x="321" y="125"/>
                  </a:cubicBezTo>
                  <a:cubicBezTo>
                    <a:pt x="321" y="125"/>
                    <a:pt x="321" y="125"/>
                    <a:pt x="321" y="125"/>
                  </a:cubicBezTo>
                  <a:cubicBezTo>
                    <a:pt x="321" y="128"/>
                    <a:pt x="322" y="130"/>
                    <a:pt x="324" y="132"/>
                  </a:cubicBezTo>
                  <a:cubicBezTo>
                    <a:pt x="324" y="132"/>
                    <a:pt x="324" y="132"/>
                    <a:pt x="324" y="132"/>
                  </a:cubicBezTo>
                  <a:cubicBezTo>
                    <a:pt x="324" y="132"/>
                    <a:pt x="324" y="132"/>
                    <a:pt x="325" y="132"/>
                  </a:cubicBezTo>
                  <a:cubicBezTo>
                    <a:pt x="325" y="132"/>
                    <a:pt x="325" y="132"/>
                    <a:pt x="325" y="132"/>
                  </a:cubicBezTo>
                  <a:cubicBezTo>
                    <a:pt x="327" y="134"/>
                    <a:pt x="329" y="134"/>
                    <a:pt x="331" y="134"/>
                  </a:cubicBezTo>
                  <a:cubicBezTo>
                    <a:pt x="331" y="134"/>
                    <a:pt x="331" y="134"/>
                    <a:pt x="331" y="134"/>
                  </a:cubicBezTo>
                  <a:cubicBezTo>
                    <a:pt x="337" y="134"/>
                    <a:pt x="342" y="132"/>
                    <a:pt x="343" y="132"/>
                  </a:cubicBezTo>
                  <a:cubicBezTo>
                    <a:pt x="343" y="132"/>
                    <a:pt x="343" y="132"/>
                    <a:pt x="343" y="132"/>
                  </a:cubicBezTo>
                  <a:cubicBezTo>
                    <a:pt x="344" y="132"/>
                    <a:pt x="344" y="132"/>
                    <a:pt x="344" y="132"/>
                  </a:cubicBezTo>
                  <a:cubicBezTo>
                    <a:pt x="345" y="130"/>
                    <a:pt x="345" y="130"/>
                    <a:pt x="345" y="130"/>
                  </a:cubicBezTo>
                  <a:cubicBezTo>
                    <a:pt x="345" y="130"/>
                    <a:pt x="346" y="127"/>
                    <a:pt x="349" y="122"/>
                  </a:cubicBezTo>
                  <a:cubicBezTo>
                    <a:pt x="349" y="122"/>
                    <a:pt x="349" y="122"/>
                    <a:pt x="349" y="122"/>
                  </a:cubicBezTo>
                  <a:cubicBezTo>
                    <a:pt x="350" y="120"/>
                    <a:pt x="352" y="118"/>
                    <a:pt x="353" y="116"/>
                  </a:cubicBezTo>
                  <a:cubicBezTo>
                    <a:pt x="353" y="116"/>
                    <a:pt x="353" y="116"/>
                    <a:pt x="353" y="116"/>
                  </a:cubicBezTo>
                  <a:cubicBezTo>
                    <a:pt x="357" y="112"/>
                    <a:pt x="361" y="108"/>
                    <a:pt x="368" y="104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8" y="104"/>
                    <a:pt x="368" y="104"/>
                    <a:pt x="368" y="104"/>
                  </a:cubicBezTo>
                  <a:cubicBezTo>
                    <a:pt x="369" y="102"/>
                    <a:pt x="370" y="101"/>
                    <a:pt x="369" y="99"/>
                  </a:cubicBezTo>
                  <a:cubicBezTo>
                    <a:pt x="369" y="99"/>
                    <a:pt x="369" y="99"/>
                    <a:pt x="369" y="99"/>
                  </a:cubicBezTo>
                  <a:cubicBezTo>
                    <a:pt x="369" y="99"/>
                    <a:pt x="368" y="99"/>
                    <a:pt x="368" y="99"/>
                  </a:cubicBezTo>
                  <a:cubicBezTo>
                    <a:pt x="368" y="99"/>
                    <a:pt x="368" y="99"/>
                    <a:pt x="368" y="99"/>
                  </a:cubicBezTo>
                  <a:cubicBezTo>
                    <a:pt x="367" y="98"/>
                    <a:pt x="365" y="97"/>
                    <a:pt x="364" y="98"/>
                  </a:cubicBezTo>
                  <a:cubicBezTo>
                    <a:pt x="364" y="98"/>
                    <a:pt x="364" y="98"/>
                    <a:pt x="364" y="98"/>
                  </a:cubicBezTo>
                  <a:cubicBezTo>
                    <a:pt x="357" y="102"/>
                    <a:pt x="352" y="107"/>
                    <a:pt x="348" y="111"/>
                  </a:cubicBezTo>
                  <a:cubicBezTo>
                    <a:pt x="348" y="111"/>
                    <a:pt x="348" y="111"/>
                    <a:pt x="348" y="111"/>
                  </a:cubicBezTo>
                  <a:cubicBezTo>
                    <a:pt x="343" y="117"/>
                    <a:pt x="340" y="123"/>
                    <a:pt x="339" y="126"/>
                  </a:cubicBezTo>
                  <a:cubicBezTo>
                    <a:pt x="339" y="126"/>
                    <a:pt x="339" y="126"/>
                    <a:pt x="339" y="126"/>
                  </a:cubicBezTo>
                  <a:cubicBezTo>
                    <a:pt x="339" y="126"/>
                    <a:pt x="339" y="126"/>
                    <a:pt x="339" y="126"/>
                  </a:cubicBezTo>
                  <a:cubicBezTo>
                    <a:pt x="338" y="126"/>
                    <a:pt x="338" y="126"/>
                    <a:pt x="338" y="126"/>
                  </a:cubicBezTo>
                  <a:cubicBezTo>
                    <a:pt x="336" y="127"/>
                    <a:pt x="334" y="127"/>
                    <a:pt x="331" y="127"/>
                  </a:cubicBezTo>
                  <a:cubicBezTo>
                    <a:pt x="331" y="127"/>
                    <a:pt x="331" y="127"/>
                    <a:pt x="331" y="127"/>
                  </a:cubicBezTo>
                  <a:cubicBezTo>
                    <a:pt x="330" y="127"/>
                    <a:pt x="329" y="127"/>
                    <a:pt x="329" y="127"/>
                  </a:cubicBezTo>
                  <a:cubicBezTo>
                    <a:pt x="329" y="127"/>
                    <a:pt x="329" y="127"/>
                    <a:pt x="329" y="127"/>
                  </a:cubicBezTo>
                  <a:cubicBezTo>
                    <a:pt x="329" y="127"/>
                    <a:pt x="329" y="127"/>
                    <a:pt x="329" y="126"/>
                  </a:cubicBezTo>
                  <a:cubicBezTo>
                    <a:pt x="329" y="126"/>
                    <a:pt x="329" y="126"/>
                    <a:pt x="329" y="126"/>
                  </a:cubicBezTo>
                  <a:cubicBezTo>
                    <a:pt x="329" y="126"/>
                    <a:pt x="329" y="126"/>
                    <a:pt x="329" y="126"/>
                  </a:cubicBezTo>
                  <a:cubicBezTo>
                    <a:pt x="329" y="126"/>
                    <a:pt x="329" y="126"/>
                    <a:pt x="329" y="126"/>
                  </a:cubicBezTo>
                  <a:cubicBezTo>
                    <a:pt x="329" y="126"/>
                    <a:pt x="329" y="126"/>
                    <a:pt x="329" y="126"/>
                  </a:cubicBezTo>
                  <a:cubicBezTo>
                    <a:pt x="329" y="126"/>
                    <a:pt x="329" y="126"/>
                    <a:pt x="328" y="126"/>
                  </a:cubicBezTo>
                  <a:cubicBezTo>
                    <a:pt x="328" y="126"/>
                    <a:pt x="328" y="126"/>
                    <a:pt x="328" y="126"/>
                  </a:cubicBezTo>
                  <a:cubicBezTo>
                    <a:pt x="328" y="126"/>
                    <a:pt x="328" y="126"/>
                    <a:pt x="328" y="126"/>
                  </a:cubicBezTo>
                  <a:cubicBezTo>
                    <a:pt x="328" y="126"/>
                    <a:pt x="328" y="126"/>
                    <a:pt x="328" y="126"/>
                  </a:cubicBezTo>
                  <a:cubicBezTo>
                    <a:pt x="328" y="126"/>
                    <a:pt x="328" y="126"/>
                    <a:pt x="328" y="126"/>
                  </a:cubicBezTo>
                  <a:cubicBezTo>
                    <a:pt x="328" y="126"/>
                    <a:pt x="328" y="126"/>
                    <a:pt x="328" y="126"/>
                  </a:cubicBezTo>
                  <a:cubicBezTo>
                    <a:pt x="328" y="126"/>
                    <a:pt x="328" y="126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9" y="125"/>
                    <a:pt x="329" y="125"/>
                    <a:pt x="329" y="125"/>
                  </a:cubicBezTo>
                  <a:cubicBezTo>
                    <a:pt x="328" y="125"/>
                    <a:pt x="328" y="125"/>
                    <a:pt x="328" y="125"/>
                  </a:cubicBezTo>
                  <a:cubicBezTo>
                    <a:pt x="329" y="117"/>
                    <a:pt x="329" y="117"/>
                    <a:pt x="329" y="117"/>
                  </a:cubicBezTo>
                  <a:cubicBezTo>
                    <a:pt x="327" y="118"/>
                    <a:pt x="327" y="118"/>
                    <a:pt x="327" y="118"/>
                  </a:cubicBezTo>
                  <a:cubicBezTo>
                    <a:pt x="327" y="117"/>
                    <a:pt x="327" y="117"/>
                    <a:pt x="327" y="117"/>
                  </a:cubicBezTo>
                  <a:cubicBezTo>
                    <a:pt x="324" y="110"/>
                    <a:pt x="318" y="102"/>
                    <a:pt x="310" y="93"/>
                  </a:cubicBezTo>
                  <a:cubicBezTo>
                    <a:pt x="310" y="93"/>
                    <a:pt x="310" y="93"/>
                    <a:pt x="310" y="93"/>
                  </a:cubicBezTo>
                  <a:cubicBezTo>
                    <a:pt x="309" y="92"/>
                    <a:pt x="308" y="91"/>
                    <a:pt x="306" y="90"/>
                  </a:cubicBezTo>
                  <a:cubicBezTo>
                    <a:pt x="306" y="90"/>
                    <a:pt x="306" y="90"/>
                    <a:pt x="306" y="90"/>
                  </a:cubicBezTo>
                  <a:cubicBezTo>
                    <a:pt x="294" y="79"/>
                    <a:pt x="278" y="69"/>
                    <a:pt x="257" y="67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67"/>
                    <a:pt x="252" y="67"/>
                    <a:pt x="250" y="67"/>
                  </a:cubicBezTo>
                  <a:cubicBezTo>
                    <a:pt x="250" y="67"/>
                    <a:pt x="250" y="67"/>
                    <a:pt x="250" y="67"/>
                  </a:cubicBezTo>
                  <a:cubicBezTo>
                    <a:pt x="230" y="66"/>
                    <a:pt x="218" y="73"/>
                    <a:pt x="211" y="80"/>
                  </a:cubicBezTo>
                  <a:cubicBezTo>
                    <a:pt x="211" y="80"/>
                    <a:pt x="211" y="80"/>
                    <a:pt x="211" y="80"/>
                  </a:cubicBezTo>
                  <a:cubicBezTo>
                    <a:pt x="211" y="80"/>
                    <a:pt x="210" y="81"/>
                    <a:pt x="210" y="81"/>
                  </a:cubicBezTo>
                  <a:cubicBezTo>
                    <a:pt x="210" y="81"/>
                    <a:pt x="210" y="81"/>
                    <a:pt x="210" y="81"/>
                  </a:cubicBezTo>
                  <a:cubicBezTo>
                    <a:pt x="209" y="82"/>
                    <a:pt x="209" y="83"/>
                    <a:pt x="209" y="83"/>
                  </a:cubicBezTo>
                  <a:cubicBezTo>
                    <a:pt x="209" y="83"/>
                    <a:pt x="209" y="83"/>
                    <a:pt x="209" y="83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7" y="83"/>
                    <a:pt x="207" y="83"/>
                    <a:pt x="207" y="83"/>
                  </a:cubicBezTo>
                  <a:cubicBezTo>
                    <a:pt x="204" y="71"/>
                    <a:pt x="198" y="61"/>
                    <a:pt x="179" y="41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77" y="37"/>
                    <a:pt x="174" y="35"/>
                    <a:pt x="171" y="32"/>
                  </a:cubicBezTo>
                  <a:cubicBezTo>
                    <a:pt x="171" y="32"/>
                    <a:pt x="171" y="32"/>
                    <a:pt x="171" y="32"/>
                  </a:cubicBezTo>
                  <a:cubicBezTo>
                    <a:pt x="151" y="14"/>
                    <a:pt x="125" y="3"/>
                    <a:pt x="96" y="2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87" y="2"/>
                    <a:pt x="79" y="3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50" y="7"/>
                    <a:pt x="33" y="19"/>
                    <a:pt x="2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9" y="45"/>
                    <a:pt x="2" y="60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1" y="75"/>
                    <a:pt x="2" y="78"/>
                    <a:pt x="3" y="80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5" y="85"/>
                    <a:pt x="8" y="89"/>
                    <a:pt x="12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26" y="105"/>
                    <a:pt x="50" y="113"/>
                    <a:pt x="88" y="122"/>
                  </a:cubicBezTo>
                  <a:cubicBezTo>
                    <a:pt x="88" y="122"/>
                    <a:pt x="88" y="122"/>
                    <a:pt x="88" y="122"/>
                  </a:cubicBezTo>
                  <a:cubicBezTo>
                    <a:pt x="112" y="128"/>
                    <a:pt x="128" y="134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150" y="154"/>
                    <a:pt x="155" y="169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8" y="238"/>
                    <a:pt x="181" y="252"/>
                    <a:pt x="196" y="274"/>
                  </a:cubicBezTo>
                  <a:cubicBezTo>
                    <a:pt x="196" y="274"/>
                    <a:pt x="196" y="274"/>
                    <a:pt x="196" y="274"/>
                  </a:cubicBezTo>
                  <a:cubicBezTo>
                    <a:pt x="197" y="275"/>
                    <a:pt x="198" y="275"/>
                    <a:pt x="199" y="276"/>
                  </a:cubicBezTo>
                  <a:cubicBezTo>
                    <a:pt x="199" y="276"/>
                    <a:pt x="199" y="276"/>
                    <a:pt x="199" y="276"/>
                  </a:cubicBezTo>
                  <a:cubicBezTo>
                    <a:pt x="213" y="289"/>
                    <a:pt x="249" y="292"/>
                    <a:pt x="278" y="293"/>
                  </a:cubicBezTo>
                  <a:cubicBezTo>
                    <a:pt x="278" y="293"/>
                    <a:pt x="278" y="293"/>
                    <a:pt x="278" y="293"/>
                  </a:cubicBezTo>
                  <a:cubicBezTo>
                    <a:pt x="300" y="294"/>
                    <a:pt x="318" y="293"/>
                    <a:pt x="318" y="293"/>
                  </a:cubicBezTo>
                  <a:cubicBezTo>
                    <a:pt x="318" y="293"/>
                    <a:pt x="318" y="293"/>
                    <a:pt x="318" y="293"/>
                  </a:cubicBezTo>
                  <a:cubicBezTo>
                    <a:pt x="319" y="293"/>
                    <a:pt x="319" y="293"/>
                    <a:pt x="319" y="293"/>
                  </a:cubicBezTo>
                  <a:cubicBezTo>
                    <a:pt x="319" y="293"/>
                    <a:pt x="319" y="293"/>
                    <a:pt x="319" y="293"/>
                  </a:cubicBezTo>
                  <a:cubicBezTo>
                    <a:pt x="319" y="293"/>
                    <a:pt x="321" y="292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5" y="290"/>
                    <a:pt x="328" y="289"/>
                    <a:pt x="330" y="289"/>
                  </a:cubicBezTo>
                  <a:cubicBezTo>
                    <a:pt x="330" y="289"/>
                    <a:pt x="330" y="289"/>
                    <a:pt x="330" y="289"/>
                  </a:cubicBezTo>
                  <a:cubicBezTo>
                    <a:pt x="332" y="290"/>
                    <a:pt x="333" y="290"/>
                    <a:pt x="334" y="291"/>
                  </a:cubicBezTo>
                  <a:cubicBezTo>
                    <a:pt x="334" y="291"/>
                    <a:pt x="334" y="291"/>
                    <a:pt x="334" y="291"/>
                  </a:cubicBezTo>
                  <a:cubicBezTo>
                    <a:pt x="336" y="293"/>
                    <a:pt x="339" y="293"/>
                    <a:pt x="343" y="293"/>
                  </a:cubicBezTo>
                  <a:cubicBezTo>
                    <a:pt x="343" y="293"/>
                    <a:pt x="343" y="293"/>
                    <a:pt x="343" y="293"/>
                  </a:cubicBezTo>
                  <a:cubicBezTo>
                    <a:pt x="348" y="294"/>
                    <a:pt x="353" y="294"/>
                    <a:pt x="359" y="295"/>
                  </a:cubicBezTo>
                  <a:cubicBezTo>
                    <a:pt x="359" y="295"/>
                    <a:pt x="359" y="295"/>
                    <a:pt x="359" y="295"/>
                  </a:cubicBezTo>
                  <a:cubicBezTo>
                    <a:pt x="387" y="295"/>
                    <a:pt x="429" y="293"/>
                    <a:pt x="445" y="286"/>
                  </a:cubicBezTo>
                  <a:cubicBezTo>
                    <a:pt x="445" y="286"/>
                    <a:pt x="445" y="286"/>
                    <a:pt x="445" y="286"/>
                  </a:cubicBezTo>
                  <a:cubicBezTo>
                    <a:pt x="465" y="277"/>
                    <a:pt x="489" y="268"/>
                    <a:pt x="509" y="253"/>
                  </a:cubicBezTo>
                  <a:cubicBezTo>
                    <a:pt x="509" y="253"/>
                    <a:pt x="509" y="253"/>
                    <a:pt x="509" y="253"/>
                  </a:cubicBezTo>
                  <a:cubicBezTo>
                    <a:pt x="509" y="253"/>
                    <a:pt x="509" y="253"/>
                    <a:pt x="509" y="253"/>
                  </a:cubicBezTo>
                  <a:cubicBezTo>
                    <a:pt x="509" y="252"/>
                    <a:pt x="510" y="252"/>
                    <a:pt x="511" y="2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43"/>
            <p:cNvSpPr/>
            <p:nvPr>
              <p:custDataLst>
                <p:tags r:id="rId39"/>
              </p:custDataLst>
            </p:nvPr>
          </p:nvSpPr>
          <p:spPr bwMode="auto">
            <a:xfrm>
              <a:off x="5406" y="1189"/>
              <a:ext cx="186" cy="377"/>
            </a:xfrm>
            <a:custGeom>
              <a:avLst/>
              <a:gdLst>
                <a:gd name="T0" fmla="*/ 157 w 159"/>
                <a:gd name="T1" fmla="*/ 170 h 321"/>
                <a:gd name="T2" fmla="*/ 157 w 159"/>
                <a:gd name="T3" fmla="*/ 171 h 321"/>
                <a:gd name="T4" fmla="*/ 157 w 159"/>
                <a:gd name="T5" fmla="*/ 171 h 321"/>
                <a:gd name="T6" fmla="*/ 154 w 159"/>
                <a:gd name="T7" fmla="*/ 176 h 321"/>
                <a:gd name="T8" fmla="*/ 154 w 159"/>
                <a:gd name="T9" fmla="*/ 176 h 321"/>
                <a:gd name="T10" fmla="*/ 149 w 159"/>
                <a:gd name="T11" fmla="*/ 172 h 321"/>
                <a:gd name="T12" fmla="*/ 149 w 159"/>
                <a:gd name="T13" fmla="*/ 172 h 321"/>
                <a:gd name="T14" fmla="*/ 149 w 159"/>
                <a:gd name="T15" fmla="*/ 170 h 321"/>
                <a:gd name="T16" fmla="*/ 149 w 159"/>
                <a:gd name="T17" fmla="*/ 170 h 321"/>
                <a:gd name="T18" fmla="*/ 150 w 159"/>
                <a:gd name="T19" fmla="*/ 159 h 321"/>
                <a:gd name="T20" fmla="*/ 150 w 159"/>
                <a:gd name="T21" fmla="*/ 159 h 321"/>
                <a:gd name="T22" fmla="*/ 105 w 159"/>
                <a:gd name="T23" fmla="*/ 50 h 321"/>
                <a:gd name="T24" fmla="*/ 105 w 159"/>
                <a:gd name="T25" fmla="*/ 50 h 321"/>
                <a:gd name="T26" fmla="*/ 53 w 159"/>
                <a:gd name="T27" fmla="*/ 9 h 321"/>
                <a:gd name="T28" fmla="*/ 53 w 159"/>
                <a:gd name="T29" fmla="*/ 9 h 321"/>
                <a:gd name="T30" fmla="*/ 22 w 159"/>
                <a:gd name="T31" fmla="*/ 25 h 321"/>
                <a:gd name="T32" fmla="*/ 22 w 159"/>
                <a:gd name="T33" fmla="*/ 25 h 321"/>
                <a:gd name="T34" fmla="*/ 9 w 159"/>
                <a:gd name="T35" fmla="*/ 54 h 321"/>
                <a:gd name="T36" fmla="*/ 9 w 159"/>
                <a:gd name="T37" fmla="*/ 54 h 321"/>
                <a:gd name="T38" fmla="*/ 10 w 159"/>
                <a:gd name="T39" fmla="*/ 61 h 321"/>
                <a:gd name="T40" fmla="*/ 10 w 159"/>
                <a:gd name="T41" fmla="*/ 61 h 321"/>
                <a:gd name="T42" fmla="*/ 45 w 159"/>
                <a:gd name="T43" fmla="*/ 168 h 321"/>
                <a:gd name="T44" fmla="*/ 45 w 159"/>
                <a:gd name="T45" fmla="*/ 168 h 321"/>
                <a:gd name="T46" fmla="*/ 54 w 159"/>
                <a:gd name="T47" fmla="*/ 315 h 321"/>
                <a:gd name="T48" fmla="*/ 54 w 159"/>
                <a:gd name="T49" fmla="*/ 315 h 321"/>
                <a:gd name="T50" fmla="*/ 54 w 159"/>
                <a:gd name="T51" fmla="*/ 317 h 321"/>
                <a:gd name="T52" fmla="*/ 54 w 159"/>
                <a:gd name="T53" fmla="*/ 317 h 321"/>
                <a:gd name="T54" fmla="*/ 49 w 159"/>
                <a:gd name="T55" fmla="*/ 321 h 321"/>
                <a:gd name="T56" fmla="*/ 49 w 159"/>
                <a:gd name="T57" fmla="*/ 321 h 321"/>
                <a:gd name="T58" fmla="*/ 45 w 159"/>
                <a:gd name="T59" fmla="*/ 317 h 321"/>
                <a:gd name="T60" fmla="*/ 45 w 159"/>
                <a:gd name="T61" fmla="*/ 317 h 321"/>
                <a:gd name="T62" fmla="*/ 45 w 159"/>
                <a:gd name="T63" fmla="*/ 315 h 321"/>
                <a:gd name="T64" fmla="*/ 45 w 159"/>
                <a:gd name="T65" fmla="*/ 315 h 321"/>
                <a:gd name="T66" fmla="*/ 36 w 159"/>
                <a:gd name="T67" fmla="*/ 171 h 321"/>
                <a:gd name="T68" fmla="*/ 36 w 159"/>
                <a:gd name="T69" fmla="*/ 171 h 321"/>
                <a:gd name="T70" fmla="*/ 2 w 159"/>
                <a:gd name="T71" fmla="*/ 64 h 321"/>
                <a:gd name="T72" fmla="*/ 2 w 159"/>
                <a:gd name="T73" fmla="*/ 64 h 321"/>
                <a:gd name="T74" fmla="*/ 0 w 159"/>
                <a:gd name="T75" fmla="*/ 54 h 321"/>
                <a:gd name="T76" fmla="*/ 0 w 159"/>
                <a:gd name="T77" fmla="*/ 54 h 321"/>
                <a:gd name="T78" fmla="*/ 53 w 159"/>
                <a:gd name="T79" fmla="*/ 1 h 321"/>
                <a:gd name="T80" fmla="*/ 53 w 159"/>
                <a:gd name="T81" fmla="*/ 1 h 321"/>
                <a:gd name="T82" fmla="*/ 112 w 159"/>
                <a:gd name="T83" fmla="*/ 45 h 321"/>
                <a:gd name="T84" fmla="*/ 112 w 159"/>
                <a:gd name="T85" fmla="*/ 45 h 321"/>
                <a:gd name="T86" fmla="*/ 158 w 159"/>
                <a:gd name="T87" fmla="*/ 159 h 321"/>
                <a:gd name="T88" fmla="*/ 158 w 159"/>
                <a:gd name="T89" fmla="*/ 159 h 321"/>
                <a:gd name="T90" fmla="*/ 157 w 159"/>
                <a:gd name="T91" fmla="*/ 17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321">
                  <a:moveTo>
                    <a:pt x="157" y="170"/>
                  </a:moveTo>
                  <a:cubicBezTo>
                    <a:pt x="157" y="171"/>
                    <a:pt x="157" y="171"/>
                    <a:pt x="157" y="171"/>
                  </a:cubicBezTo>
                  <a:cubicBezTo>
                    <a:pt x="157" y="171"/>
                    <a:pt x="157" y="171"/>
                    <a:pt x="157" y="171"/>
                  </a:cubicBezTo>
                  <a:cubicBezTo>
                    <a:pt x="158" y="173"/>
                    <a:pt x="156" y="175"/>
                    <a:pt x="154" y="176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52" y="176"/>
                    <a:pt x="149" y="175"/>
                    <a:pt x="149" y="172"/>
                  </a:cubicBezTo>
                  <a:cubicBezTo>
                    <a:pt x="149" y="172"/>
                    <a:pt x="149" y="172"/>
                    <a:pt x="149" y="172"/>
                  </a:cubicBezTo>
                  <a:cubicBezTo>
                    <a:pt x="149" y="172"/>
                    <a:pt x="149" y="171"/>
                    <a:pt x="149" y="170"/>
                  </a:cubicBezTo>
                  <a:cubicBezTo>
                    <a:pt x="149" y="170"/>
                    <a:pt x="149" y="170"/>
                    <a:pt x="149" y="170"/>
                  </a:cubicBezTo>
                  <a:cubicBezTo>
                    <a:pt x="149" y="167"/>
                    <a:pt x="150" y="164"/>
                    <a:pt x="150" y="159"/>
                  </a:cubicBezTo>
                  <a:cubicBezTo>
                    <a:pt x="150" y="159"/>
                    <a:pt x="150" y="159"/>
                    <a:pt x="150" y="159"/>
                  </a:cubicBezTo>
                  <a:cubicBezTo>
                    <a:pt x="150" y="145"/>
                    <a:pt x="146" y="115"/>
                    <a:pt x="105" y="50"/>
                  </a:cubicBezTo>
                  <a:cubicBezTo>
                    <a:pt x="105" y="50"/>
                    <a:pt x="105" y="50"/>
                    <a:pt x="105" y="50"/>
                  </a:cubicBezTo>
                  <a:cubicBezTo>
                    <a:pt x="86" y="20"/>
                    <a:pt x="68" y="10"/>
                    <a:pt x="53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41" y="9"/>
                    <a:pt x="30" y="1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14" y="34"/>
                    <a:pt x="9" y="46"/>
                    <a:pt x="9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7"/>
                    <a:pt x="9" y="59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21" y="87"/>
                    <a:pt x="32" y="118"/>
                    <a:pt x="45" y="168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57" y="216"/>
                    <a:pt x="54" y="302"/>
                    <a:pt x="54" y="315"/>
                  </a:cubicBezTo>
                  <a:cubicBezTo>
                    <a:pt x="54" y="315"/>
                    <a:pt x="54" y="315"/>
                    <a:pt x="54" y="315"/>
                  </a:cubicBezTo>
                  <a:cubicBezTo>
                    <a:pt x="54" y="316"/>
                    <a:pt x="54" y="317"/>
                    <a:pt x="54" y="317"/>
                  </a:cubicBezTo>
                  <a:cubicBezTo>
                    <a:pt x="54" y="317"/>
                    <a:pt x="54" y="317"/>
                    <a:pt x="54" y="317"/>
                  </a:cubicBezTo>
                  <a:cubicBezTo>
                    <a:pt x="54" y="319"/>
                    <a:pt x="52" y="321"/>
                    <a:pt x="49" y="321"/>
                  </a:cubicBezTo>
                  <a:cubicBezTo>
                    <a:pt x="49" y="321"/>
                    <a:pt x="49" y="321"/>
                    <a:pt x="49" y="321"/>
                  </a:cubicBezTo>
                  <a:cubicBezTo>
                    <a:pt x="47" y="321"/>
                    <a:pt x="45" y="319"/>
                    <a:pt x="45" y="317"/>
                  </a:cubicBezTo>
                  <a:cubicBezTo>
                    <a:pt x="45" y="317"/>
                    <a:pt x="45" y="317"/>
                    <a:pt x="45" y="317"/>
                  </a:cubicBezTo>
                  <a:cubicBezTo>
                    <a:pt x="45" y="317"/>
                    <a:pt x="45" y="316"/>
                    <a:pt x="45" y="315"/>
                  </a:cubicBezTo>
                  <a:cubicBezTo>
                    <a:pt x="45" y="315"/>
                    <a:pt x="45" y="315"/>
                    <a:pt x="45" y="315"/>
                  </a:cubicBezTo>
                  <a:cubicBezTo>
                    <a:pt x="46" y="302"/>
                    <a:pt x="48" y="216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23" y="120"/>
                    <a:pt x="13" y="90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1"/>
                    <a:pt x="0" y="58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" y="32"/>
                    <a:pt x="22" y="0"/>
                    <a:pt x="53" y="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72" y="1"/>
                    <a:pt x="92" y="14"/>
                    <a:pt x="112" y="45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54" y="111"/>
                    <a:pt x="159" y="142"/>
                    <a:pt x="158" y="159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58" y="165"/>
                    <a:pt x="157" y="168"/>
                    <a:pt x="157" y="1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44"/>
            <p:cNvSpPr>
              <a:spLocks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5404" y="1189"/>
              <a:ext cx="189" cy="378"/>
            </a:xfrm>
            <a:custGeom>
              <a:avLst/>
              <a:gdLst>
                <a:gd name="T0" fmla="*/ 47 w 161"/>
                <a:gd name="T1" fmla="*/ 320 h 322"/>
                <a:gd name="T2" fmla="*/ 46 w 161"/>
                <a:gd name="T3" fmla="*/ 317 h 322"/>
                <a:gd name="T4" fmla="*/ 46 w 161"/>
                <a:gd name="T5" fmla="*/ 317 h 322"/>
                <a:gd name="T6" fmla="*/ 45 w 161"/>
                <a:gd name="T7" fmla="*/ 316 h 322"/>
                <a:gd name="T8" fmla="*/ 46 w 161"/>
                <a:gd name="T9" fmla="*/ 316 h 322"/>
                <a:gd name="T10" fmla="*/ 37 w 161"/>
                <a:gd name="T11" fmla="*/ 171 h 322"/>
                <a:gd name="T12" fmla="*/ 2 w 161"/>
                <a:gd name="T13" fmla="*/ 65 h 322"/>
                <a:gd name="T14" fmla="*/ 17 w 161"/>
                <a:gd name="T15" fmla="*/ 17 h 322"/>
                <a:gd name="T16" fmla="*/ 55 w 161"/>
                <a:gd name="T17" fmla="*/ 0 h 322"/>
                <a:gd name="T18" fmla="*/ 114 w 161"/>
                <a:gd name="T19" fmla="*/ 45 h 322"/>
                <a:gd name="T20" fmla="*/ 160 w 161"/>
                <a:gd name="T21" fmla="*/ 159 h 322"/>
                <a:gd name="T22" fmla="*/ 158 w 161"/>
                <a:gd name="T23" fmla="*/ 170 h 322"/>
                <a:gd name="T24" fmla="*/ 159 w 161"/>
                <a:gd name="T25" fmla="*/ 171 h 322"/>
                <a:gd name="T26" fmla="*/ 158 w 161"/>
                <a:gd name="T27" fmla="*/ 175 h 322"/>
                <a:gd name="T28" fmla="*/ 155 w 161"/>
                <a:gd name="T29" fmla="*/ 177 h 322"/>
                <a:gd name="T30" fmla="*/ 149 w 161"/>
                <a:gd name="T31" fmla="*/ 173 h 322"/>
                <a:gd name="T32" fmla="*/ 149 w 161"/>
                <a:gd name="T33" fmla="*/ 170 h 322"/>
                <a:gd name="T34" fmla="*/ 105 w 161"/>
                <a:gd name="T35" fmla="*/ 51 h 322"/>
                <a:gd name="T36" fmla="*/ 84 w 161"/>
                <a:gd name="T37" fmla="*/ 24 h 322"/>
                <a:gd name="T38" fmla="*/ 24 w 161"/>
                <a:gd name="T39" fmla="*/ 24 h 322"/>
                <a:gd name="T40" fmla="*/ 24 w 161"/>
                <a:gd name="T41" fmla="*/ 25 h 322"/>
                <a:gd name="T42" fmla="*/ 12 w 161"/>
                <a:gd name="T43" fmla="*/ 61 h 322"/>
                <a:gd name="T44" fmla="*/ 47 w 161"/>
                <a:gd name="T45" fmla="*/ 168 h 322"/>
                <a:gd name="T46" fmla="*/ 56 w 161"/>
                <a:gd name="T47" fmla="*/ 317 h 322"/>
                <a:gd name="T48" fmla="*/ 54 w 161"/>
                <a:gd name="T49" fmla="*/ 320 h 322"/>
                <a:gd name="T50" fmla="*/ 47 w 161"/>
                <a:gd name="T51" fmla="*/ 317 h 322"/>
                <a:gd name="T52" fmla="*/ 51 w 161"/>
                <a:gd name="T53" fmla="*/ 320 h 322"/>
                <a:gd name="T54" fmla="*/ 53 w 161"/>
                <a:gd name="T55" fmla="*/ 319 h 322"/>
                <a:gd name="T56" fmla="*/ 54 w 161"/>
                <a:gd name="T57" fmla="*/ 315 h 322"/>
                <a:gd name="T58" fmla="*/ 45 w 161"/>
                <a:gd name="T59" fmla="*/ 169 h 322"/>
                <a:gd name="T60" fmla="*/ 9 w 161"/>
                <a:gd name="T61" fmla="*/ 54 h 322"/>
                <a:gd name="T62" fmla="*/ 22 w 161"/>
                <a:gd name="T63" fmla="*/ 24 h 322"/>
                <a:gd name="T64" fmla="*/ 54 w 161"/>
                <a:gd name="T65" fmla="*/ 8 h 322"/>
                <a:gd name="T66" fmla="*/ 85 w 161"/>
                <a:gd name="T67" fmla="*/ 23 h 322"/>
                <a:gd name="T68" fmla="*/ 151 w 161"/>
                <a:gd name="T69" fmla="*/ 159 h 322"/>
                <a:gd name="T70" fmla="*/ 150 w 161"/>
                <a:gd name="T71" fmla="*/ 170 h 322"/>
                <a:gd name="T72" fmla="*/ 152 w 161"/>
                <a:gd name="T73" fmla="*/ 174 h 322"/>
                <a:gd name="T74" fmla="*/ 155 w 161"/>
                <a:gd name="T75" fmla="*/ 175 h 322"/>
                <a:gd name="T76" fmla="*/ 158 w 161"/>
                <a:gd name="T77" fmla="*/ 171 h 322"/>
                <a:gd name="T78" fmla="*/ 157 w 161"/>
                <a:gd name="T79" fmla="*/ 170 h 322"/>
                <a:gd name="T80" fmla="*/ 158 w 161"/>
                <a:gd name="T81" fmla="*/ 159 h 322"/>
                <a:gd name="T82" fmla="*/ 90 w 161"/>
                <a:gd name="T83" fmla="*/ 18 h 322"/>
                <a:gd name="T84" fmla="*/ 54 w 161"/>
                <a:gd name="T85" fmla="*/ 1 h 322"/>
                <a:gd name="T86" fmla="*/ 2 w 161"/>
                <a:gd name="T87" fmla="*/ 54 h 322"/>
                <a:gd name="T88" fmla="*/ 4 w 161"/>
                <a:gd name="T89" fmla="*/ 64 h 322"/>
                <a:gd name="T90" fmla="*/ 47 w 161"/>
                <a:gd name="T91" fmla="*/ 315 h 322"/>
                <a:gd name="T92" fmla="*/ 47 w 161"/>
                <a:gd name="T93" fmla="*/ 316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1" h="322">
                  <a:moveTo>
                    <a:pt x="50" y="322"/>
                  </a:moveTo>
                  <a:cubicBezTo>
                    <a:pt x="49" y="322"/>
                    <a:pt x="48" y="321"/>
                    <a:pt x="47" y="320"/>
                  </a:cubicBezTo>
                  <a:cubicBezTo>
                    <a:pt x="47" y="320"/>
                    <a:pt x="47" y="320"/>
                    <a:pt x="47" y="320"/>
                  </a:cubicBezTo>
                  <a:cubicBezTo>
                    <a:pt x="46" y="320"/>
                    <a:pt x="46" y="318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7"/>
                    <a:pt x="46" y="317"/>
                    <a:pt x="46" y="317"/>
                  </a:cubicBezTo>
                  <a:cubicBezTo>
                    <a:pt x="46" y="316"/>
                    <a:pt x="46" y="316"/>
                    <a:pt x="45" y="316"/>
                  </a:cubicBezTo>
                  <a:cubicBezTo>
                    <a:pt x="45" y="316"/>
                    <a:pt x="45" y="316"/>
                    <a:pt x="45" y="316"/>
                  </a:cubicBezTo>
                  <a:cubicBezTo>
                    <a:pt x="45" y="316"/>
                    <a:pt x="45" y="316"/>
                    <a:pt x="46" y="316"/>
                  </a:cubicBezTo>
                  <a:cubicBezTo>
                    <a:pt x="46" y="316"/>
                    <a:pt x="46" y="316"/>
                    <a:pt x="46" y="316"/>
                  </a:cubicBezTo>
                  <a:cubicBezTo>
                    <a:pt x="46" y="316"/>
                    <a:pt x="46" y="315"/>
                    <a:pt x="46" y="315"/>
                  </a:cubicBezTo>
                  <a:cubicBezTo>
                    <a:pt x="46" y="315"/>
                    <a:pt x="46" y="315"/>
                    <a:pt x="46" y="315"/>
                  </a:cubicBezTo>
                  <a:cubicBezTo>
                    <a:pt x="46" y="302"/>
                    <a:pt x="48" y="216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24" y="120"/>
                    <a:pt x="13" y="90"/>
                    <a:pt x="2" y="65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1" y="61"/>
                    <a:pt x="0" y="58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" y="42"/>
                    <a:pt x="7" y="28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6" y="7"/>
                    <a:pt x="39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6" y="0"/>
                    <a:pt x="78" y="5"/>
                    <a:pt x="91" y="16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8" y="23"/>
                    <a:pt x="106" y="33"/>
                    <a:pt x="114" y="45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56" y="110"/>
                    <a:pt x="161" y="142"/>
                    <a:pt x="160" y="159"/>
                  </a:cubicBezTo>
                  <a:cubicBezTo>
                    <a:pt x="160" y="159"/>
                    <a:pt x="160" y="159"/>
                    <a:pt x="160" y="159"/>
                  </a:cubicBezTo>
                  <a:cubicBezTo>
                    <a:pt x="160" y="165"/>
                    <a:pt x="159" y="169"/>
                    <a:pt x="159" y="170"/>
                  </a:cubicBezTo>
                  <a:cubicBezTo>
                    <a:pt x="159" y="170"/>
                    <a:pt x="159" y="170"/>
                    <a:pt x="159" y="170"/>
                  </a:cubicBezTo>
                  <a:cubicBezTo>
                    <a:pt x="158" y="170"/>
                    <a:pt x="158" y="170"/>
                    <a:pt x="158" y="170"/>
                  </a:cubicBezTo>
                  <a:cubicBezTo>
                    <a:pt x="159" y="170"/>
                    <a:pt x="159" y="170"/>
                    <a:pt x="159" y="170"/>
                  </a:cubicBezTo>
                  <a:cubicBezTo>
                    <a:pt x="159" y="170"/>
                    <a:pt x="159" y="170"/>
                    <a:pt x="159" y="171"/>
                  </a:cubicBezTo>
                  <a:cubicBezTo>
                    <a:pt x="159" y="171"/>
                    <a:pt x="159" y="171"/>
                    <a:pt x="159" y="171"/>
                  </a:cubicBezTo>
                  <a:cubicBezTo>
                    <a:pt x="159" y="171"/>
                    <a:pt x="159" y="171"/>
                    <a:pt x="159" y="171"/>
                  </a:cubicBezTo>
                  <a:cubicBezTo>
                    <a:pt x="159" y="171"/>
                    <a:pt x="159" y="171"/>
                    <a:pt x="159" y="171"/>
                  </a:cubicBezTo>
                  <a:cubicBezTo>
                    <a:pt x="159" y="172"/>
                    <a:pt x="159" y="174"/>
                    <a:pt x="158" y="175"/>
                  </a:cubicBezTo>
                  <a:cubicBezTo>
                    <a:pt x="158" y="175"/>
                    <a:pt x="158" y="175"/>
                    <a:pt x="158" y="175"/>
                  </a:cubicBezTo>
                  <a:cubicBezTo>
                    <a:pt x="157" y="176"/>
                    <a:pt x="156" y="177"/>
                    <a:pt x="155" y="177"/>
                  </a:cubicBezTo>
                  <a:cubicBezTo>
                    <a:pt x="155" y="177"/>
                    <a:pt x="155" y="177"/>
                    <a:pt x="155" y="177"/>
                  </a:cubicBezTo>
                  <a:cubicBezTo>
                    <a:pt x="153" y="177"/>
                    <a:pt x="152" y="177"/>
                    <a:pt x="151" y="175"/>
                  </a:cubicBezTo>
                  <a:cubicBezTo>
                    <a:pt x="151" y="175"/>
                    <a:pt x="151" y="175"/>
                    <a:pt x="151" y="175"/>
                  </a:cubicBezTo>
                  <a:cubicBezTo>
                    <a:pt x="150" y="175"/>
                    <a:pt x="149" y="174"/>
                    <a:pt x="149" y="173"/>
                  </a:cubicBezTo>
                  <a:cubicBezTo>
                    <a:pt x="149" y="173"/>
                    <a:pt x="149" y="173"/>
                    <a:pt x="149" y="173"/>
                  </a:cubicBezTo>
                  <a:cubicBezTo>
                    <a:pt x="149" y="172"/>
                    <a:pt x="149" y="171"/>
                    <a:pt x="149" y="170"/>
                  </a:cubicBezTo>
                  <a:cubicBezTo>
                    <a:pt x="149" y="170"/>
                    <a:pt x="149" y="170"/>
                    <a:pt x="149" y="170"/>
                  </a:cubicBezTo>
                  <a:cubicBezTo>
                    <a:pt x="149" y="167"/>
                    <a:pt x="150" y="163"/>
                    <a:pt x="150" y="159"/>
                  </a:cubicBezTo>
                  <a:cubicBezTo>
                    <a:pt x="150" y="159"/>
                    <a:pt x="150" y="159"/>
                    <a:pt x="150" y="159"/>
                  </a:cubicBezTo>
                  <a:cubicBezTo>
                    <a:pt x="150" y="145"/>
                    <a:pt x="146" y="115"/>
                    <a:pt x="105" y="51"/>
                  </a:cubicBezTo>
                  <a:cubicBezTo>
                    <a:pt x="105" y="51"/>
                    <a:pt x="105" y="51"/>
                    <a:pt x="105" y="51"/>
                  </a:cubicBezTo>
                  <a:cubicBezTo>
                    <a:pt x="98" y="39"/>
                    <a:pt x="91" y="30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73" y="14"/>
                    <a:pt x="63" y="10"/>
                    <a:pt x="54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43" y="10"/>
                    <a:pt x="32" y="16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16" y="34"/>
                    <a:pt x="11" y="46"/>
                    <a:pt x="11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7"/>
                    <a:pt x="11" y="59"/>
                    <a:pt x="12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23" y="86"/>
                    <a:pt x="33" y="117"/>
                    <a:pt x="47" y="168"/>
                  </a:cubicBezTo>
                  <a:cubicBezTo>
                    <a:pt x="47" y="168"/>
                    <a:pt x="47" y="168"/>
                    <a:pt x="47" y="168"/>
                  </a:cubicBezTo>
                  <a:cubicBezTo>
                    <a:pt x="59" y="216"/>
                    <a:pt x="56" y="302"/>
                    <a:pt x="56" y="315"/>
                  </a:cubicBezTo>
                  <a:cubicBezTo>
                    <a:pt x="56" y="315"/>
                    <a:pt x="56" y="315"/>
                    <a:pt x="56" y="315"/>
                  </a:cubicBezTo>
                  <a:cubicBezTo>
                    <a:pt x="56" y="316"/>
                    <a:pt x="56" y="317"/>
                    <a:pt x="56" y="317"/>
                  </a:cubicBezTo>
                  <a:cubicBezTo>
                    <a:pt x="56" y="317"/>
                    <a:pt x="56" y="317"/>
                    <a:pt x="56" y="317"/>
                  </a:cubicBezTo>
                  <a:cubicBezTo>
                    <a:pt x="56" y="318"/>
                    <a:pt x="55" y="319"/>
                    <a:pt x="54" y="320"/>
                  </a:cubicBezTo>
                  <a:cubicBezTo>
                    <a:pt x="54" y="320"/>
                    <a:pt x="54" y="320"/>
                    <a:pt x="54" y="320"/>
                  </a:cubicBezTo>
                  <a:cubicBezTo>
                    <a:pt x="53" y="321"/>
                    <a:pt x="52" y="322"/>
                    <a:pt x="50" y="322"/>
                  </a:cubicBezTo>
                  <a:close/>
                  <a:moveTo>
                    <a:pt x="47" y="316"/>
                  </a:moveTo>
                  <a:cubicBezTo>
                    <a:pt x="47" y="317"/>
                    <a:pt x="47" y="317"/>
                    <a:pt x="47" y="317"/>
                  </a:cubicBezTo>
                  <a:cubicBezTo>
                    <a:pt x="47" y="318"/>
                    <a:pt x="48" y="319"/>
                    <a:pt x="48" y="319"/>
                  </a:cubicBezTo>
                  <a:cubicBezTo>
                    <a:pt x="48" y="319"/>
                    <a:pt x="48" y="319"/>
                    <a:pt x="48" y="319"/>
                  </a:cubicBezTo>
                  <a:cubicBezTo>
                    <a:pt x="49" y="320"/>
                    <a:pt x="50" y="320"/>
                    <a:pt x="51" y="320"/>
                  </a:cubicBezTo>
                  <a:cubicBezTo>
                    <a:pt x="51" y="320"/>
                    <a:pt x="51" y="320"/>
                    <a:pt x="51" y="320"/>
                  </a:cubicBezTo>
                  <a:cubicBezTo>
                    <a:pt x="52" y="320"/>
                    <a:pt x="53" y="320"/>
                    <a:pt x="53" y="319"/>
                  </a:cubicBezTo>
                  <a:cubicBezTo>
                    <a:pt x="53" y="319"/>
                    <a:pt x="53" y="319"/>
                    <a:pt x="53" y="319"/>
                  </a:cubicBezTo>
                  <a:cubicBezTo>
                    <a:pt x="54" y="318"/>
                    <a:pt x="54" y="318"/>
                    <a:pt x="54" y="317"/>
                  </a:cubicBezTo>
                  <a:cubicBezTo>
                    <a:pt x="54" y="317"/>
                    <a:pt x="54" y="317"/>
                    <a:pt x="54" y="317"/>
                  </a:cubicBezTo>
                  <a:cubicBezTo>
                    <a:pt x="54" y="317"/>
                    <a:pt x="54" y="316"/>
                    <a:pt x="54" y="315"/>
                  </a:cubicBezTo>
                  <a:cubicBezTo>
                    <a:pt x="54" y="315"/>
                    <a:pt x="54" y="315"/>
                    <a:pt x="54" y="315"/>
                  </a:cubicBezTo>
                  <a:cubicBezTo>
                    <a:pt x="55" y="302"/>
                    <a:pt x="57" y="216"/>
                    <a:pt x="45" y="169"/>
                  </a:cubicBezTo>
                  <a:cubicBezTo>
                    <a:pt x="45" y="169"/>
                    <a:pt x="45" y="169"/>
                    <a:pt x="45" y="169"/>
                  </a:cubicBezTo>
                  <a:cubicBezTo>
                    <a:pt x="32" y="118"/>
                    <a:pt x="21" y="87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0"/>
                    <a:pt x="9" y="57"/>
                    <a:pt x="9" y="5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46"/>
                    <a:pt x="14" y="34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31" y="14"/>
                    <a:pt x="42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63" y="9"/>
                    <a:pt x="74" y="13"/>
                    <a:pt x="85" y="23"/>
                  </a:cubicBezTo>
                  <a:cubicBezTo>
                    <a:pt x="85" y="23"/>
                    <a:pt x="85" y="23"/>
                    <a:pt x="85" y="23"/>
                  </a:cubicBezTo>
                  <a:cubicBezTo>
                    <a:pt x="92" y="29"/>
                    <a:pt x="99" y="38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48" y="114"/>
                    <a:pt x="152" y="144"/>
                    <a:pt x="151" y="159"/>
                  </a:cubicBezTo>
                  <a:cubicBezTo>
                    <a:pt x="151" y="159"/>
                    <a:pt x="151" y="159"/>
                    <a:pt x="151" y="159"/>
                  </a:cubicBezTo>
                  <a:cubicBezTo>
                    <a:pt x="151" y="164"/>
                    <a:pt x="151" y="167"/>
                    <a:pt x="150" y="170"/>
                  </a:cubicBezTo>
                  <a:cubicBezTo>
                    <a:pt x="150" y="170"/>
                    <a:pt x="150" y="170"/>
                    <a:pt x="150" y="170"/>
                  </a:cubicBezTo>
                  <a:cubicBezTo>
                    <a:pt x="150" y="171"/>
                    <a:pt x="150" y="171"/>
                    <a:pt x="151" y="172"/>
                  </a:cubicBezTo>
                  <a:cubicBezTo>
                    <a:pt x="151" y="172"/>
                    <a:pt x="151" y="172"/>
                    <a:pt x="151" y="172"/>
                  </a:cubicBezTo>
                  <a:cubicBezTo>
                    <a:pt x="151" y="173"/>
                    <a:pt x="151" y="174"/>
                    <a:pt x="152" y="174"/>
                  </a:cubicBezTo>
                  <a:cubicBezTo>
                    <a:pt x="152" y="174"/>
                    <a:pt x="152" y="174"/>
                    <a:pt x="152" y="174"/>
                  </a:cubicBezTo>
                  <a:cubicBezTo>
                    <a:pt x="153" y="175"/>
                    <a:pt x="154" y="175"/>
                    <a:pt x="155" y="175"/>
                  </a:cubicBezTo>
                  <a:cubicBezTo>
                    <a:pt x="155" y="175"/>
                    <a:pt x="155" y="175"/>
                    <a:pt x="155" y="175"/>
                  </a:cubicBezTo>
                  <a:cubicBezTo>
                    <a:pt x="156" y="175"/>
                    <a:pt x="156" y="175"/>
                    <a:pt x="157" y="174"/>
                  </a:cubicBezTo>
                  <a:cubicBezTo>
                    <a:pt x="157" y="174"/>
                    <a:pt x="157" y="174"/>
                    <a:pt x="157" y="174"/>
                  </a:cubicBezTo>
                  <a:cubicBezTo>
                    <a:pt x="157" y="173"/>
                    <a:pt x="158" y="172"/>
                    <a:pt x="158" y="171"/>
                  </a:cubicBezTo>
                  <a:cubicBezTo>
                    <a:pt x="158" y="171"/>
                    <a:pt x="158" y="171"/>
                    <a:pt x="158" y="171"/>
                  </a:cubicBezTo>
                  <a:cubicBezTo>
                    <a:pt x="157" y="171"/>
                    <a:pt x="157" y="171"/>
                    <a:pt x="157" y="170"/>
                  </a:cubicBezTo>
                  <a:cubicBezTo>
                    <a:pt x="157" y="170"/>
                    <a:pt x="157" y="170"/>
                    <a:pt x="157" y="170"/>
                  </a:cubicBezTo>
                  <a:cubicBezTo>
                    <a:pt x="157" y="170"/>
                    <a:pt x="157" y="170"/>
                    <a:pt x="157" y="170"/>
                  </a:cubicBezTo>
                  <a:cubicBezTo>
                    <a:pt x="158" y="168"/>
                    <a:pt x="158" y="164"/>
                    <a:pt x="158" y="159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59" y="143"/>
                    <a:pt x="154" y="111"/>
                    <a:pt x="113" y="46"/>
                  </a:cubicBezTo>
                  <a:cubicBezTo>
                    <a:pt x="113" y="46"/>
                    <a:pt x="113" y="46"/>
                    <a:pt x="113" y="46"/>
                  </a:cubicBezTo>
                  <a:cubicBezTo>
                    <a:pt x="105" y="34"/>
                    <a:pt x="97" y="24"/>
                    <a:pt x="90" y="18"/>
                  </a:cubicBezTo>
                  <a:cubicBezTo>
                    <a:pt x="90" y="18"/>
                    <a:pt x="90" y="18"/>
                    <a:pt x="90" y="18"/>
                  </a:cubicBezTo>
                  <a:cubicBezTo>
                    <a:pt x="77" y="7"/>
                    <a:pt x="66" y="2"/>
                    <a:pt x="54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9" y="1"/>
                    <a:pt x="27" y="8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8" y="29"/>
                    <a:pt x="3" y="43"/>
                    <a:pt x="2" y="54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2" y="58"/>
                    <a:pt x="2" y="61"/>
                    <a:pt x="4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14" y="89"/>
                    <a:pt x="25" y="120"/>
                    <a:pt x="38" y="17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50" y="216"/>
                    <a:pt x="48" y="302"/>
                    <a:pt x="47" y="315"/>
                  </a:cubicBezTo>
                  <a:cubicBezTo>
                    <a:pt x="47" y="315"/>
                    <a:pt x="47" y="315"/>
                    <a:pt x="47" y="315"/>
                  </a:cubicBezTo>
                  <a:cubicBezTo>
                    <a:pt x="47" y="315"/>
                    <a:pt x="47" y="316"/>
                    <a:pt x="47" y="316"/>
                  </a:cubicBezTo>
                  <a:cubicBezTo>
                    <a:pt x="47" y="316"/>
                    <a:pt x="47" y="316"/>
                    <a:pt x="47" y="316"/>
                  </a:cubicBezTo>
                  <a:cubicBezTo>
                    <a:pt x="47" y="316"/>
                    <a:pt x="47" y="316"/>
                    <a:pt x="47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45"/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5576" y="1386"/>
              <a:ext cx="110" cy="187"/>
            </a:xfrm>
            <a:custGeom>
              <a:avLst/>
              <a:gdLst>
                <a:gd name="T0" fmla="*/ 89 w 94"/>
                <a:gd name="T1" fmla="*/ 140 h 159"/>
                <a:gd name="T2" fmla="*/ 62 w 94"/>
                <a:gd name="T3" fmla="*/ 158 h 159"/>
                <a:gd name="T4" fmla="*/ 62 w 94"/>
                <a:gd name="T5" fmla="*/ 158 h 159"/>
                <a:gd name="T6" fmla="*/ 60 w 94"/>
                <a:gd name="T7" fmla="*/ 158 h 159"/>
                <a:gd name="T8" fmla="*/ 60 w 94"/>
                <a:gd name="T9" fmla="*/ 158 h 159"/>
                <a:gd name="T10" fmla="*/ 16 w 94"/>
                <a:gd name="T11" fmla="*/ 131 h 159"/>
                <a:gd name="T12" fmla="*/ 16 w 94"/>
                <a:gd name="T13" fmla="*/ 131 h 159"/>
                <a:gd name="T14" fmla="*/ 15 w 94"/>
                <a:gd name="T15" fmla="*/ 130 h 159"/>
                <a:gd name="T16" fmla="*/ 15 w 94"/>
                <a:gd name="T17" fmla="*/ 129 h 159"/>
                <a:gd name="T18" fmla="*/ 1 w 94"/>
                <a:gd name="T19" fmla="*/ 32 h 159"/>
                <a:gd name="T20" fmla="*/ 1 w 94"/>
                <a:gd name="T21" fmla="*/ 32 h 159"/>
                <a:gd name="T22" fmla="*/ 5 w 94"/>
                <a:gd name="T23" fmla="*/ 18 h 159"/>
                <a:gd name="T24" fmla="*/ 5 w 94"/>
                <a:gd name="T25" fmla="*/ 18 h 159"/>
                <a:gd name="T26" fmla="*/ 45 w 94"/>
                <a:gd name="T27" fmla="*/ 0 h 159"/>
                <a:gd name="T28" fmla="*/ 45 w 94"/>
                <a:gd name="T29" fmla="*/ 0 h 159"/>
                <a:gd name="T30" fmla="*/ 49 w 94"/>
                <a:gd name="T31" fmla="*/ 1 h 159"/>
                <a:gd name="T32" fmla="*/ 49 w 94"/>
                <a:gd name="T33" fmla="*/ 1 h 159"/>
                <a:gd name="T34" fmla="*/ 83 w 94"/>
                <a:gd name="T35" fmla="*/ 26 h 159"/>
                <a:gd name="T36" fmla="*/ 83 w 94"/>
                <a:gd name="T37" fmla="*/ 26 h 159"/>
                <a:gd name="T38" fmla="*/ 92 w 94"/>
                <a:gd name="T39" fmla="*/ 90 h 159"/>
                <a:gd name="T40" fmla="*/ 92 w 94"/>
                <a:gd name="T41" fmla="*/ 90 h 159"/>
                <a:gd name="T42" fmla="*/ 94 w 94"/>
                <a:gd name="T43" fmla="*/ 126 h 159"/>
                <a:gd name="T44" fmla="*/ 94 w 94"/>
                <a:gd name="T45" fmla="*/ 126 h 159"/>
                <a:gd name="T46" fmla="*/ 94 w 94"/>
                <a:gd name="T47" fmla="*/ 126 h 159"/>
                <a:gd name="T48" fmla="*/ 94 w 94"/>
                <a:gd name="T49" fmla="*/ 126 h 159"/>
                <a:gd name="T50" fmla="*/ 89 w 94"/>
                <a:gd name="T51" fmla="*/ 140 h 159"/>
                <a:gd name="T52" fmla="*/ 36 w 94"/>
                <a:gd name="T53" fmla="*/ 137 h 159"/>
                <a:gd name="T54" fmla="*/ 60 w 94"/>
                <a:gd name="T55" fmla="*/ 150 h 159"/>
                <a:gd name="T56" fmla="*/ 60 w 94"/>
                <a:gd name="T57" fmla="*/ 150 h 159"/>
                <a:gd name="T58" fmla="*/ 62 w 94"/>
                <a:gd name="T59" fmla="*/ 150 h 159"/>
                <a:gd name="T60" fmla="*/ 62 w 94"/>
                <a:gd name="T61" fmla="*/ 150 h 159"/>
                <a:gd name="T62" fmla="*/ 82 w 94"/>
                <a:gd name="T63" fmla="*/ 134 h 159"/>
                <a:gd name="T64" fmla="*/ 82 w 94"/>
                <a:gd name="T65" fmla="*/ 134 h 159"/>
                <a:gd name="T66" fmla="*/ 85 w 94"/>
                <a:gd name="T67" fmla="*/ 126 h 159"/>
                <a:gd name="T68" fmla="*/ 85 w 94"/>
                <a:gd name="T69" fmla="*/ 126 h 159"/>
                <a:gd name="T70" fmla="*/ 83 w 94"/>
                <a:gd name="T71" fmla="*/ 90 h 159"/>
                <a:gd name="T72" fmla="*/ 83 w 94"/>
                <a:gd name="T73" fmla="*/ 90 h 159"/>
                <a:gd name="T74" fmla="*/ 75 w 94"/>
                <a:gd name="T75" fmla="*/ 29 h 159"/>
                <a:gd name="T76" fmla="*/ 75 w 94"/>
                <a:gd name="T77" fmla="*/ 29 h 159"/>
                <a:gd name="T78" fmla="*/ 48 w 94"/>
                <a:gd name="T79" fmla="*/ 9 h 159"/>
                <a:gd name="T80" fmla="*/ 48 w 94"/>
                <a:gd name="T81" fmla="*/ 9 h 159"/>
                <a:gd name="T82" fmla="*/ 44 w 94"/>
                <a:gd name="T83" fmla="*/ 9 h 159"/>
                <a:gd name="T84" fmla="*/ 44 w 94"/>
                <a:gd name="T85" fmla="*/ 9 h 159"/>
                <a:gd name="T86" fmla="*/ 11 w 94"/>
                <a:gd name="T87" fmla="*/ 23 h 159"/>
                <a:gd name="T88" fmla="*/ 11 w 94"/>
                <a:gd name="T89" fmla="*/ 23 h 159"/>
                <a:gd name="T90" fmla="*/ 10 w 94"/>
                <a:gd name="T91" fmla="*/ 32 h 159"/>
                <a:gd name="T92" fmla="*/ 10 w 94"/>
                <a:gd name="T93" fmla="*/ 32 h 159"/>
                <a:gd name="T94" fmla="*/ 23 w 94"/>
                <a:gd name="T95" fmla="*/ 126 h 159"/>
                <a:gd name="T96" fmla="*/ 23 w 94"/>
                <a:gd name="T97" fmla="*/ 126 h 159"/>
                <a:gd name="T98" fmla="*/ 36 w 94"/>
                <a:gd name="T99" fmla="*/ 13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4" h="159">
                  <a:moveTo>
                    <a:pt x="89" y="140"/>
                  </a:moveTo>
                  <a:cubicBezTo>
                    <a:pt x="84" y="146"/>
                    <a:pt x="79" y="159"/>
                    <a:pt x="62" y="158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1" y="158"/>
                    <a:pt x="60" y="158"/>
                    <a:pt x="60" y="158"/>
                  </a:cubicBezTo>
                  <a:cubicBezTo>
                    <a:pt x="60" y="158"/>
                    <a:pt x="60" y="158"/>
                    <a:pt x="60" y="158"/>
                  </a:cubicBezTo>
                  <a:cubicBezTo>
                    <a:pt x="40" y="156"/>
                    <a:pt x="16" y="131"/>
                    <a:pt x="16" y="131"/>
                  </a:cubicBezTo>
                  <a:cubicBezTo>
                    <a:pt x="16" y="131"/>
                    <a:pt x="16" y="131"/>
                    <a:pt x="16" y="131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5" y="129"/>
                    <a:pt x="15" y="129"/>
                    <a:pt x="15" y="129"/>
                  </a:cubicBezTo>
                  <a:cubicBezTo>
                    <a:pt x="15" y="129"/>
                    <a:pt x="0" y="62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26"/>
                    <a:pt x="2" y="21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5" y="6"/>
                    <a:pt x="32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8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60" y="2"/>
                    <a:pt x="75" y="4"/>
                    <a:pt x="83" y="26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91" y="47"/>
                    <a:pt x="91" y="62"/>
                    <a:pt x="92" y="90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2" y="108"/>
                    <a:pt x="94" y="118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94" y="126"/>
                    <a:pt x="94" y="126"/>
                    <a:pt x="94" y="126"/>
                  </a:cubicBezTo>
                  <a:cubicBezTo>
                    <a:pt x="94" y="131"/>
                    <a:pt x="92" y="136"/>
                    <a:pt x="89" y="140"/>
                  </a:cubicBezTo>
                  <a:close/>
                  <a:moveTo>
                    <a:pt x="36" y="137"/>
                  </a:moveTo>
                  <a:cubicBezTo>
                    <a:pt x="44" y="143"/>
                    <a:pt x="54" y="149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1" y="150"/>
                    <a:pt x="62" y="150"/>
                    <a:pt x="62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4" y="150"/>
                    <a:pt x="75" y="144"/>
                    <a:pt x="82" y="134"/>
                  </a:cubicBezTo>
                  <a:cubicBezTo>
                    <a:pt x="82" y="134"/>
                    <a:pt x="82" y="134"/>
                    <a:pt x="82" y="134"/>
                  </a:cubicBezTo>
                  <a:cubicBezTo>
                    <a:pt x="84" y="132"/>
                    <a:pt x="85" y="130"/>
                    <a:pt x="85" y="126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85" y="119"/>
                    <a:pt x="83" y="108"/>
                    <a:pt x="83" y="90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82" y="61"/>
                    <a:pt x="83" y="49"/>
                    <a:pt x="75" y="29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68" y="11"/>
                    <a:pt x="60" y="12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9"/>
                    <a:pt x="45" y="9"/>
                    <a:pt x="44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4" y="9"/>
                    <a:pt x="19" y="14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0" y="27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9" y="58"/>
                    <a:pt x="21" y="116"/>
                    <a:pt x="23" y="126"/>
                  </a:cubicBezTo>
                  <a:cubicBezTo>
                    <a:pt x="23" y="126"/>
                    <a:pt x="23" y="126"/>
                    <a:pt x="23" y="126"/>
                  </a:cubicBezTo>
                  <a:cubicBezTo>
                    <a:pt x="25" y="128"/>
                    <a:pt x="30" y="132"/>
                    <a:pt x="36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46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5576" y="1385"/>
              <a:ext cx="111" cy="189"/>
            </a:xfrm>
            <a:custGeom>
              <a:avLst/>
              <a:gdLst>
                <a:gd name="T0" fmla="*/ 59 w 95"/>
                <a:gd name="T1" fmla="*/ 160 h 161"/>
                <a:gd name="T2" fmla="*/ 16 w 95"/>
                <a:gd name="T3" fmla="*/ 133 h 161"/>
                <a:gd name="T4" fmla="*/ 15 w 95"/>
                <a:gd name="T5" fmla="*/ 133 h 161"/>
                <a:gd name="T6" fmla="*/ 14 w 95"/>
                <a:gd name="T7" fmla="*/ 132 h 161"/>
                <a:gd name="T8" fmla="*/ 14 w 95"/>
                <a:gd name="T9" fmla="*/ 130 h 161"/>
                <a:gd name="T10" fmla="*/ 14 w 95"/>
                <a:gd name="T11" fmla="*/ 130 h 161"/>
                <a:gd name="T12" fmla="*/ 14 w 95"/>
                <a:gd name="T13" fmla="*/ 130 h 161"/>
                <a:gd name="T14" fmla="*/ 13 w 95"/>
                <a:gd name="T15" fmla="*/ 127 h 161"/>
                <a:gd name="T16" fmla="*/ 12 w 95"/>
                <a:gd name="T17" fmla="*/ 119 h 161"/>
                <a:gd name="T18" fmla="*/ 0 w 95"/>
                <a:gd name="T19" fmla="*/ 33 h 161"/>
                <a:gd name="T20" fmla="*/ 4 w 95"/>
                <a:gd name="T21" fmla="*/ 18 h 161"/>
                <a:gd name="T22" fmla="*/ 45 w 95"/>
                <a:gd name="T23" fmla="*/ 1 h 161"/>
                <a:gd name="T24" fmla="*/ 49 w 95"/>
                <a:gd name="T25" fmla="*/ 1 h 161"/>
                <a:gd name="T26" fmla="*/ 84 w 95"/>
                <a:gd name="T27" fmla="*/ 27 h 161"/>
                <a:gd name="T28" fmla="*/ 92 w 95"/>
                <a:gd name="T29" fmla="*/ 91 h 161"/>
                <a:gd name="T30" fmla="*/ 95 w 95"/>
                <a:gd name="T31" fmla="*/ 127 h 161"/>
                <a:gd name="T32" fmla="*/ 90 w 95"/>
                <a:gd name="T33" fmla="*/ 141 h 161"/>
                <a:gd name="T34" fmla="*/ 81 w 95"/>
                <a:gd name="T35" fmla="*/ 152 h 161"/>
                <a:gd name="T36" fmla="*/ 81 w 95"/>
                <a:gd name="T37" fmla="*/ 152 h 161"/>
                <a:gd name="T38" fmla="*/ 22 w 95"/>
                <a:gd name="T39" fmla="*/ 137 h 161"/>
                <a:gd name="T40" fmla="*/ 60 w 95"/>
                <a:gd name="T41" fmla="*/ 158 h 161"/>
                <a:gd name="T42" fmla="*/ 80 w 95"/>
                <a:gd name="T43" fmla="*/ 151 h 161"/>
                <a:gd name="T44" fmla="*/ 88 w 95"/>
                <a:gd name="T45" fmla="*/ 140 h 161"/>
                <a:gd name="T46" fmla="*/ 93 w 95"/>
                <a:gd name="T47" fmla="*/ 127 h 161"/>
                <a:gd name="T48" fmla="*/ 91 w 95"/>
                <a:gd name="T49" fmla="*/ 91 h 161"/>
                <a:gd name="T50" fmla="*/ 83 w 95"/>
                <a:gd name="T51" fmla="*/ 28 h 161"/>
                <a:gd name="T52" fmla="*/ 49 w 95"/>
                <a:gd name="T53" fmla="*/ 3 h 161"/>
                <a:gd name="T54" fmla="*/ 45 w 95"/>
                <a:gd name="T55" fmla="*/ 2 h 161"/>
                <a:gd name="T56" fmla="*/ 5 w 95"/>
                <a:gd name="T57" fmla="*/ 19 h 161"/>
                <a:gd name="T58" fmla="*/ 2 w 95"/>
                <a:gd name="T59" fmla="*/ 33 h 161"/>
                <a:gd name="T60" fmla="*/ 16 w 95"/>
                <a:gd name="T61" fmla="*/ 131 h 161"/>
                <a:gd name="T62" fmla="*/ 62 w 95"/>
                <a:gd name="T63" fmla="*/ 152 h 161"/>
                <a:gd name="T64" fmla="*/ 35 w 95"/>
                <a:gd name="T65" fmla="*/ 139 h 161"/>
                <a:gd name="T66" fmla="*/ 26 w 95"/>
                <a:gd name="T67" fmla="*/ 131 h 161"/>
                <a:gd name="T68" fmla="*/ 22 w 95"/>
                <a:gd name="T69" fmla="*/ 127 h 161"/>
                <a:gd name="T70" fmla="*/ 9 w 95"/>
                <a:gd name="T71" fmla="*/ 33 h 161"/>
                <a:gd name="T72" fmla="*/ 11 w 95"/>
                <a:gd name="T73" fmla="*/ 24 h 161"/>
                <a:gd name="T74" fmla="*/ 11 w 95"/>
                <a:gd name="T75" fmla="*/ 23 h 161"/>
                <a:gd name="T76" fmla="*/ 44 w 95"/>
                <a:gd name="T77" fmla="*/ 9 h 161"/>
                <a:gd name="T78" fmla="*/ 67 w 95"/>
                <a:gd name="T79" fmla="*/ 16 h 161"/>
                <a:gd name="T80" fmla="*/ 76 w 95"/>
                <a:gd name="T81" fmla="*/ 30 h 161"/>
                <a:gd name="T82" fmla="*/ 86 w 95"/>
                <a:gd name="T83" fmla="*/ 127 h 161"/>
                <a:gd name="T84" fmla="*/ 83 w 95"/>
                <a:gd name="T85" fmla="*/ 136 h 161"/>
                <a:gd name="T86" fmla="*/ 74 w 95"/>
                <a:gd name="T87" fmla="*/ 147 h 161"/>
                <a:gd name="T88" fmla="*/ 60 w 95"/>
                <a:gd name="T89" fmla="*/ 150 h 161"/>
                <a:gd name="T90" fmla="*/ 73 w 95"/>
                <a:gd name="T91" fmla="*/ 146 h 161"/>
                <a:gd name="T92" fmla="*/ 82 w 95"/>
                <a:gd name="T93" fmla="*/ 135 h 161"/>
                <a:gd name="T94" fmla="*/ 82 w 95"/>
                <a:gd name="T95" fmla="*/ 91 h 161"/>
                <a:gd name="T96" fmla="*/ 75 w 95"/>
                <a:gd name="T97" fmla="*/ 31 h 161"/>
                <a:gd name="T98" fmla="*/ 47 w 95"/>
                <a:gd name="T99" fmla="*/ 11 h 161"/>
                <a:gd name="T100" fmla="*/ 44 w 95"/>
                <a:gd name="T101" fmla="*/ 11 h 161"/>
                <a:gd name="T102" fmla="*/ 12 w 95"/>
                <a:gd name="T103" fmla="*/ 25 h 161"/>
                <a:gd name="T104" fmla="*/ 12 w 95"/>
                <a:gd name="T105" fmla="*/ 25 h 161"/>
                <a:gd name="T106" fmla="*/ 11 w 95"/>
                <a:gd name="T107" fmla="*/ 27 h 161"/>
                <a:gd name="T108" fmla="*/ 24 w 95"/>
                <a:gd name="T109" fmla="*/ 126 h 161"/>
                <a:gd name="T110" fmla="*/ 27 w 95"/>
                <a:gd name="T111" fmla="*/ 129 h 161"/>
                <a:gd name="T112" fmla="*/ 36 w 95"/>
                <a:gd name="T113" fmla="*/ 13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" h="161">
                  <a:moveTo>
                    <a:pt x="62" y="160"/>
                  </a:moveTo>
                  <a:cubicBezTo>
                    <a:pt x="61" y="160"/>
                    <a:pt x="60" y="160"/>
                    <a:pt x="59" y="160"/>
                  </a:cubicBezTo>
                  <a:cubicBezTo>
                    <a:pt x="59" y="160"/>
                    <a:pt x="59" y="160"/>
                    <a:pt x="59" y="160"/>
                  </a:cubicBezTo>
                  <a:cubicBezTo>
                    <a:pt x="45" y="158"/>
                    <a:pt x="29" y="145"/>
                    <a:pt x="21" y="138"/>
                  </a:cubicBezTo>
                  <a:cubicBezTo>
                    <a:pt x="21" y="138"/>
                    <a:pt x="21" y="138"/>
                    <a:pt x="21" y="138"/>
                  </a:cubicBezTo>
                  <a:cubicBezTo>
                    <a:pt x="18" y="135"/>
                    <a:pt x="16" y="134"/>
                    <a:pt x="16" y="133"/>
                  </a:cubicBezTo>
                  <a:cubicBezTo>
                    <a:pt x="16" y="133"/>
                    <a:pt x="16" y="133"/>
                    <a:pt x="16" y="133"/>
                  </a:cubicBezTo>
                  <a:cubicBezTo>
                    <a:pt x="16" y="133"/>
                    <a:pt x="15" y="133"/>
                    <a:pt x="15" y="133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2"/>
                    <a:pt x="14" y="132"/>
                    <a:pt x="14" y="132"/>
                  </a:cubicBezTo>
                  <a:cubicBezTo>
                    <a:pt x="14" y="131"/>
                    <a:pt x="14" y="131"/>
                    <a:pt x="14" y="131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30"/>
                  </a:cubicBezTo>
                  <a:cubicBezTo>
                    <a:pt x="14" y="130"/>
                    <a:pt x="14" y="130"/>
                    <a:pt x="14" y="129"/>
                  </a:cubicBezTo>
                  <a:cubicBezTo>
                    <a:pt x="14" y="129"/>
                    <a:pt x="14" y="129"/>
                    <a:pt x="14" y="129"/>
                  </a:cubicBezTo>
                  <a:cubicBezTo>
                    <a:pt x="14" y="129"/>
                    <a:pt x="13" y="128"/>
                    <a:pt x="13" y="127"/>
                  </a:cubicBezTo>
                  <a:cubicBezTo>
                    <a:pt x="13" y="127"/>
                    <a:pt x="13" y="127"/>
                    <a:pt x="13" y="127"/>
                  </a:cubicBezTo>
                  <a:cubicBezTo>
                    <a:pt x="13" y="125"/>
                    <a:pt x="12" y="123"/>
                    <a:pt x="12" y="119"/>
                  </a:cubicBezTo>
                  <a:cubicBezTo>
                    <a:pt x="12" y="119"/>
                    <a:pt x="12" y="119"/>
                    <a:pt x="12" y="119"/>
                  </a:cubicBezTo>
                  <a:cubicBezTo>
                    <a:pt x="10" y="112"/>
                    <a:pt x="8" y="103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3" y="72"/>
                    <a:pt x="0" y="48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27"/>
                    <a:pt x="1" y="22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5" y="6"/>
                    <a:pt x="31" y="0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6" y="1"/>
                    <a:pt x="48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6" y="2"/>
                    <a:pt x="66" y="3"/>
                    <a:pt x="74" y="10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8" y="14"/>
                    <a:pt x="81" y="19"/>
                    <a:pt x="84" y="27"/>
                  </a:cubicBezTo>
                  <a:cubicBezTo>
                    <a:pt x="84" y="27"/>
                    <a:pt x="84" y="27"/>
                    <a:pt x="84" y="27"/>
                  </a:cubicBezTo>
                  <a:cubicBezTo>
                    <a:pt x="92" y="48"/>
                    <a:pt x="92" y="63"/>
                    <a:pt x="92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93" y="109"/>
                    <a:pt x="95" y="119"/>
                    <a:pt x="95" y="127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4" y="133"/>
                    <a:pt x="93" y="137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89" y="141"/>
                    <a:pt x="89" y="141"/>
                    <a:pt x="89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87" y="144"/>
                    <a:pt x="85" y="149"/>
                    <a:pt x="81" y="152"/>
                  </a:cubicBezTo>
                  <a:cubicBezTo>
                    <a:pt x="81" y="152"/>
                    <a:pt x="81" y="152"/>
                    <a:pt x="81" y="152"/>
                  </a:cubicBezTo>
                  <a:cubicBezTo>
                    <a:pt x="81" y="152"/>
                    <a:pt x="81" y="152"/>
                    <a:pt x="81" y="152"/>
                  </a:cubicBezTo>
                  <a:cubicBezTo>
                    <a:pt x="81" y="152"/>
                    <a:pt x="81" y="152"/>
                    <a:pt x="81" y="152"/>
                  </a:cubicBezTo>
                  <a:cubicBezTo>
                    <a:pt x="77" y="157"/>
                    <a:pt x="71" y="161"/>
                    <a:pt x="62" y="160"/>
                  </a:cubicBezTo>
                  <a:close/>
                  <a:moveTo>
                    <a:pt x="17" y="132"/>
                  </a:moveTo>
                  <a:cubicBezTo>
                    <a:pt x="17" y="132"/>
                    <a:pt x="19" y="134"/>
                    <a:pt x="22" y="137"/>
                  </a:cubicBezTo>
                  <a:cubicBezTo>
                    <a:pt x="22" y="137"/>
                    <a:pt x="22" y="137"/>
                    <a:pt x="22" y="137"/>
                  </a:cubicBezTo>
                  <a:cubicBezTo>
                    <a:pt x="30" y="144"/>
                    <a:pt x="46" y="157"/>
                    <a:pt x="60" y="158"/>
                  </a:cubicBezTo>
                  <a:cubicBezTo>
                    <a:pt x="60" y="158"/>
                    <a:pt x="60" y="158"/>
                    <a:pt x="60" y="158"/>
                  </a:cubicBezTo>
                  <a:cubicBezTo>
                    <a:pt x="60" y="159"/>
                    <a:pt x="61" y="159"/>
                    <a:pt x="62" y="159"/>
                  </a:cubicBezTo>
                  <a:cubicBezTo>
                    <a:pt x="62" y="159"/>
                    <a:pt x="62" y="159"/>
                    <a:pt x="62" y="159"/>
                  </a:cubicBezTo>
                  <a:cubicBezTo>
                    <a:pt x="71" y="159"/>
                    <a:pt x="76" y="156"/>
                    <a:pt x="80" y="151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3" y="148"/>
                    <a:pt x="86" y="143"/>
                    <a:pt x="88" y="14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92" y="137"/>
                    <a:pt x="93" y="132"/>
                    <a:pt x="93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19"/>
                    <a:pt x="91" y="109"/>
                    <a:pt x="91" y="91"/>
                  </a:cubicBezTo>
                  <a:cubicBezTo>
                    <a:pt x="91" y="91"/>
                    <a:pt x="91" y="91"/>
                    <a:pt x="91" y="91"/>
                  </a:cubicBezTo>
                  <a:cubicBezTo>
                    <a:pt x="90" y="63"/>
                    <a:pt x="91" y="49"/>
                    <a:pt x="83" y="28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0" y="20"/>
                    <a:pt x="76" y="15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65" y="5"/>
                    <a:pt x="56" y="4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32" y="2"/>
                    <a:pt x="15" y="8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23"/>
                    <a:pt x="2" y="27"/>
                    <a:pt x="2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63"/>
                    <a:pt x="15" y="129"/>
                    <a:pt x="15" y="130"/>
                  </a:cubicBezTo>
                  <a:cubicBezTo>
                    <a:pt x="15" y="130"/>
                    <a:pt x="15" y="130"/>
                    <a:pt x="15" y="130"/>
                  </a:cubicBezTo>
                  <a:cubicBezTo>
                    <a:pt x="16" y="131"/>
                    <a:pt x="16" y="131"/>
                    <a:pt x="16" y="131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17" y="132"/>
                    <a:pt x="16" y="132"/>
                    <a:pt x="17" y="132"/>
                  </a:cubicBezTo>
                  <a:close/>
                  <a:moveTo>
                    <a:pt x="62" y="152"/>
                  </a:moveTo>
                  <a:cubicBezTo>
                    <a:pt x="62" y="152"/>
                    <a:pt x="61" y="152"/>
                    <a:pt x="60" y="151"/>
                  </a:cubicBezTo>
                  <a:cubicBezTo>
                    <a:pt x="60" y="151"/>
                    <a:pt x="60" y="151"/>
                    <a:pt x="60" y="151"/>
                  </a:cubicBezTo>
                  <a:cubicBezTo>
                    <a:pt x="53" y="151"/>
                    <a:pt x="43" y="145"/>
                    <a:pt x="35" y="139"/>
                  </a:cubicBezTo>
                  <a:cubicBezTo>
                    <a:pt x="35" y="139"/>
                    <a:pt x="35" y="139"/>
                    <a:pt x="35" y="139"/>
                  </a:cubicBezTo>
                  <a:cubicBezTo>
                    <a:pt x="35" y="139"/>
                    <a:pt x="35" y="139"/>
                    <a:pt x="35" y="139"/>
                  </a:cubicBezTo>
                  <a:cubicBezTo>
                    <a:pt x="32" y="136"/>
                    <a:pt x="28" y="133"/>
                    <a:pt x="26" y="131"/>
                  </a:cubicBezTo>
                  <a:cubicBezTo>
                    <a:pt x="26" y="131"/>
                    <a:pt x="26" y="131"/>
                    <a:pt x="26" y="131"/>
                  </a:cubicBezTo>
                  <a:cubicBezTo>
                    <a:pt x="24" y="129"/>
                    <a:pt x="23" y="128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0" y="118"/>
                    <a:pt x="8" y="59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28"/>
                    <a:pt x="10" y="25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9" y="14"/>
                    <a:pt x="34" y="9"/>
                    <a:pt x="44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6" y="9"/>
                    <a:pt x="47" y="9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55" y="11"/>
                    <a:pt x="62" y="11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70" y="19"/>
                    <a:pt x="73" y="23"/>
                    <a:pt x="76" y="30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83" y="50"/>
                    <a:pt x="83" y="63"/>
                    <a:pt x="84" y="91"/>
                  </a:cubicBezTo>
                  <a:cubicBezTo>
                    <a:pt x="84" y="91"/>
                    <a:pt x="84" y="91"/>
                    <a:pt x="84" y="91"/>
                  </a:cubicBezTo>
                  <a:cubicBezTo>
                    <a:pt x="84" y="109"/>
                    <a:pt x="86" y="120"/>
                    <a:pt x="86" y="127"/>
                  </a:cubicBezTo>
                  <a:cubicBezTo>
                    <a:pt x="86" y="127"/>
                    <a:pt x="86" y="127"/>
                    <a:pt x="86" y="127"/>
                  </a:cubicBezTo>
                  <a:cubicBezTo>
                    <a:pt x="86" y="131"/>
                    <a:pt x="85" y="133"/>
                    <a:pt x="83" y="136"/>
                  </a:cubicBezTo>
                  <a:cubicBezTo>
                    <a:pt x="83" y="136"/>
                    <a:pt x="83" y="136"/>
                    <a:pt x="83" y="136"/>
                  </a:cubicBezTo>
                  <a:cubicBezTo>
                    <a:pt x="79" y="140"/>
                    <a:pt x="77" y="144"/>
                    <a:pt x="75" y="147"/>
                  </a:cubicBezTo>
                  <a:cubicBezTo>
                    <a:pt x="75" y="147"/>
                    <a:pt x="75" y="147"/>
                    <a:pt x="75" y="147"/>
                  </a:cubicBezTo>
                  <a:cubicBezTo>
                    <a:pt x="75" y="147"/>
                    <a:pt x="75" y="147"/>
                    <a:pt x="74" y="147"/>
                  </a:cubicBezTo>
                  <a:cubicBezTo>
                    <a:pt x="74" y="147"/>
                    <a:pt x="74" y="147"/>
                    <a:pt x="74" y="147"/>
                  </a:cubicBezTo>
                  <a:cubicBezTo>
                    <a:pt x="72" y="150"/>
                    <a:pt x="68" y="152"/>
                    <a:pt x="62" y="152"/>
                  </a:cubicBezTo>
                  <a:close/>
                  <a:moveTo>
                    <a:pt x="60" y="150"/>
                  </a:moveTo>
                  <a:cubicBezTo>
                    <a:pt x="61" y="150"/>
                    <a:pt x="62" y="150"/>
                    <a:pt x="62" y="150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68" y="150"/>
                    <a:pt x="71" y="149"/>
                    <a:pt x="73" y="146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6" y="143"/>
                    <a:pt x="78" y="139"/>
                    <a:pt x="82" y="135"/>
                  </a:cubicBezTo>
                  <a:cubicBezTo>
                    <a:pt x="82" y="135"/>
                    <a:pt x="82" y="135"/>
                    <a:pt x="82" y="135"/>
                  </a:cubicBezTo>
                  <a:cubicBezTo>
                    <a:pt x="84" y="133"/>
                    <a:pt x="84" y="131"/>
                    <a:pt x="84" y="127"/>
                  </a:cubicBezTo>
                  <a:cubicBezTo>
                    <a:pt x="84" y="127"/>
                    <a:pt x="84" y="127"/>
                    <a:pt x="84" y="127"/>
                  </a:cubicBezTo>
                  <a:cubicBezTo>
                    <a:pt x="85" y="120"/>
                    <a:pt x="83" y="109"/>
                    <a:pt x="82" y="91"/>
                  </a:cubicBezTo>
                  <a:cubicBezTo>
                    <a:pt x="82" y="91"/>
                    <a:pt x="82" y="91"/>
                    <a:pt x="82" y="91"/>
                  </a:cubicBezTo>
                  <a:cubicBezTo>
                    <a:pt x="81" y="62"/>
                    <a:pt x="82" y="50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2" y="24"/>
                    <a:pt x="69" y="20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1" y="13"/>
                    <a:pt x="55" y="13"/>
                    <a:pt x="47" y="11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6" y="11"/>
                    <a:pt x="45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35" y="10"/>
                    <a:pt x="20" y="16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4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0" y="31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58"/>
                    <a:pt x="21" y="116"/>
                    <a:pt x="24" y="126"/>
                  </a:cubicBezTo>
                  <a:cubicBezTo>
                    <a:pt x="24" y="126"/>
                    <a:pt x="24" y="126"/>
                    <a:pt x="24" y="126"/>
                  </a:cubicBezTo>
                  <a:cubicBezTo>
                    <a:pt x="24" y="127"/>
                    <a:pt x="25" y="128"/>
                    <a:pt x="27" y="129"/>
                  </a:cubicBezTo>
                  <a:cubicBezTo>
                    <a:pt x="27" y="129"/>
                    <a:pt x="27" y="129"/>
                    <a:pt x="27" y="129"/>
                  </a:cubicBezTo>
                  <a:cubicBezTo>
                    <a:pt x="29" y="132"/>
                    <a:pt x="33" y="134"/>
                    <a:pt x="36" y="137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36" y="138"/>
                    <a:pt x="36" y="138"/>
                    <a:pt x="36" y="138"/>
                  </a:cubicBezTo>
                  <a:cubicBezTo>
                    <a:pt x="36" y="137"/>
                    <a:pt x="36" y="137"/>
                    <a:pt x="36" y="137"/>
                  </a:cubicBezTo>
                  <a:cubicBezTo>
                    <a:pt x="44" y="143"/>
                    <a:pt x="54" y="149"/>
                    <a:pt x="60" y="1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47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5674" y="1419"/>
              <a:ext cx="107" cy="170"/>
            </a:xfrm>
            <a:custGeom>
              <a:avLst/>
              <a:gdLst>
                <a:gd name="T0" fmla="*/ 88 w 91"/>
                <a:gd name="T1" fmla="*/ 110 h 145"/>
                <a:gd name="T2" fmla="*/ 67 w 91"/>
                <a:gd name="T3" fmla="*/ 133 h 145"/>
                <a:gd name="T4" fmla="*/ 67 w 91"/>
                <a:gd name="T5" fmla="*/ 133 h 145"/>
                <a:gd name="T6" fmla="*/ 58 w 91"/>
                <a:gd name="T7" fmla="*/ 140 h 145"/>
                <a:gd name="T8" fmla="*/ 58 w 91"/>
                <a:gd name="T9" fmla="*/ 140 h 145"/>
                <a:gd name="T10" fmla="*/ 47 w 91"/>
                <a:gd name="T11" fmla="*/ 144 h 145"/>
                <a:gd name="T12" fmla="*/ 47 w 91"/>
                <a:gd name="T13" fmla="*/ 144 h 145"/>
                <a:gd name="T14" fmla="*/ 37 w 91"/>
                <a:gd name="T15" fmla="*/ 143 h 145"/>
                <a:gd name="T16" fmla="*/ 37 w 91"/>
                <a:gd name="T17" fmla="*/ 143 h 145"/>
                <a:gd name="T18" fmla="*/ 2 w 91"/>
                <a:gd name="T19" fmla="*/ 115 h 145"/>
                <a:gd name="T20" fmla="*/ 2 w 91"/>
                <a:gd name="T21" fmla="*/ 115 h 145"/>
                <a:gd name="T22" fmla="*/ 2 w 91"/>
                <a:gd name="T23" fmla="*/ 109 h 145"/>
                <a:gd name="T24" fmla="*/ 2 w 91"/>
                <a:gd name="T25" fmla="*/ 109 h 145"/>
                <a:gd name="T26" fmla="*/ 8 w 91"/>
                <a:gd name="T27" fmla="*/ 110 h 145"/>
                <a:gd name="T28" fmla="*/ 8 w 91"/>
                <a:gd name="T29" fmla="*/ 110 h 145"/>
                <a:gd name="T30" fmla="*/ 38 w 91"/>
                <a:gd name="T31" fmla="*/ 134 h 145"/>
                <a:gd name="T32" fmla="*/ 38 w 91"/>
                <a:gd name="T33" fmla="*/ 134 h 145"/>
                <a:gd name="T34" fmla="*/ 48 w 91"/>
                <a:gd name="T35" fmla="*/ 136 h 145"/>
                <a:gd name="T36" fmla="*/ 48 w 91"/>
                <a:gd name="T37" fmla="*/ 136 h 145"/>
                <a:gd name="T38" fmla="*/ 51 w 91"/>
                <a:gd name="T39" fmla="*/ 134 h 145"/>
                <a:gd name="T40" fmla="*/ 51 w 91"/>
                <a:gd name="T41" fmla="*/ 134 h 145"/>
                <a:gd name="T42" fmla="*/ 63 w 91"/>
                <a:gd name="T43" fmla="*/ 125 h 145"/>
                <a:gd name="T44" fmla="*/ 63 w 91"/>
                <a:gd name="T45" fmla="*/ 125 h 145"/>
                <a:gd name="T46" fmla="*/ 80 w 91"/>
                <a:gd name="T47" fmla="*/ 107 h 145"/>
                <a:gd name="T48" fmla="*/ 80 w 91"/>
                <a:gd name="T49" fmla="*/ 107 h 145"/>
                <a:gd name="T50" fmla="*/ 82 w 91"/>
                <a:gd name="T51" fmla="*/ 90 h 145"/>
                <a:gd name="T52" fmla="*/ 82 w 91"/>
                <a:gd name="T53" fmla="*/ 90 h 145"/>
                <a:gd name="T54" fmla="*/ 82 w 91"/>
                <a:gd name="T55" fmla="*/ 41 h 145"/>
                <a:gd name="T56" fmla="*/ 82 w 91"/>
                <a:gd name="T57" fmla="*/ 41 h 145"/>
                <a:gd name="T58" fmla="*/ 42 w 91"/>
                <a:gd name="T59" fmla="*/ 11 h 145"/>
                <a:gd name="T60" fmla="*/ 42 w 91"/>
                <a:gd name="T61" fmla="*/ 11 h 145"/>
                <a:gd name="T62" fmla="*/ 21 w 91"/>
                <a:gd name="T63" fmla="*/ 9 h 145"/>
                <a:gd name="T64" fmla="*/ 21 w 91"/>
                <a:gd name="T65" fmla="*/ 9 h 145"/>
                <a:gd name="T66" fmla="*/ 10 w 91"/>
                <a:gd name="T67" fmla="*/ 10 h 145"/>
                <a:gd name="T68" fmla="*/ 10 w 91"/>
                <a:gd name="T69" fmla="*/ 10 h 145"/>
                <a:gd name="T70" fmla="*/ 10 w 91"/>
                <a:gd name="T71" fmla="*/ 10 h 145"/>
                <a:gd name="T72" fmla="*/ 4 w 91"/>
                <a:gd name="T73" fmla="*/ 7 h 145"/>
                <a:gd name="T74" fmla="*/ 4 w 91"/>
                <a:gd name="T75" fmla="*/ 7 h 145"/>
                <a:gd name="T76" fmla="*/ 7 w 91"/>
                <a:gd name="T77" fmla="*/ 1 h 145"/>
                <a:gd name="T78" fmla="*/ 7 w 91"/>
                <a:gd name="T79" fmla="*/ 1 h 145"/>
                <a:gd name="T80" fmla="*/ 21 w 91"/>
                <a:gd name="T81" fmla="*/ 1 h 145"/>
                <a:gd name="T82" fmla="*/ 21 w 91"/>
                <a:gd name="T83" fmla="*/ 1 h 145"/>
                <a:gd name="T84" fmla="*/ 42 w 91"/>
                <a:gd name="T85" fmla="*/ 2 h 145"/>
                <a:gd name="T86" fmla="*/ 42 w 91"/>
                <a:gd name="T87" fmla="*/ 2 h 145"/>
                <a:gd name="T88" fmla="*/ 90 w 91"/>
                <a:gd name="T89" fmla="*/ 42 h 145"/>
                <a:gd name="T90" fmla="*/ 90 w 91"/>
                <a:gd name="T91" fmla="*/ 42 h 145"/>
                <a:gd name="T92" fmla="*/ 90 w 91"/>
                <a:gd name="T93" fmla="*/ 91 h 145"/>
                <a:gd name="T94" fmla="*/ 90 w 91"/>
                <a:gd name="T95" fmla="*/ 91 h 145"/>
                <a:gd name="T96" fmla="*/ 88 w 91"/>
                <a:gd name="T97" fmla="*/ 110 h 145"/>
                <a:gd name="T98" fmla="*/ 10 w 91"/>
                <a:gd name="T99" fmla="*/ 9 h 145"/>
                <a:gd name="T100" fmla="*/ 10 w 91"/>
                <a:gd name="T101" fmla="*/ 9 h 145"/>
                <a:gd name="T102" fmla="*/ 10 w 91"/>
                <a:gd name="T103" fmla="*/ 9 h 145"/>
                <a:gd name="T104" fmla="*/ 10 w 91"/>
                <a:gd name="T105" fmla="*/ 10 h 145"/>
                <a:gd name="T106" fmla="*/ 10 w 91"/>
                <a:gd name="T107" fmla="*/ 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1" h="145">
                  <a:moveTo>
                    <a:pt x="88" y="110"/>
                  </a:moveTo>
                  <a:cubicBezTo>
                    <a:pt x="85" y="118"/>
                    <a:pt x="83" y="125"/>
                    <a:pt x="67" y="133"/>
                  </a:cubicBezTo>
                  <a:cubicBezTo>
                    <a:pt x="67" y="133"/>
                    <a:pt x="67" y="133"/>
                    <a:pt x="67" y="133"/>
                  </a:cubicBezTo>
                  <a:cubicBezTo>
                    <a:pt x="61" y="136"/>
                    <a:pt x="60" y="138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7" y="142"/>
                    <a:pt x="52" y="145"/>
                    <a:pt x="47" y="144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5" y="144"/>
                    <a:pt x="41" y="144"/>
                    <a:pt x="37" y="143"/>
                  </a:cubicBezTo>
                  <a:cubicBezTo>
                    <a:pt x="37" y="143"/>
                    <a:pt x="37" y="143"/>
                    <a:pt x="37" y="143"/>
                  </a:cubicBezTo>
                  <a:cubicBezTo>
                    <a:pt x="13" y="139"/>
                    <a:pt x="4" y="117"/>
                    <a:pt x="2" y="115"/>
                  </a:cubicBezTo>
                  <a:cubicBezTo>
                    <a:pt x="2" y="115"/>
                    <a:pt x="2" y="115"/>
                    <a:pt x="2" y="115"/>
                  </a:cubicBezTo>
                  <a:cubicBezTo>
                    <a:pt x="0" y="114"/>
                    <a:pt x="0" y="111"/>
                    <a:pt x="2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4" y="108"/>
                    <a:pt x="6" y="108"/>
                    <a:pt x="8" y="110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13" y="115"/>
                    <a:pt x="19" y="131"/>
                    <a:pt x="38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43" y="135"/>
                    <a:pt x="46" y="136"/>
                    <a:pt x="48" y="136"/>
                  </a:cubicBezTo>
                  <a:cubicBezTo>
                    <a:pt x="48" y="136"/>
                    <a:pt x="48" y="136"/>
                    <a:pt x="48" y="136"/>
                  </a:cubicBezTo>
                  <a:cubicBezTo>
                    <a:pt x="51" y="136"/>
                    <a:pt x="50" y="136"/>
                    <a:pt x="51" y="134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53" y="132"/>
                    <a:pt x="56" y="129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78" y="117"/>
                    <a:pt x="76" y="116"/>
                    <a:pt x="80" y="107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80" y="106"/>
                    <a:pt x="81" y="98"/>
                    <a:pt x="82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74"/>
                    <a:pt x="81" y="51"/>
                    <a:pt x="82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1"/>
                    <a:pt x="68" y="13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32" y="10"/>
                    <a:pt x="25" y="10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3" y="9"/>
                    <a:pt x="10" y="9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7" y="10"/>
                    <a:pt x="5" y="9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4"/>
                    <a:pt x="5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1"/>
                    <a:pt x="11" y="0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6" y="1"/>
                    <a:pt x="33" y="1"/>
                    <a:pt x="42" y="2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73" y="5"/>
                    <a:pt x="91" y="25"/>
                    <a:pt x="90" y="42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50"/>
                    <a:pt x="91" y="74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9"/>
                    <a:pt x="89" y="106"/>
                    <a:pt x="88" y="110"/>
                  </a:cubicBezTo>
                  <a:close/>
                  <a:moveTo>
                    <a:pt x="10" y="9"/>
                  </a:move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9"/>
                    <a:pt x="10" y="9"/>
                    <a:pt x="1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48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5673" y="1419"/>
              <a:ext cx="109" cy="171"/>
            </a:xfrm>
            <a:custGeom>
              <a:avLst/>
              <a:gdLst>
                <a:gd name="T0" fmla="*/ 61 w 93"/>
                <a:gd name="T1" fmla="*/ 139 h 146"/>
                <a:gd name="T2" fmla="*/ 59 w 93"/>
                <a:gd name="T3" fmla="*/ 141 h 146"/>
                <a:gd name="T4" fmla="*/ 48 w 93"/>
                <a:gd name="T5" fmla="*/ 145 h 146"/>
                <a:gd name="T6" fmla="*/ 15 w 93"/>
                <a:gd name="T7" fmla="*/ 133 h 146"/>
                <a:gd name="T8" fmla="*/ 2 w 93"/>
                <a:gd name="T9" fmla="*/ 116 h 146"/>
                <a:gd name="T10" fmla="*/ 2 w 93"/>
                <a:gd name="T11" fmla="*/ 116 h 146"/>
                <a:gd name="T12" fmla="*/ 2 w 93"/>
                <a:gd name="T13" fmla="*/ 109 h 146"/>
                <a:gd name="T14" fmla="*/ 9 w 93"/>
                <a:gd name="T15" fmla="*/ 109 h 146"/>
                <a:gd name="T16" fmla="*/ 22 w 93"/>
                <a:gd name="T17" fmla="*/ 125 h 146"/>
                <a:gd name="T18" fmla="*/ 39 w 93"/>
                <a:gd name="T19" fmla="*/ 134 h 146"/>
                <a:gd name="T20" fmla="*/ 51 w 93"/>
                <a:gd name="T21" fmla="*/ 135 h 146"/>
                <a:gd name="T22" fmla="*/ 51 w 93"/>
                <a:gd name="T23" fmla="*/ 134 h 146"/>
                <a:gd name="T24" fmla="*/ 53 w 93"/>
                <a:gd name="T25" fmla="*/ 132 h 146"/>
                <a:gd name="T26" fmla="*/ 63 w 93"/>
                <a:gd name="T27" fmla="*/ 125 h 146"/>
                <a:gd name="T28" fmla="*/ 80 w 93"/>
                <a:gd name="T29" fmla="*/ 106 h 146"/>
                <a:gd name="T30" fmla="*/ 82 w 93"/>
                <a:gd name="T31" fmla="*/ 90 h 146"/>
                <a:gd name="T32" fmla="*/ 72 w 93"/>
                <a:gd name="T33" fmla="*/ 24 h 146"/>
                <a:gd name="T34" fmla="*/ 43 w 93"/>
                <a:gd name="T35" fmla="*/ 12 h 146"/>
                <a:gd name="T36" fmla="*/ 11 w 93"/>
                <a:gd name="T37" fmla="*/ 10 h 146"/>
                <a:gd name="T38" fmla="*/ 10 w 93"/>
                <a:gd name="T39" fmla="*/ 10 h 146"/>
                <a:gd name="T40" fmla="*/ 5 w 93"/>
                <a:gd name="T41" fmla="*/ 7 h 146"/>
                <a:gd name="T42" fmla="*/ 6 w 93"/>
                <a:gd name="T43" fmla="*/ 2 h 146"/>
                <a:gd name="T44" fmla="*/ 22 w 93"/>
                <a:gd name="T45" fmla="*/ 0 h 146"/>
                <a:gd name="T46" fmla="*/ 44 w 93"/>
                <a:gd name="T47" fmla="*/ 1 h 146"/>
                <a:gd name="T48" fmla="*/ 92 w 93"/>
                <a:gd name="T49" fmla="*/ 42 h 146"/>
                <a:gd name="T50" fmla="*/ 92 w 93"/>
                <a:gd name="T51" fmla="*/ 91 h 146"/>
                <a:gd name="T52" fmla="*/ 82 w 93"/>
                <a:gd name="T53" fmla="*/ 123 h 146"/>
                <a:gd name="T54" fmla="*/ 67 w 93"/>
                <a:gd name="T55" fmla="*/ 132 h 146"/>
                <a:gd name="T56" fmla="*/ 88 w 93"/>
                <a:gd name="T57" fmla="*/ 110 h 146"/>
                <a:gd name="T58" fmla="*/ 90 w 93"/>
                <a:gd name="T59" fmla="*/ 91 h 146"/>
                <a:gd name="T60" fmla="*/ 91 w 93"/>
                <a:gd name="T61" fmla="*/ 42 h 146"/>
                <a:gd name="T62" fmla="*/ 43 w 93"/>
                <a:gd name="T63" fmla="*/ 3 h 146"/>
                <a:gd name="T64" fmla="*/ 22 w 93"/>
                <a:gd name="T65" fmla="*/ 2 h 146"/>
                <a:gd name="T66" fmla="*/ 7 w 93"/>
                <a:gd name="T67" fmla="*/ 3 h 146"/>
                <a:gd name="T68" fmla="*/ 6 w 93"/>
                <a:gd name="T69" fmla="*/ 6 h 146"/>
                <a:gd name="T70" fmla="*/ 10 w 93"/>
                <a:gd name="T71" fmla="*/ 9 h 146"/>
                <a:gd name="T72" fmla="*/ 12 w 93"/>
                <a:gd name="T73" fmla="*/ 9 h 146"/>
                <a:gd name="T74" fmla="*/ 43 w 93"/>
                <a:gd name="T75" fmla="*/ 10 h 146"/>
                <a:gd name="T76" fmla="*/ 74 w 93"/>
                <a:gd name="T77" fmla="*/ 23 h 146"/>
                <a:gd name="T78" fmla="*/ 83 w 93"/>
                <a:gd name="T79" fmla="*/ 90 h 146"/>
                <a:gd name="T80" fmla="*/ 82 w 93"/>
                <a:gd name="T81" fmla="*/ 107 h 146"/>
                <a:gd name="T82" fmla="*/ 64 w 93"/>
                <a:gd name="T83" fmla="*/ 126 h 146"/>
                <a:gd name="T84" fmla="*/ 55 w 93"/>
                <a:gd name="T85" fmla="*/ 133 h 146"/>
                <a:gd name="T86" fmla="*/ 52 w 93"/>
                <a:gd name="T87" fmla="*/ 136 h 146"/>
                <a:gd name="T88" fmla="*/ 52 w 93"/>
                <a:gd name="T89" fmla="*/ 136 h 146"/>
                <a:gd name="T90" fmla="*/ 49 w 93"/>
                <a:gd name="T91" fmla="*/ 137 h 146"/>
                <a:gd name="T92" fmla="*/ 39 w 93"/>
                <a:gd name="T93" fmla="*/ 135 h 146"/>
                <a:gd name="T94" fmla="*/ 9 w 93"/>
                <a:gd name="T95" fmla="*/ 110 h 146"/>
                <a:gd name="T96" fmla="*/ 8 w 93"/>
                <a:gd name="T97" fmla="*/ 110 h 146"/>
                <a:gd name="T98" fmla="*/ 3 w 93"/>
                <a:gd name="T99" fmla="*/ 110 h 146"/>
                <a:gd name="T100" fmla="*/ 3 w 93"/>
                <a:gd name="T101" fmla="*/ 115 h 146"/>
                <a:gd name="T102" fmla="*/ 17 w 93"/>
                <a:gd name="T103" fmla="*/ 132 h 146"/>
                <a:gd name="T104" fmla="*/ 38 w 93"/>
                <a:gd name="T105" fmla="*/ 142 h 146"/>
                <a:gd name="T106" fmla="*/ 58 w 93"/>
                <a:gd name="T107" fmla="*/ 140 h 146"/>
                <a:gd name="T108" fmla="*/ 58 w 93"/>
                <a:gd name="T109" fmla="*/ 139 h 146"/>
                <a:gd name="T110" fmla="*/ 67 w 93"/>
                <a:gd name="T111" fmla="*/ 13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3" h="146">
                  <a:moveTo>
                    <a:pt x="68" y="134"/>
                  </a:moveTo>
                  <a:cubicBezTo>
                    <a:pt x="64" y="136"/>
                    <a:pt x="63" y="137"/>
                    <a:pt x="61" y="139"/>
                  </a:cubicBezTo>
                  <a:cubicBezTo>
                    <a:pt x="61" y="139"/>
                    <a:pt x="61" y="139"/>
                    <a:pt x="61" y="139"/>
                  </a:cubicBezTo>
                  <a:cubicBezTo>
                    <a:pt x="61" y="139"/>
                    <a:pt x="60" y="140"/>
                    <a:pt x="60" y="140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0" y="141"/>
                    <a:pt x="59" y="141"/>
                    <a:pt x="59" y="141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7" y="144"/>
                    <a:pt x="53" y="146"/>
                    <a:pt x="48" y="145"/>
                  </a:cubicBezTo>
                  <a:cubicBezTo>
                    <a:pt x="48" y="145"/>
                    <a:pt x="48" y="145"/>
                    <a:pt x="48" y="145"/>
                  </a:cubicBezTo>
                  <a:cubicBezTo>
                    <a:pt x="46" y="145"/>
                    <a:pt x="42" y="145"/>
                    <a:pt x="38" y="144"/>
                  </a:cubicBezTo>
                  <a:cubicBezTo>
                    <a:pt x="38" y="144"/>
                    <a:pt x="38" y="144"/>
                    <a:pt x="38" y="144"/>
                  </a:cubicBezTo>
                  <a:cubicBezTo>
                    <a:pt x="28" y="142"/>
                    <a:pt x="21" y="138"/>
                    <a:pt x="15" y="133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7" y="125"/>
                    <a:pt x="3" y="117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0" y="114"/>
                    <a:pt x="0" y="111"/>
                    <a:pt x="2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2" y="109"/>
                    <a:pt x="2" y="109"/>
                    <a:pt x="2" y="109"/>
                  </a:cubicBezTo>
                  <a:cubicBezTo>
                    <a:pt x="4" y="107"/>
                    <a:pt x="7" y="107"/>
                    <a:pt x="9" y="109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9" y="109"/>
                    <a:pt x="10" y="109"/>
                    <a:pt x="10" y="109"/>
                  </a:cubicBezTo>
                  <a:cubicBezTo>
                    <a:pt x="10" y="109"/>
                    <a:pt x="10" y="109"/>
                    <a:pt x="10" y="109"/>
                  </a:cubicBezTo>
                  <a:cubicBezTo>
                    <a:pt x="13" y="112"/>
                    <a:pt x="16" y="119"/>
                    <a:pt x="22" y="125"/>
                  </a:cubicBezTo>
                  <a:cubicBezTo>
                    <a:pt x="22" y="125"/>
                    <a:pt x="22" y="125"/>
                    <a:pt x="22" y="125"/>
                  </a:cubicBezTo>
                  <a:cubicBezTo>
                    <a:pt x="27" y="129"/>
                    <a:pt x="32" y="132"/>
                    <a:pt x="39" y="134"/>
                  </a:cubicBezTo>
                  <a:cubicBezTo>
                    <a:pt x="39" y="134"/>
                    <a:pt x="39" y="134"/>
                    <a:pt x="39" y="134"/>
                  </a:cubicBezTo>
                  <a:cubicBezTo>
                    <a:pt x="44" y="135"/>
                    <a:pt x="47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50" y="135"/>
                    <a:pt x="51" y="135"/>
                    <a:pt x="51" y="135"/>
                  </a:cubicBezTo>
                  <a:cubicBezTo>
                    <a:pt x="51" y="135"/>
                    <a:pt x="51" y="135"/>
                    <a:pt x="51" y="135"/>
                  </a:cubicBezTo>
                  <a:cubicBezTo>
                    <a:pt x="51" y="135"/>
                    <a:pt x="51" y="135"/>
                    <a:pt x="51" y="134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51" y="134"/>
                    <a:pt x="52" y="134"/>
                    <a:pt x="52" y="134"/>
                  </a:cubicBezTo>
                  <a:cubicBezTo>
                    <a:pt x="52" y="134"/>
                    <a:pt x="52" y="134"/>
                    <a:pt x="52" y="134"/>
                  </a:cubicBezTo>
                  <a:cubicBezTo>
                    <a:pt x="52" y="133"/>
                    <a:pt x="53" y="133"/>
                    <a:pt x="53" y="132"/>
                  </a:cubicBezTo>
                  <a:cubicBezTo>
                    <a:pt x="53" y="132"/>
                    <a:pt x="53" y="132"/>
                    <a:pt x="53" y="132"/>
                  </a:cubicBezTo>
                  <a:cubicBezTo>
                    <a:pt x="55" y="130"/>
                    <a:pt x="58" y="127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70" y="121"/>
                    <a:pt x="73" y="118"/>
                    <a:pt x="75" y="116"/>
                  </a:cubicBezTo>
                  <a:cubicBezTo>
                    <a:pt x="75" y="116"/>
                    <a:pt x="75" y="116"/>
                    <a:pt x="75" y="116"/>
                  </a:cubicBezTo>
                  <a:cubicBezTo>
                    <a:pt x="77" y="114"/>
                    <a:pt x="78" y="111"/>
                    <a:pt x="80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1" y="106"/>
                    <a:pt x="82" y="98"/>
                    <a:pt x="82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74"/>
                    <a:pt x="82" y="51"/>
                    <a:pt x="82" y="41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2" y="37"/>
                    <a:pt x="79" y="30"/>
                    <a:pt x="72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66" y="18"/>
                    <a:pt x="56" y="13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33" y="11"/>
                    <a:pt x="26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14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9" y="11"/>
                    <a:pt x="7" y="10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8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5"/>
                    <a:pt x="5" y="3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1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7" y="0"/>
                    <a:pt x="34" y="0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59" y="3"/>
                    <a:pt x="71" y="9"/>
                    <a:pt x="79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88" y="24"/>
                    <a:pt x="92" y="33"/>
                    <a:pt x="92" y="42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2" y="50"/>
                    <a:pt x="93" y="73"/>
                    <a:pt x="92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92" y="99"/>
                    <a:pt x="91" y="106"/>
                    <a:pt x="89" y="111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88" y="115"/>
                    <a:pt x="86" y="119"/>
                    <a:pt x="82" y="123"/>
                  </a:cubicBezTo>
                  <a:cubicBezTo>
                    <a:pt x="82" y="123"/>
                    <a:pt x="82" y="123"/>
                    <a:pt x="82" y="123"/>
                  </a:cubicBezTo>
                  <a:cubicBezTo>
                    <a:pt x="79" y="127"/>
                    <a:pt x="75" y="130"/>
                    <a:pt x="68" y="134"/>
                  </a:cubicBezTo>
                  <a:close/>
                  <a:moveTo>
                    <a:pt x="67" y="132"/>
                  </a:moveTo>
                  <a:cubicBezTo>
                    <a:pt x="74" y="129"/>
                    <a:pt x="78" y="125"/>
                    <a:pt x="81" y="122"/>
                  </a:cubicBezTo>
                  <a:cubicBezTo>
                    <a:pt x="81" y="122"/>
                    <a:pt x="81" y="122"/>
                    <a:pt x="81" y="122"/>
                  </a:cubicBezTo>
                  <a:cubicBezTo>
                    <a:pt x="85" y="118"/>
                    <a:pt x="86" y="114"/>
                    <a:pt x="88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90" y="106"/>
                    <a:pt x="90" y="99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1" y="74"/>
                    <a:pt x="90" y="50"/>
                    <a:pt x="91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91" y="34"/>
                    <a:pt x="86" y="25"/>
                    <a:pt x="78" y="1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0" y="10"/>
                    <a:pt x="58" y="4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34" y="2"/>
                    <a:pt x="27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12" y="1"/>
                    <a:pt x="9" y="2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2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5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7" y="8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9"/>
                    <a:pt x="9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8"/>
                    <a:pt x="16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6" y="9"/>
                    <a:pt x="3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56" y="11"/>
                    <a:pt x="67" y="16"/>
                    <a:pt x="74" y="23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80" y="29"/>
                    <a:pt x="84" y="36"/>
                    <a:pt x="84" y="41"/>
                  </a:cubicBezTo>
                  <a:cubicBezTo>
                    <a:pt x="84" y="41"/>
                    <a:pt x="84" y="41"/>
                    <a:pt x="84" y="41"/>
                  </a:cubicBezTo>
                  <a:cubicBezTo>
                    <a:pt x="83" y="51"/>
                    <a:pt x="84" y="74"/>
                    <a:pt x="83" y="90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83" y="99"/>
                    <a:pt x="82" y="105"/>
                    <a:pt x="82" y="107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79" y="112"/>
                    <a:pt x="79" y="114"/>
                    <a:pt x="76" y="117"/>
                  </a:cubicBezTo>
                  <a:cubicBezTo>
                    <a:pt x="76" y="117"/>
                    <a:pt x="76" y="117"/>
                    <a:pt x="76" y="117"/>
                  </a:cubicBezTo>
                  <a:cubicBezTo>
                    <a:pt x="74" y="120"/>
                    <a:pt x="71" y="122"/>
                    <a:pt x="64" y="126"/>
                  </a:cubicBezTo>
                  <a:cubicBezTo>
                    <a:pt x="64" y="126"/>
                    <a:pt x="64" y="126"/>
                    <a:pt x="64" y="126"/>
                  </a:cubicBezTo>
                  <a:cubicBezTo>
                    <a:pt x="59" y="129"/>
                    <a:pt x="56" y="131"/>
                    <a:pt x="55" y="133"/>
                  </a:cubicBezTo>
                  <a:cubicBezTo>
                    <a:pt x="55" y="133"/>
                    <a:pt x="55" y="133"/>
                    <a:pt x="55" y="133"/>
                  </a:cubicBezTo>
                  <a:cubicBezTo>
                    <a:pt x="54" y="134"/>
                    <a:pt x="53" y="134"/>
                    <a:pt x="53" y="135"/>
                  </a:cubicBezTo>
                  <a:cubicBezTo>
                    <a:pt x="53" y="135"/>
                    <a:pt x="53" y="135"/>
                    <a:pt x="53" y="135"/>
                  </a:cubicBezTo>
                  <a:cubicBezTo>
                    <a:pt x="53" y="135"/>
                    <a:pt x="53" y="135"/>
                    <a:pt x="52" y="136"/>
                  </a:cubicBezTo>
                  <a:cubicBezTo>
                    <a:pt x="52" y="136"/>
                    <a:pt x="52" y="136"/>
                    <a:pt x="52" y="136"/>
                  </a:cubicBezTo>
                  <a:cubicBezTo>
                    <a:pt x="52" y="136"/>
                    <a:pt x="52" y="136"/>
                    <a:pt x="52" y="136"/>
                  </a:cubicBezTo>
                  <a:cubicBezTo>
                    <a:pt x="52" y="136"/>
                    <a:pt x="52" y="136"/>
                    <a:pt x="52" y="136"/>
                  </a:cubicBezTo>
                  <a:cubicBezTo>
                    <a:pt x="52" y="136"/>
                    <a:pt x="51" y="137"/>
                    <a:pt x="51" y="136"/>
                  </a:cubicBezTo>
                  <a:cubicBezTo>
                    <a:pt x="51" y="136"/>
                    <a:pt x="51" y="136"/>
                    <a:pt x="51" y="136"/>
                  </a:cubicBezTo>
                  <a:cubicBezTo>
                    <a:pt x="51" y="137"/>
                    <a:pt x="50" y="137"/>
                    <a:pt x="49" y="137"/>
                  </a:cubicBezTo>
                  <a:cubicBezTo>
                    <a:pt x="49" y="137"/>
                    <a:pt x="49" y="137"/>
                    <a:pt x="49" y="137"/>
                  </a:cubicBezTo>
                  <a:cubicBezTo>
                    <a:pt x="47" y="137"/>
                    <a:pt x="44" y="136"/>
                    <a:pt x="39" y="13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31" y="134"/>
                    <a:pt x="26" y="130"/>
                    <a:pt x="21" y="126"/>
                  </a:cubicBezTo>
                  <a:cubicBezTo>
                    <a:pt x="21" y="126"/>
                    <a:pt x="21" y="126"/>
                    <a:pt x="21" y="126"/>
                  </a:cubicBezTo>
                  <a:cubicBezTo>
                    <a:pt x="15" y="120"/>
                    <a:pt x="11" y="113"/>
                    <a:pt x="9" y="110"/>
                  </a:cubicBezTo>
                  <a:cubicBezTo>
                    <a:pt x="9" y="110"/>
                    <a:pt x="9" y="110"/>
                    <a:pt x="9" y="110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7" y="109"/>
                    <a:pt x="5" y="109"/>
                    <a:pt x="3" y="110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2" y="111"/>
                    <a:pt x="2" y="114"/>
                    <a:pt x="3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4" y="115"/>
                    <a:pt x="4" y="115"/>
                    <a:pt x="4" y="115"/>
                  </a:cubicBezTo>
                  <a:cubicBezTo>
                    <a:pt x="5" y="117"/>
                    <a:pt x="9" y="125"/>
                    <a:pt x="17" y="132"/>
                  </a:cubicBezTo>
                  <a:cubicBezTo>
                    <a:pt x="17" y="132"/>
                    <a:pt x="17" y="132"/>
                    <a:pt x="17" y="132"/>
                  </a:cubicBezTo>
                  <a:cubicBezTo>
                    <a:pt x="22" y="136"/>
                    <a:pt x="29" y="141"/>
                    <a:pt x="38" y="142"/>
                  </a:cubicBezTo>
                  <a:cubicBezTo>
                    <a:pt x="38" y="142"/>
                    <a:pt x="38" y="142"/>
                    <a:pt x="38" y="142"/>
                  </a:cubicBezTo>
                  <a:cubicBezTo>
                    <a:pt x="43" y="143"/>
                    <a:pt x="46" y="144"/>
                    <a:pt x="49" y="144"/>
                  </a:cubicBezTo>
                  <a:cubicBezTo>
                    <a:pt x="49" y="144"/>
                    <a:pt x="49" y="144"/>
                    <a:pt x="49" y="144"/>
                  </a:cubicBezTo>
                  <a:cubicBezTo>
                    <a:pt x="53" y="144"/>
                    <a:pt x="56" y="142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8" y="139"/>
                  </a:cubicBezTo>
                  <a:cubicBezTo>
                    <a:pt x="58" y="139"/>
                    <a:pt x="58" y="139"/>
                    <a:pt x="58" y="139"/>
                  </a:cubicBezTo>
                  <a:cubicBezTo>
                    <a:pt x="59" y="139"/>
                    <a:pt x="59" y="138"/>
                    <a:pt x="60" y="138"/>
                  </a:cubicBezTo>
                  <a:cubicBezTo>
                    <a:pt x="60" y="138"/>
                    <a:pt x="60" y="138"/>
                    <a:pt x="60" y="138"/>
                  </a:cubicBezTo>
                  <a:cubicBezTo>
                    <a:pt x="61" y="136"/>
                    <a:pt x="63" y="134"/>
                    <a:pt x="67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49"/>
            <p:cNvSpPr/>
            <p:nvPr>
              <p:custDataLst>
                <p:tags r:id="rId45"/>
              </p:custDataLst>
            </p:nvPr>
          </p:nvSpPr>
          <p:spPr bwMode="auto">
            <a:xfrm>
              <a:off x="5745" y="1464"/>
              <a:ext cx="115" cy="188"/>
            </a:xfrm>
            <a:custGeom>
              <a:avLst/>
              <a:gdLst>
                <a:gd name="T0" fmla="*/ 84 w 98"/>
                <a:gd name="T1" fmla="*/ 147 h 160"/>
                <a:gd name="T2" fmla="*/ 77 w 98"/>
                <a:gd name="T3" fmla="*/ 157 h 160"/>
                <a:gd name="T4" fmla="*/ 77 w 98"/>
                <a:gd name="T5" fmla="*/ 157 h 160"/>
                <a:gd name="T6" fmla="*/ 71 w 98"/>
                <a:gd name="T7" fmla="*/ 160 h 160"/>
                <a:gd name="T8" fmla="*/ 71 w 98"/>
                <a:gd name="T9" fmla="*/ 160 h 160"/>
                <a:gd name="T10" fmla="*/ 55 w 98"/>
                <a:gd name="T11" fmla="*/ 152 h 160"/>
                <a:gd name="T12" fmla="*/ 55 w 98"/>
                <a:gd name="T13" fmla="*/ 152 h 160"/>
                <a:gd name="T14" fmla="*/ 35 w 98"/>
                <a:gd name="T15" fmla="*/ 143 h 160"/>
                <a:gd name="T16" fmla="*/ 35 w 98"/>
                <a:gd name="T17" fmla="*/ 143 h 160"/>
                <a:gd name="T18" fmla="*/ 20 w 98"/>
                <a:gd name="T19" fmla="*/ 124 h 160"/>
                <a:gd name="T20" fmla="*/ 20 w 98"/>
                <a:gd name="T21" fmla="*/ 124 h 160"/>
                <a:gd name="T22" fmla="*/ 6 w 98"/>
                <a:gd name="T23" fmla="*/ 100 h 160"/>
                <a:gd name="T24" fmla="*/ 6 w 98"/>
                <a:gd name="T25" fmla="*/ 100 h 160"/>
                <a:gd name="T26" fmla="*/ 1 w 98"/>
                <a:gd name="T27" fmla="*/ 94 h 160"/>
                <a:gd name="T28" fmla="*/ 1 w 98"/>
                <a:gd name="T29" fmla="*/ 94 h 160"/>
                <a:gd name="T30" fmla="*/ 2 w 98"/>
                <a:gd name="T31" fmla="*/ 88 h 160"/>
                <a:gd name="T32" fmla="*/ 2 w 98"/>
                <a:gd name="T33" fmla="*/ 88 h 160"/>
                <a:gd name="T34" fmla="*/ 8 w 98"/>
                <a:gd name="T35" fmla="*/ 88 h 160"/>
                <a:gd name="T36" fmla="*/ 8 w 98"/>
                <a:gd name="T37" fmla="*/ 88 h 160"/>
                <a:gd name="T38" fmla="*/ 27 w 98"/>
                <a:gd name="T39" fmla="*/ 120 h 160"/>
                <a:gd name="T40" fmla="*/ 27 w 98"/>
                <a:gd name="T41" fmla="*/ 120 h 160"/>
                <a:gd name="T42" fmla="*/ 38 w 98"/>
                <a:gd name="T43" fmla="*/ 135 h 160"/>
                <a:gd name="T44" fmla="*/ 38 w 98"/>
                <a:gd name="T45" fmla="*/ 135 h 160"/>
                <a:gd name="T46" fmla="*/ 60 w 98"/>
                <a:gd name="T47" fmla="*/ 145 h 160"/>
                <a:gd name="T48" fmla="*/ 60 w 98"/>
                <a:gd name="T49" fmla="*/ 145 h 160"/>
                <a:gd name="T50" fmla="*/ 70 w 98"/>
                <a:gd name="T51" fmla="*/ 151 h 160"/>
                <a:gd name="T52" fmla="*/ 70 w 98"/>
                <a:gd name="T53" fmla="*/ 151 h 160"/>
                <a:gd name="T54" fmla="*/ 70 w 98"/>
                <a:gd name="T55" fmla="*/ 149 h 160"/>
                <a:gd name="T56" fmla="*/ 70 w 98"/>
                <a:gd name="T57" fmla="*/ 149 h 160"/>
                <a:gd name="T58" fmla="*/ 80 w 98"/>
                <a:gd name="T59" fmla="*/ 139 h 160"/>
                <a:gd name="T60" fmla="*/ 80 w 98"/>
                <a:gd name="T61" fmla="*/ 139 h 160"/>
                <a:gd name="T62" fmla="*/ 90 w 98"/>
                <a:gd name="T63" fmla="*/ 112 h 160"/>
                <a:gd name="T64" fmla="*/ 90 w 98"/>
                <a:gd name="T65" fmla="*/ 112 h 160"/>
                <a:gd name="T66" fmla="*/ 89 w 98"/>
                <a:gd name="T67" fmla="*/ 94 h 160"/>
                <a:gd name="T68" fmla="*/ 89 w 98"/>
                <a:gd name="T69" fmla="*/ 94 h 160"/>
                <a:gd name="T70" fmla="*/ 68 w 98"/>
                <a:gd name="T71" fmla="*/ 15 h 160"/>
                <a:gd name="T72" fmla="*/ 68 w 98"/>
                <a:gd name="T73" fmla="*/ 15 h 160"/>
                <a:gd name="T74" fmla="*/ 54 w 98"/>
                <a:gd name="T75" fmla="*/ 9 h 160"/>
                <a:gd name="T76" fmla="*/ 54 w 98"/>
                <a:gd name="T77" fmla="*/ 9 h 160"/>
                <a:gd name="T78" fmla="*/ 29 w 98"/>
                <a:gd name="T79" fmla="*/ 14 h 160"/>
                <a:gd name="T80" fmla="*/ 29 w 98"/>
                <a:gd name="T81" fmla="*/ 14 h 160"/>
                <a:gd name="T82" fmla="*/ 23 w 98"/>
                <a:gd name="T83" fmla="*/ 12 h 160"/>
                <a:gd name="T84" fmla="*/ 23 w 98"/>
                <a:gd name="T85" fmla="*/ 12 h 160"/>
                <a:gd name="T86" fmla="*/ 26 w 98"/>
                <a:gd name="T87" fmla="*/ 6 h 160"/>
                <a:gd name="T88" fmla="*/ 26 w 98"/>
                <a:gd name="T89" fmla="*/ 6 h 160"/>
                <a:gd name="T90" fmla="*/ 54 w 98"/>
                <a:gd name="T91" fmla="*/ 0 h 160"/>
                <a:gd name="T92" fmla="*/ 54 w 98"/>
                <a:gd name="T93" fmla="*/ 0 h 160"/>
                <a:gd name="T94" fmla="*/ 74 w 98"/>
                <a:gd name="T95" fmla="*/ 9 h 160"/>
                <a:gd name="T96" fmla="*/ 74 w 98"/>
                <a:gd name="T97" fmla="*/ 9 h 160"/>
                <a:gd name="T98" fmla="*/ 98 w 98"/>
                <a:gd name="T99" fmla="*/ 94 h 160"/>
                <a:gd name="T100" fmla="*/ 98 w 98"/>
                <a:gd name="T101" fmla="*/ 94 h 160"/>
                <a:gd name="T102" fmla="*/ 98 w 98"/>
                <a:gd name="T103" fmla="*/ 112 h 160"/>
                <a:gd name="T104" fmla="*/ 98 w 98"/>
                <a:gd name="T105" fmla="*/ 112 h 160"/>
                <a:gd name="T106" fmla="*/ 84 w 98"/>
                <a:gd name="T107" fmla="*/ 147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60">
                  <a:moveTo>
                    <a:pt x="84" y="147"/>
                  </a:moveTo>
                  <a:cubicBezTo>
                    <a:pt x="78" y="150"/>
                    <a:pt x="79" y="152"/>
                    <a:pt x="77" y="157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6" y="158"/>
                    <a:pt x="73" y="160"/>
                    <a:pt x="71" y="160"/>
                  </a:cubicBezTo>
                  <a:cubicBezTo>
                    <a:pt x="71" y="160"/>
                    <a:pt x="71" y="160"/>
                    <a:pt x="71" y="160"/>
                  </a:cubicBezTo>
                  <a:cubicBezTo>
                    <a:pt x="66" y="159"/>
                    <a:pt x="63" y="157"/>
                    <a:pt x="55" y="152"/>
                  </a:cubicBezTo>
                  <a:cubicBezTo>
                    <a:pt x="55" y="152"/>
                    <a:pt x="55" y="152"/>
                    <a:pt x="55" y="152"/>
                  </a:cubicBezTo>
                  <a:cubicBezTo>
                    <a:pt x="44" y="146"/>
                    <a:pt x="40" y="145"/>
                    <a:pt x="35" y="143"/>
                  </a:cubicBezTo>
                  <a:cubicBezTo>
                    <a:pt x="35" y="143"/>
                    <a:pt x="35" y="143"/>
                    <a:pt x="35" y="143"/>
                  </a:cubicBezTo>
                  <a:cubicBezTo>
                    <a:pt x="30" y="141"/>
                    <a:pt x="26" y="136"/>
                    <a:pt x="20" y="124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14" y="113"/>
                    <a:pt x="9" y="105"/>
                    <a:pt x="6" y="100"/>
                  </a:cubicBezTo>
                  <a:cubicBezTo>
                    <a:pt x="6" y="100"/>
                    <a:pt x="6" y="100"/>
                    <a:pt x="6" y="100"/>
                  </a:cubicBezTo>
                  <a:cubicBezTo>
                    <a:pt x="3" y="95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0" y="92"/>
                    <a:pt x="0" y="89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4" y="86"/>
                    <a:pt x="6" y="86"/>
                    <a:pt x="8" y="88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8" y="89"/>
                    <a:pt x="15" y="96"/>
                    <a:pt x="27" y="120"/>
                  </a:cubicBezTo>
                  <a:cubicBezTo>
                    <a:pt x="27" y="120"/>
                    <a:pt x="27" y="120"/>
                    <a:pt x="27" y="120"/>
                  </a:cubicBezTo>
                  <a:cubicBezTo>
                    <a:pt x="34" y="132"/>
                    <a:pt x="36" y="134"/>
                    <a:pt x="38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42" y="137"/>
                    <a:pt x="48" y="138"/>
                    <a:pt x="60" y="145"/>
                  </a:cubicBezTo>
                  <a:cubicBezTo>
                    <a:pt x="60" y="145"/>
                    <a:pt x="60" y="145"/>
                    <a:pt x="60" y="145"/>
                  </a:cubicBezTo>
                  <a:cubicBezTo>
                    <a:pt x="65" y="148"/>
                    <a:pt x="68" y="150"/>
                    <a:pt x="70" y="151"/>
                  </a:cubicBezTo>
                  <a:cubicBezTo>
                    <a:pt x="70" y="151"/>
                    <a:pt x="70" y="151"/>
                    <a:pt x="70" y="151"/>
                  </a:cubicBezTo>
                  <a:cubicBezTo>
                    <a:pt x="70" y="150"/>
                    <a:pt x="70" y="150"/>
                    <a:pt x="70" y="149"/>
                  </a:cubicBezTo>
                  <a:cubicBezTo>
                    <a:pt x="70" y="149"/>
                    <a:pt x="70" y="149"/>
                    <a:pt x="70" y="149"/>
                  </a:cubicBezTo>
                  <a:cubicBezTo>
                    <a:pt x="72" y="147"/>
                    <a:pt x="74" y="142"/>
                    <a:pt x="80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6" y="136"/>
                    <a:pt x="89" y="124"/>
                    <a:pt x="90" y="112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90" y="106"/>
                    <a:pt x="89" y="100"/>
                    <a:pt x="89" y="94"/>
                  </a:cubicBezTo>
                  <a:cubicBezTo>
                    <a:pt x="89" y="94"/>
                    <a:pt x="89" y="94"/>
                    <a:pt x="89" y="94"/>
                  </a:cubicBezTo>
                  <a:cubicBezTo>
                    <a:pt x="88" y="79"/>
                    <a:pt x="79" y="28"/>
                    <a:pt x="68" y="15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4" y="11"/>
                    <a:pt x="59" y="9"/>
                    <a:pt x="54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42" y="8"/>
                    <a:pt x="29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7" y="15"/>
                    <a:pt x="24" y="14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10"/>
                    <a:pt x="23" y="7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40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1" y="0"/>
                    <a:pt x="69" y="3"/>
                    <a:pt x="74" y="9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89" y="27"/>
                    <a:pt x="96" y="77"/>
                    <a:pt x="98" y="94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8" y="99"/>
                    <a:pt x="98" y="105"/>
                    <a:pt x="98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25"/>
                    <a:pt x="95" y="140"/>
                    <a:pt x="84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50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5744" y="1463"/>
              <a:ext cx="117" cy="190"/>
            </a:xfrm>
            <a:custGeom>
              <a:avLst/>
              <a:gdLst>
                <a:gd name="T0" fmla="*/ 36 w 100"/>
                <a:gd name="T1" fmla="*/ 145 h 162"/>
                <a:gd name="T2" fmla="*/ 20 w 100"/>
                <a:gd name="T3" fmla="*/ 126 h 162"/>
                <a:gd name="T4" fmla="*/ 2 w 100"/>
                <a:gd name="T5" fmla="*/ 95 h 162"/>
                <a:gd name="T6" fmla="*/ 2 w 100"/>
                <a:gd name="T7" fmla="*/ 88 h 162"/>
                <a:gd name="T8" fmla="*/ 10 w 100"/>
                <a:gd name="T9" fmla="*/ 89 h 162"/>
                <a:gd name="T10" fmla="*/ 37 w 100"/>
                <a:gd name="T11" fmla="*/ 134 h 162"/>
                <a:gd name="T12" fmla="*/ 61 w 100"/>
                <a:gd name="T13" fmla="*/ 145 h 162"/>
                <a:gd name="T14" fmla="*/ 71 w 100"/>
                <a:gd name="T15" fmla="*/ 150 h 162"/>
                <a:gd name="T16" fmla="*/ 80 w 100"/>
                <a:gd name="T17" fmla="*/ 139 h 162"/>
                <a:gd name="T18" fmla="*/ 90 w 100"/>
                <a:gd name="T19" fmla="*/ 113 h 162"/>
                <a:gd name="T20" fmla="*/ 68 w 100"/>
                <a:gd name="T21" fmla="*/ 16 h 162"/>
                <a:gd name="T22" fmla="*/ 55 w 100"/>
                <a:gd name="T23" fmla="*/ 11 h 162"/>
                <a:gd name="T24" fmla="*/ 31 w 100"/>
                <a:gd name="T25" fmla="*/ 16 h 162"/>
                <a:gd name="T26" fmla="*/ 30 w 100"/>
                <a:gd name="T27" fmla="*/ 16 h 162"/>
                <a:gd name="T28" fmla="*/ 24 w 100"/>
                <a:gd name="T29" fmla="*/ 13 h 162"/>
                <a:gd name="T30" fmla="*/ 26 w 100"/>
                <a:gd name="T31" fmla="*/ 7 h 162"/>
                <a:gd name="T32" fmla="*/ 74 w 100"/>
                <a:gd name="T33" fmla="*/ 7 h 162"/>
                <a:gd name="T34" fmla="*/ 100 w 100"/>
                <a:gd name="T35" fmla="*/ 95 h 162"/>
                <a:gd name="T36" fmla="*/ 91 w 100"/>
                <a:gd name="T37" fmla="*/ 144 h 162"/>
                <a:gd name="T38" fmla="*/ 85 w 100"/>
                <a:gd name="T39" fmla="*/ 148 h 162"/>
                <a:gd name="T40" fmla="*/ 98 w 100"/>
                <a:gd name="T41" fmla="*/ 113 h 162"/>
                <a:gd name="T42" fmla="*/ 75 w 100"/>
                <a:gd name="T43" fmla="*/ 10 h 162"/>
                <a:gd name="T44" fmla="*/ 55 w 100"/>
                <a:gd name="T45" fmla="*/ 2 h 162"/>
                <a:gd name="T46" fmla="*/ 26 w 100"/>
                <a:gd name="T47" fmla="*/ 9 h 162"/>
                <a:gd name="T48" fmla="*/ 26 w 100"/>
                <a:gd name="T49" fmla="*/ 14 h 162"/>
                <a:gd name="T50" fmla="*/ 30 w 100"/>
                <a:gd name="T51" fmla="*/ 14 h 162"/>
                <a:gd name="T52" fmla="*/ 38 w 100"/>
                <a:gd name="T53" fmla="*/ 12 h 162"/>
                <a:gd name="T54" fmla="*/ 68 w 100"/>
                <a:gd name="T55" fmla="*/ 14 h 162"/>
                <a:gd name="T56" fmla="*/ 91 w 100"/>
                <a:gd name="T57" fmla="*/ 95 h 162"/>
                <a:gd name="T58" fmla="*/ 84 w 100"/>
                <a:gd name="T59" fmla="*/ 138 h 162"/>
                <a:gd name="T60" fmla="*/ 76 w 100"/>
                <a:gd name="T61" fmla="*/ 145 h 162"/>
                <a:gd name="T62" fmla="*/ 72 w 100"/>
                <a:gd name="T63" fmla="*/ 152 h 162"/>
                <a:gd name="T64" fmla="*/ 61 w 100"/>
                <a:gd name="T65" fmla="*/ 147 h 162"/>
                <a:gd name="T66" fmla="*/ 36 w 100"/>
                <a:gd name="T67" fmla="*/ 135 h 162"/>
                <a:gd name="T68" fmla="*/ 8 w 100"/>
                <a:gd name="T69" fmla="*/ 90 h 162"/>
                <a:gd name="T70" fmla="*/ 3 w 100"/>
                <a:gd name="T71" fmla="*/ 89 h 162"/>
                <a:gd name="T72" fmla="*/ 3 w 100"/>
                <a:gd name="T73" fmla="*/ 94 h 162"/>
                <a:gd name="T74" fmla="*/ 21 w 100"/>
                <a:gd name="T75" fmla="*/ 125 h 162"/>
                <a:gd name="T76" fmla="*/ 36 w 100"/>
                <a:gd name="T77" fmla="*/ 143 h 162"/>
                <a:gd name="T78" fmla="*/ 72 w 100"/>
                <a:gd name="T79" fmla="*/ 160 h 162"/>
                <a:gd name="T80" fmla="*/ 77 w 100"/>
                <a:gd name="T81" fmla="*/ 157 h 162"/>
                <a:gd name="T82" fmla="*/ 84 w 100"/>
                <a:gd name="T83" fmla="*/ 147 h 162"/>
                <a:gd name="T84" fmla="*/ 82 w 100"/>
                <a:gd name="T85" fmla="*/ 151 h 162"/>
                <a:gd name="T86" fmla="*/ 78 w 100"/>
                <a:gd name="T87" fmla="*/ 159 h 162"/>
                <a:gd name="T88" fmla="*/ 30 w 100"/>
                <a:gd name="T89" fmla="*/ 14 h 162"/>
                <a:gd name="T90" fmla="*/ 30 w 100"/>
                <a:gd name="T91" fmla="*/ 14 h 162"/>
                <a:gd name="T92" fmla="*/ 31 w 100"/>
                <a:gd name="T93" fmla="*/ 16 h 162"/>
                <a:gd name="T94" fmla="*/ 31 w 100"/>
                <a:gd name="T95" fmla="*/ 16 h 162"/>
                <a:gd name="T96" fmla="*/ 31 w 100"/>
                <a:gd name="T97" fmla="*/ 1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0" h="162">
                  <a:moveTo>
                    <a:pt x="72" y="161"/>
                  </a:moveTo>
                  <a:cubicBezTo>
                    <a:pt x="67" y="161"/>
                    <a:pt x="64" y="159"/>
                    <a:pt x="56" y="154"/>
                  </a:cubicBezTo>
                  <a:cubicBezTo>
                    <a:pt x="56" y="154"/>
                    <a:pt x="56" y="154"/>
                    <a:pt x="56" y="154"/>
                  </a:cubicBezTo>
                  <a:cubicBezTo>
                    <a:pt x="45" y="147"/>
                    <a:pt x="41" y="147"/>
                    <a:pt x="36" y="145"/>
                  </a:cubicBezTo>
                  <a:cubicBezTo>
                    <a:pt x="36" y="145"/>
                    <a:pt x="36" y="145"/>
                    <a:pt x="36" y="145"/>
                  </a:cubicBezTo>
                  <a:cubicBezTo>
                    <a:pt x="34" y="144"/>
                    <a:pt x="32" y="143"/>
                    <a:pt x="30" y="142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27" y="139"/>
                    <a:pt x="24" y="134"/>
                    <a:pt x="20" y="126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14" y="114"/>
                    <a:pt x="9" y="106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3" y="97"/>
                    <a:pt x="2" y="95"/>
                    <a:pt x="2" y="95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0" y="93"/>
                    <a:pt x="0" y="90"/>
                    <a:pt x="2" y="89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4" y="86"/>
                    <a:pt x="7" y="87"/>
                    <a:pt x="9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88"/>
                    <a:pt x="9" y="89"/>
                    <a:pt x="10" y="89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10" y="89"/>
                    <a:pt x="17" y="97"/>
                    <a:pt x="29" y="121"/>
                  </a:cubicBezTo>
                  <a:cubicBezTo>
                    <a:pt x="29" y="121"/>
                    <a:pt x="29" y="121"/>
                    <a:pt x="29" y="121"/>
                  </a:cubicBezTo>
                  <a:cubicBezTo>
                    <a:pt x="33" y="129"/>
                    <a:pt x="36" y="132"/>
                    <a:pt x="37" y="134"/>
                  </a:cubicBezTo>
                  <a:cubicBezTo>
                    <a:pt x="37" y="134"/>
                    <a:pt x="37" y="134"/>
                    <a:pt x="37" y="134"/>
                  </a:cubicBezTo>
                  <a:cubicBezTo>
                    <a:pt x="38" y="135"/>
                    <a:pt x="39" y="135"/>
                    <a:pt x="40" y="136"/>
                  </a:cubicBezTo>
                  <a:cubicBezTo>
                    <a:pt x="40" y="136"/>
                    <a:pt x="40" y="136"/>
                    <a:pt x="40" y="136"/>
                  </a:cubicBezTo>
                  <a:cubicBezTo>
                    <a:pt x="43" y="137"/>
                    <a:pt x="50" y="138"/>
                    <a:pt x="61" y="145"/>
                  </a:cubicBezTo>
                  <a:cubicBezTo>
                    <a:pt x="61" y="145"/>
                    <a:pt x="61" y="145"/>
                    <a:pt x="61" y="145"/>
                  </a:cubicBezTo>
                  <a:cubicBezTo>
                    <a:pt x="66" y="148"/>
                    <a:pt x="69" y="150"/>
                    <a:pt x="70" y="151"/>
                  </a:cubicBezTo>
                  <a:cubicBezTo>
                    <a:pt x="70" y="151"/>
                    <a:pt x="70" y="151"/>
                    <a:pt x="70" y="151"/>
                  </a:cubicBezTo>
                  <a:cubicBezTo>
                    <a:pt x="70" y="150"/>
                    <a:pt x="71" y="150"/>
                    <a:pt x="71" y="150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48"/>
                    <a:pt x="72" y="146"/>
                    <a:pt x="75" y="144"/>
                  </a:cubicBezTo>
                  <a:cubicBezTo>
                    <a:pt x="75" y="144"/>
                    <a:pt x="75" y="144"/>
                    <a:pt x="75" y="144"/>
                  </a:cubicBezTo>
                  <a:cubicBezTo>
                    <a:pt x="76" y="142"/>
                    <a:pt x="78" y="141"/>
                    <a:pt x="80" y="139"/>
                  </a:cubicBezTo>
                  <a:cubicBezTo>
                    <a:pt x="80" y="139"/>
                    <a:pt x="80" y="139"/>
                    <a:pt x="80" y="139"/>
                  </a:cubicBezTo>
                  <a:cubicBezTo>
                    <a:pt x="81" y="139"/>
                    <a:pt x="82" y="138"/>
                    <a:pt x="83" y="137"/>
                  </a:cubicBezTo>
                  <a:cubicBezTo>
                    <a:pt x="83" y="137"/>
                    <a:pt x="83" y="137"/>
                    <a:pt x="83" y="137"/>
                  </a:cubicBezTo>
                  <a:cubicBezTo>
                    <a:pt x="87" y="132"/>
                    <a:pt x="90" y="123"/>
                    <a:pt x="90" y="113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90" y="107"/>
                    <a:pt x="90" y="101"/>
                    <a:pt x="89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88" y="81"/>
                    <a:pt x="79" y="29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7" y="15"/>
                    <a:pt x="67" y="15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4" y="12"/>
                    <a:pt x="59" y="11"/>
                    <a:pt x="55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44" y="10"/>
                    <a:pt x="32" y="15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7"/>
                    <a:pt x="26" y="16"/>
                    <a:pt x="25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4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3" y="11"/>
                    <a:pt x="23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40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1" y="1"/>
                    <a:pt x="68" y="2"/>
                    <a:pt x="74" y="7"/>
                  </a:cubicBezTo>
                  <a:cubicBezTo>
                    <a:pt x="74" y="7"/>
                    <a:pt x="74" y="7"/>
                    <a:pt x="74" y="7"/>
                  </a:cubicBezTo>
                  <a:cubicBezTo>
                    <a:pt x="74" y="8"/>
                    <a:pt x="75" y="9"/>
                    <a:pt x="76" y="9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91" y="28"/>
                    <a:pt x="98" y="78"/>
                    <a:pt x="100" y="95"/>
                  </a:cubicBezTo>
                  <a:cubicBezTo>
                    <a:pt x="100" y="95"/>
                    <a:pt x="100" y="95"/>
                    <a:pt x="100" y="95"/>
                  </a:cubicBezTo>
                  <a:cubicBezTo>
                    <a:pt x="100" y="100"/>
                    <a:pt x="100" y="106"/>
                    <a:pt x="100" y="11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100" y="124"/>
                    <a:pt x="98" y="136"/>
                    <a:pt x="91" y="144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89" y="145"/>
                    <a:pt x="87" y="147"/>
                    <a:pt x="85" y="148"/>
                  </a:cubicBezTo>
                  <a:cubicBezTo>
                    <a:pt x="85" y="148"/>
                    <a:pt x="85" y="148"/>
                    <a:pt x="85" y="148"/>
                  </a:cubicBezTo>
                  <a:cubicBezTo>
                    <a:pt x="85" y="148"/>
                    <a:pt x="85" y="148"/>
                    <a:pt x="85" y="148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6" y="146"/>
                    <a:pt x="88" y="144"/>
                    <a:pt x="90" y="143"/>
                  </a:cubicBezTo>
                  <a:cubicBezTo>
                    <a:pt x="90" y="143"/>
                    <a:pt x="90" y="143"/>
                    <a:pt x="90" y="143"/>
                  </a:cubicBezTo>
                  <a:cubicBezTo>
                    <a:pt x="96" y="135"/>
                    <a:pt x="98" y="124"/>
                    <a:pt x="98" y="113"/>
                  </a:cubicBezTo>
                  <a:cubicBezTo>
                    <a:pt x="98" y="113"/>
                    <a:pt x="98" y="113"/>
                    <a:pt x="98" y="113"/>
                  </a:cubicBezTo>
                  <a:cubicBezTo>
                    <a:pt x="99" y="106"/>
                    <a:pt x="98" y="100"/>
                    <a:pt x="98" y="95"/>
                  </a:cubicBezTo>
                  <a:cubicBezTo>
                    <a:pt x="98" y="95"/>
                    <a:pt x="98" y="95"/>
                    <a:pt x="98" y="95"/>
                  </a:cubicBezTo>
                  <a:cubicBezTo>
                    <a:pt x="97" y="78"/>
                    <a:pt x="89" y="28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4" y="10"/>
                    <a:pt x="73" y="9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7" y="4"/>
                    <a:pt x="61" y="2"/>
                    <a:pt x="55" y="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41" y="2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5" y="10"/>
                    <a:pt x="25" y="11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5"/>
                    <a:pt x="28" y="15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1" y="14"/>
                    <a:pt x="31" y="14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3" y="13"/>
                    <a:pt x="36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43" y="10"/>
                    <a:pt x="49" y="9"/>
                    <a:pt x="55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60" y="9"/>
                    <a:pt x="64" y="10"/>
                    <a:pt x="68" y="14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8" y="14"/>
                    <a:pt x="69" y="14"/>
                    <a:pt x="69" y="15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81" y="29"/>
                    <a:pt x="90" y="80"/>
                    <a:pt x="91" y="95"/>
                  </a:cubicBezTo>
                  <a:cubicBezTo>
                    <a:pt x="91" y="95"/>
                    <a:pt x="91" y="95"/>
                    <a:pt x="91" y="95"/>
                  </a:cubicBezTo>
                  <a:cubicBezTo>
                    <a:pt x="91" y="100"/>
                    <a:pt x="92" y="107"/>
                    <a:pt x="91" y="113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1" y="123"/>
                    <a:pt x="89" y="133"/>
                    <a:pt x="84" y="138"/>
                  </a:cubicBezTo>
                  <a:cubicBezTo>
                    <a:pt x="84" y="138"/>
                    <a:pt x="84" y="138"/>
                    <a:pt x="84" y="138"/>
                  </a:cubicBezTo>
                  <a:cubicBezTo>
                    <a:pt x="83" y="139"/>
                    <a:pt x="82" y="140"/>
                    <a:pt x="81" y="141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9" y="142"/>
                    <a:pt x="77" y="143"/>
                    <a:pt x="76" y="145"/>
                  </a:cubicBezTo>
                  <a:cubicBezTo>
                    <a:pt x="76" y="145"/>
                    <a:pt x="76" y="145"/>
                    <a:pt x="76" y="145"/>
                  </a:cubicBezTo>
                  <a:cubicBezTo>
                    <a:pt x="74" y="147"/>
                    <a:pt x="73" y="149"/>
                    <a:pt x="72" y="151"/>
                  </a:cubicBezTo>
                  <a:cubicBezTo>
                    <a:pt x="72" y="151"/>
                    <a:pt x="72" y="151"/>
                    <a:pt x="72" y="151"/>
                  </a:cubicBezTo>
                  <a:cubicBezTo>
                    <a:pt x="72" y="151"/>
                    <a:pt x="72" y="152"/>
                    <a:pt x="72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69" y="152"/>
                    <a:pt x="66" y="150"/>
                    <a:pt x="61" y="147"/>
                  </a:cubicBezTo>
                  <a:cubicBezTo>
                    <a:pt x="61" y="147"/>
                    <a:pt x="61" y="147"/>
                    <a:pt x="61" y="147"/>
                  </a:cubicBezTo>
                  <a:cubicBezTo>
                    <a:pt x="49" y="139"/>
                    <a:pt x="43" y="139"/>
                    <a:pt x="39" y="137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38" y="137"/>
                    <a:pt x="37" y="136"/>
                    <a:pt x="36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4" y="133"/>
                    <a:pt x="32" y="130"/>
                    <a:pt x="28" y="122"/>
                  </a:cubicBezTo>
                  <a:cubicBezTo>
                    <a:pt x="28" y="122"/>
                    <a:pt x="28" y="122"/>
                    <a:pt x="28" y="122"/>
                  </a:cubicBezTo>
                  <a:cubicBezTo>
                    <a:pt x="15" y="98"/>
                    <a:pt x="9" y="90"/>
                    <a:pt x="8" y="90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8" y="90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7" y="88"/>
                    <a:pt x="5" y="88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90"/>
                    <a:pt x="3" y="90"/>
                  </a:cubicBezTo>
                  <a:cubicBezTo>
                    <a:pt x="3" y="90"/>
                    <a:pt x="3" y="90"/>
                    <a:pt x="3" y="90"/>
                  </a:cubicBezTo>
                  <a:cubicBezTo>
                    <a:pt x="2" y="91"/>
                    <a:pt x="2" y="93"/>
                    <a:pt x="3" y="94"/>
                  </a:cubicBezTo>
                  <a:cubicBezTo>
                    <a:pt x="3" y="94"/>
                    <a:pt x="3" y="94"/>
                    <a:pt x="3" y="94"/>
                  </a:cubicBezTo>
                  <a:cubicBezTo>
                    <a:pt x="3" y="94"/>
                    <a:pt x="4" y="96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105"/>
                    <a:pt x="15" y="113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5" y="133"/>
                    <a:pt x="28" y="138"/>
                    <a:pt x="32" y="140"/>
                  </a:cubicBezTo>
                  <a:cubicBezTo>
                    <a:pt x="32" y="140"/>
                    <a:pt x="32" y="140"/>
                    <a:pt x="32" y="140"/>
                  </a:cubicBezTo>
                  <a:cubicBezTo>
                    <a:pt x="33" y="142"/>
                    <a:pt x="35" y="143"/>
                    <a:pt x="36" y="143"/>
                  </a:cubicBezTo>
                  <a:cubicBezTo>
                    <a:pt x="36" y="143"/>
                    <a:pt x="36" y="143"/>
                    <a:pt x="36" y="143"/>
                  </a:cubicBezTo>
                  <a:cubicBezTo>
                    <a:pt x="41" y="146"/>
                    <a:pt x="46" y="146"/>
                    <a:pt x="57" y="153"/>
                  </a:cubicBezTo>
                  <a:cubicBezTo>
                    <a:pt x="57" y="153"/>
                    <a:pt x="57" y="153"/>
                    <a:pt x="57" y="153"/>
                  </a:cubicBezTo>
                  <a:cubicBezTo>
                    <a:pt x="64" y="157"/>
                    <a:pt x="68" y="159"/>
                    <a:pt x="72" y="160"/>
                  </a:cubicBezTo>
                  <a:cubicBezTo>
                    <a:pt x="72" y="160"/>
                    <a:pt x="72" y="160"/>
                    <a:pt x="72" y="160"/>
                  </a:cubicBezTo>
                  <a:cubicBezTo>
                    <a:pt x="73" y="160"/>
                    <a:pt x="75" y="159"/>
                    <a:pt x="76" y="158"/>
                  </a:cubicBezTo>
                  <a:cubicBezTo>
                    <a:pt x="76" y="158"/>
                    <a:pt x="76" y="158"/>
                    <a:pt x="76" y="158"/>
                  </a:cubicBezTo>
                  <a:cubicBezTo>
                    <a:pt x="77" y="158"/>
                    <a:pt x="77" y="157"/>
                    <a:pt x="77" y="157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9" y="154"/>
                    <a:pt x="79" y="152"/>
                    <a:pt x="81" y="150"/>
                  </a:cubicBezTo>
                  <a:cubicBezTo>
                    <a:pt x="81" y="150"/>
                    <a:pt x="81" y="150"/>
                    <a:pt x="81" y="150"/>
                  </a:cubicBezTo>
                  <a:cubicBezTo>
                    <a:pt x="82" y="149"/>
                    <a:pt x="83" y="148"/>
                    <a:pt x="84" y="147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5" y="148"/>
                    <a:pt x="85" y="148"/>
                    <a:pt x="85" y="148"/>
                  </a:cubicBezTo>
                  <a:cubicBezTo>
                    <a:pt x="85" y="148"/>
                    <a:pt x="85" y="148"/>
                    <a:pt x="85" y="148"/>
                  </a:cubicBezTo>
                  <a:cubicBezTo>
                    <a:pt x="84" y="149"/>
                    <a:pt x="83" y="150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0" y="153"/>
                    <a:pt x="80" y="155"/>
                    <a:pt x="78" y="158"/>
                  </a:cubicBezTo>
                  <a:cubicBezTo>
                    <a:pt x="78" y="158"/>
                    <a:pt x="78" y="158"/>
                    <a:pt x="78" y="158"/>
                  </a:cubicBezTo>
                  <a:cubicBezTo>
                    <a:pt x="78" y="158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6" y="160"/>
                    <a:pt x="74" y="162"/>
                    <a:pt x="72" y="161"/>
                  </a:cubicBezTo>
                  <a:close/>
                  <a:moveTo>
                    <a:pt x="31" y="15"/>
                  </a:moveTo>
                  <a:cubicBezTo>
                    <a:pt x="31" y="15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5"/>
                  </a:cubicBezTo>
                  <a:close/>
                  <a:moveTo>
                    <a:pt x="31" y="16"/>
                  </a:move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51"/>
            <p:cNvSpPr/>
            <p:nvPr>
              <p:custDataLst>
                <p:tags r:id="rId47"/>
              </p:custDataLst>
            </p:nvPr>
          </p:nvSpPr>
          <p:spPr bwMode="auto">
            <a:xfrm>
              <a:off x="5637" y="1872"/>
              <a:ext cx="23" cy="11"/>
            </a:xfrm>
            <a:custGeom>
              <a:avLst/>
              <a:gdLst>
                <a:gd name="T0" fmla="*/ 16 w 20"/>
                <a:gd name="T1" fmla="*/ 9 h 9"/>
                <a:gd name="T2" fmla="*/ 4 w 20"/>
                <a:gd name="T3" fmla="*/ 8 h 9"/>
                <a:gd name="T4" fmla="*/ 0 w 20"/>
                <a:gd name="T5" fmla="*/ 4 h 9"/>
                <a:gd name="T6" fmla="*/ 0 w 20"/>
                <a:gd name="T7" fmla="*/ 4 h 9"/>
                <a:gd name="T8" fmla="*/ 4 w 20"/>
                <a:gd name="T9" fmla="*/ 0 h 9"/>
                <a:gd name="T10" fmla="*/ 4 w 20"/>
                <a:gd name="T11" fmla="*/ 0 h 9"/>
                <a:gd name="T12" fmla="*/ 16 w 20"/>
                <a:gd name="T13" fmla="*/ 0 h 9"/>
                <a:gd name="T14" fmla="*/ 20 w 20"/>
                <a:gd name="T15" fmla="*/ 5 h 9"/>
                <a:gd name="T16" fmla="*/ 20 w 20"/>
                <a:gd name="T17" fmla="*/ 5 h 9"/>
                <a:gd name="T18" fmla="*/ 16 w 20"/>
                <a:gd name="T1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9">
                  <a:moveTo>
                    <a:pt x="16" y="9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20" y="2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7"/>
                    <a:pt x="18" y="9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52"/>
            <p:cNvSpPr>
              <a:spLocks noEditPoints="1"/>
            </p:cNvSpPr>
            <p:nvPr>
              <p:custDataLst>
                <p:tags r:id="rId48"/>
              </p:custDataLst>
            </p:nvPr>
          </p:nvSpPr>
          <p:spPr bwMode="auto">
            <a:xfrm>
              <a:off x="5636" y="1871"/>
              <a:ext cx="25" cy="13"/>
            </a:xfrm>
            <a:custGeom>
              <a:avLst/>
              <a:gdLst>
                <a:gd name="T0" fmla="*/ 17 w 22"/>
                <a:gd name="T1" fmla="*/ 11 h 11"/>
                <a:gd name="T2" fmla="*/ 17 w 22"/>
                <a:gd name="T3" fmla="*/ 10 h 11"/>
                <a:gd name="T4" fmla="*/ 17 w 22"/>
                <a:gd name="T5" fmla="*/ 11 h 11"/>
                <a:gd name="T6" fmla="*/ 5 w 22"/>
                <a:gd name="T7" fmla="*/ 10 h 11"/>
                <a:gd name="T8" fmla="*/ 2 w 22"/>
                <a:gd name="T9" fmla="*/ 9 h 11"/>
                <a:gd name="T10" fmla="*/ 2 w 22"/>
                <a:gd name="T11" fmla="*/ 9 h 11"/>
                <a:gd name="T12" fmla="*/ 0 w 22"/>
                <a:gd name="T13" fmla="*/ 5 h 11"/>
                <a:gd name="T14" fmla="*/ 0 w 22"/>
                <a:gd name="T15" fmla="*/ 5 h 11"/>
                <a:gd name="T16" fmla="*/ 1 w 22"/>
                <a:gd name="T17" fmla="*/ 2 h 11"/>
                <a:gd name="T18" fmla="*/ 1 w 22"/>
                <a:gd name="T19" fmla="*/ 2 h 11"/>
                <a:gd name="T20" fmla="*/ 5 w 22"/>
                <a:gd name="T21" fmla="*/ 0 h 11"/>
                <a:gd name="T22" fmla="*/ 5 w 22"/>
                <a:gd name="T23" fmla="*/ 0 h 11"/>
                <a:gd name="T24" fmla="*/ 17 w 22"/>
                <a:gd name="T25" fmla="*/ 0 h 11"/>
                <a:gd name="T26" fmla="*/ 20 w 22"/>
                <a:gd name="T27" fmla="*/ 2 h 11"/>
                <a:gd name="T28" fmla="*/ 20 w 22"/>
                <a:gd name="T29" fmla="*/ 2 h 11"/>
                <a:gd name="T30" fmla="*/ 22 w 22"/>
                <a:gd name="T31" fmla="*/ 6 h 11"/>
                <a:gd name="T32" fmla="*/ 22 w 22"/>
                <a:gd name="T33" fmla="*/ 6 h 11"/>
                <a:gd name="T34" fmla="*/ 21 w 22"/>
                <a:gd name="T35" fmla="*/ 9 h 11"/>
                <a:gd name="T36" fmla="*/ 21 w 22"/>
                <a:gd name="T37" fmla="*/ 9 h 11"/>
                <a:gd name="T38" fmla="*/ 17 w 22"/>
                <a:gd name="T39" fmla="*/ 11 h 11"/>
                <a:gd name="T40" fmla="*/ 19 w 22"/>
                <a:gd name="T41" fmla="*/ 8 h 11"/>
                <a:gd name="T42" fmla="*/ 20 w 22"/>
                <a:gd name="T43" fmla="*/ 6 h 11"/>
                <a:gd name="T44" fmla="*/ 20 w 22"/>
                <a:gd name="T45" fmla="*/ 6 h 11"/>
                <a:gd name="T46" fmla="*/ 19 w 22"/>
                <a:gd name="T47" fmla="*/ 3 h 11"/>
                <a:gd name="T48" fmla="*/ 19 w 22"/>
                <a:gd name="T49" fmla="*/ 3 h 11"/>
                <a:gd name="T50" fmla="*/ 17 w 22"/>
                <a:gd name="T51" fmla="*/ 2 h 11"/>
                <a:gd name="T52" fmla="*/ 17 w 22"/>
                <a:gd name="T53" fmla="*/ 2 h 11"/>
                <a:gd name="T54" fmla="*/ 5 w 22"/>
                <a:gd name="T55" fmla="*/ 1 h 11"/>
                <a:gd name="T56" fmla="*/ 2 w 22"/>
                <a:gd name="T57" fmla="*/ 3 h 11"/>
                <a:gd name="T58" fmla="*/ 2 w 22"/>
                <a:gd name="T59" fmla="*/ 3 h 11"/>
                <a:gd name="T60" fmla="*/ 1 w 22"/>
                <a:gd name="T61" fmla="*/ 5 h 11"/>
                <a:gd name="T62" fmla="*/ 1 w 22"/>
                <a:gd name="T63" fmla="*/ 5 h 11"/>
                <a:gd name="T64" fmla="*/ 3 w 22"/>
                <a:gd name="T65" fmla="*/ 8 h 11"/>
                <a:gd name="T66" fmla="*/ 3 w 22"/>
                <a:gd name="T67" fmla="*/ 8 h 11"/>
                <a:gd name="T68" fmla="*/ 5 w 22"/>
                <a:gd name="T69" fmla="*/ 9 h 11"/>
                <a:gd name="T70" fmla="*/ 5 w 22"/>
                <a:gd name="T71" fmla="*/ 9 h 11"/>
                <a:gd name="T72" fmla="*/ 17 w 22"/>
                <a:gd name="T73" fmla="*/ 9 h 11"/>
                <a:gd name="T74" fmla="*/ 17 w 22"/>
                <a:gd name="T75" fmla="*/ 9 h 11"/>
                <a:gd name="T76" fmla="*/ 19 w 22"/>
                <a:gd name="T77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" h="11">
                  <a:moveTo>
                    <a:pt x="17" y="11"/>
                  </a:move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0"/>
                    <a:pt x="2" y="10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8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19" y="1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1" y="3"/>
                    <a:pt x="22" y="4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7"/>
                    <a:pt x="21" y="8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0" y="10"/>
                    <a:pt x="18" y="11"/>
                    <a:pt x="17" y="11"/>
                  </a:cubicBezTo>
                  <a:close/>
                  <a:moveTo>
                    <a:pt x="19" y="8"/>
                  </a:moveTo>
                  <a:cubicBezTo>
                    <a:pt x="20" y="7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3" y="2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4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2" y="7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4" y="8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8" y="9"/>
                    <a:pt x="19" y="8"/>
                    <a:pt x="1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53"/>
            <p:cNvSpPr/>
            <p:nvPr>
              <p:custDataLst>
                <p:tags r:id="rId49"/>
              </p:custDataLst>
            </p:nvPr>
          </p:nvSpPr>
          <p:spPr bwMode="auto">
            <a:xfrm>
              <a:off x="4518" y="1974"/>
              <a:ext cx="53" cy="56"/>
            </a:xfrm>
            <a:custGeom>
              <a:avLst/>
              <a:gdLst>
                <a:gd name="T0" fmla="*/ 32 w 45"/>
                <a:gd name="T1" fmla="*/ 5 h 47"/>
                <a:gd name="T2" fmla="*/ 45 w 45"/>
                <a:gd name="T3" fmla="*/ 40 h 47"/>
                <a:gd name="T4" fmla="*/ 34 w 45"/>
                <a:gd name="T5" fmla="*/ 47 h 47"/>
                <a:gd name="T6" fmla="*/ 3 w 45"/>
                <a:gd name="T7" fmla="*/ 19 h 47"/>
                <a:gd name="T8" fmla="*/ 3 w 45"/>
                <a:gd name="T9" fmla="*/ 10 h 47"/>
                <a:gd name="T10" fmla="*/ 3 w 45"/>
                <a:gd name="T11" fmla="*/ 10 h 47"/>
                <a:gd name="T12" fmla="*/ 12 w 45"/>
                <a:gd name="T13" fmla="*/ 9 h 47"/>
                <a:gd name="T14" fmla="*/ 12 w 45"/>
                <a:gd name="T15" fmla="*/ 9 h 47"/>
                <a:gd name="T16" fmla="*/ 23 w 45"/>
                <a:gd name="T17" fmla="*/ 19 h 47"/>
                <a:gd name="T18" fmla="*/ 19 w 45"/>
                <a:gd name="T19" fmla="*/ 10 h 47"/>
                <a:gd name="T20" fmla="*/ 24 w 45"/>
                <a:gd name="T21" fmla="*/ 1 h 47"/>
                <a:gd name="T22" fmla="*/ 24 w 45"/>
                <a:gd name="T23" fmla="*/ 1 h 47"/>
                <a:gd name="T24" fmla="*/ 32 w 45"/>
                <a:gd name="T25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7">
                  <a:moveTo>
                    <a:pt x="32" y="5"/>
                  </a:moveTo>
                  <a:cubicBezTo>
                    <a:pt x="45" y="40"/>
                    <a:pt x="45" y="40"/>
                    <a:pt x="45" y="40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0" y="17"/>
                    <a:pt x="0" y="12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5" y="7"/>
                    <a:pt x="10" y="7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8" y="7"/>
                    <a:pt x="20" y="3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7" y="0"/>
                    <a:pt x="31" y="2"/>
                    <a:pt x="3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54"/>
            <p:cNvSpPr/>
            <p:nvPr>
              <p:custDataLst>
                <p:tags r:id="rId50"/>
              </p:custDataLst>
            </p:nvPr>
          </p:nvSpPr>
          <p:spPr bwMode="auto">
            <a:xfrm>
              <a:off x="4503" y="1996"/>
              <a:ext cx="55" cy="47"/>
            </a:xfrm>
            <a:custGeom>
              <a:avLst/>
              <a:gdLst>
                <a:gd name="T0" fmla="*/ 6 w 47"/>
                <a:gd name="T1" fmla="*/ 33 h 40"/>
                <a:gd name="T2" fmla="*/ 42 w 47"/>
                <a:gd name="T3" fmla="*/ 40 h 40"/>
                <a:gd name="T4" fmla="*/ 47 w 47"/>
                <a:gd name="T5" fmla="*/ 28 h 40"/>
                <a:gd name="T6" fmla="*/ 15 w 47"/>
                <a:gd name="T7" fmla="*/ 2 h 40"/>
                <a:gd name="T8" fmla="*/ 6 w 47"/>
                <a:gd name="T9" fmla="*/ 3 h 40"/>
                <a:gd name="T10" fmla="*/ 6 w 47"/>
                <a:gd name="T11" fmla="*/ 3 h 40"/>
                <a:gd name="T12" fmla="*/ 7 w 47"/>
                <a:gd name="T13" fmla="*/ 13 h 40"/>
                <a:gd name="T14" fmla="*/ 7 w 47"/>
                <a:gd name="T15" fmla="*/ 13 h 40"/>
                <a:gd name="T16" fmla="*/ 17 w 47"/>
                <a:gd name="T17" fmla="*/ 21 h 40"/>
                <a:gd name="T18" fmla="*/ 8 w 47"/>
                <a:gd name="T19" fmla="*/ 20 h 40"/>
                <a:gd name="T20" fmla="*/ 0 w 47"/>
                <a:gd name="T21" fmla="*/ 25 h 40"/>
                <a:gd name="T22" fmla="*/ 0 w 47"/>
                <a:gd name="T23" fmla="*/ 25 h 40"/>
                <a:gd name="T24" fmla="*/ 6 w 47"/>
                <a:gd name="T25" fmla="*/ 3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0">
                  <a:moveTo>
                    <a:pt x="6" y="33"/>
                  </a:moveTo>
                  <a:cubicBezTo>
                    <a:pt x="42" y="40"/>
                    <a:pt x="42" y="40"/>
                    <a:pt x="42" y="40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2" y="0"/>
                    <a:pt x="8" y="0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3" y="6"/>
                    <a:pt x="4" y="10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5" y="19"/>
                    <a:pt x="1" y="21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9"/>
                    <a:pt x="2" y="32"/>
                    <a:pt x="6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5"/>
            <p:cNvSpPr>
              <a:spLocks noEditPoints="1"/>
            </p:cNvSpPr>
            <p:nvPr>
              <p:custDataLst>
                <p:tags r:id="rId51"/>
              </p:custDataLst>
            </p:nvPr>
          </p:nvSpPr>
          <p:spPr bwMode="auto">
            <a:xfrm>
              <a:off x="3778" y="1317"/>
              <a:ext cx="811" cy="796"/>
            </a:xfrm>
            <a:custGeom>
              <a:avLst/>
              <a:gdLst>
                <a:gd name="T0" fmla="*/ 293 w 691"/>
                <a:gd name="T1" fmla="*/ 675 h 678"/>
                <a:gd name="T2" fmla="*/ 46 w 691"/>
                <a:gd name="T3" fmla="*/ 535 h 678"/>
                <a:gd name="T4" fmla="*/ 0 w 691"/>
                <a:gd name="T5" fmla="*/ 356 h 678"/>
                <a:gd name="T6" fmla="*/ 1 w 691"/>
                <a:gd name="T7" fmla="*/ 327 h 678"/>
                <a:gd name="T8" fmla="*/ 124 w 691"/>
                <a:gd name="T9" fmla="*/ 82 h 678"/>
                <a:gd name="T10" fmla="*/ 242 w 691"/>
                <a:gd name="T11" fmla="*/ 32 h 678"/>
                <a:gd name="T12" fmla="*/ 268 w 691"/>
                <a:gd name="T13" fmla="*/ 25 h 678"/>
                <a:gd name="T14" fmla="*/ 147 w 691"/>
                <a:gd name="T15" fmla="*/ 63 h 678"/>
                <a:gd name="T16" fmla="*/ 133 w 691"/>
                <a:gd name="T17" fmla="*/ 59 h 678"/>
                <a:gd name="T18" fmla="*/ 137 w 691"/>
                <a:gd name="T19" fmla="*/ 45 h 678"/>
                <a:gd name="T20" fmla="*/ 324 w 691"/>
                <a:gd name="T21" fmla="*/ 0 h 678"/>
                <a:gd name="T22" fmla="*/ 367 w 691"/>
                <a:gd name="T23" fmla="*/ 3 h 678"/>
                <a:gd name="T24" fmla="*/ 642 w 691"/>
                <a:gd name="T25" fmla="*/ 163 h 678"/>
                <a:gd name="T26" fmla="*/ 691 w 691"/>
                <a:gd name="T27" fmla="*/ 326 h 678"/>
                <a:gd name="T28" fmla="*/ 647 w 691"/>
                <a:gd name="T29" fmla="*/ 517 h 678"/>
                <a:gd name="T30" fmla="*/ 352 w 691"/>
                <a:gd name="T31" fmla="*/ 678 h 678"/>
                <a:gd name="T32" fmla="*/ 352 w 691"/>
                <a:gd name="T33" fmla="*/ 678 h 678"/>
                <a:gd name="T34" fmla="*/ 629 w 691"/>
                <a:gd name="T35" fmla="*/ 508 h 678"/>
                <a:gd name="T36" fmla="*/ 650 w 691"/>
                <a:gd name="T37" fmla="*/ 454 h 678"/>
                <a:gd name="T38" fmla="*/ 671 w 691"/>
                <a:gd name="T39" fmla="*/ 326 h 678"/>
                <a:gd name="T40" fmla="*/ 625 w 691"/>
                <a:gd name="T41" fmla="*/ 174 h 678"/>
                <a:gd name="T42" fmla="*/ 610 w 691"/>
                <a:gd name="T43" fmla="*/ 154 h 678"/>
                <a:gd name="T44" fmla="*/ 561 w 691"/>
                <a:gd name="T45" fmla="*/ 107 h 678"/>
                <a:gd name="T46" fmla="*/ 365 w 691"/>
                <a:gd name="T47" fmla="*/ 23 h 678"/>
                <a:gd name="T48" fmla="*/ 353 w 691"/>
                <a:gd name="T49" fmla="*/ 22 h 678"/>
                <a:gd name="T50" fmla="*/ 351 w 691"/>
                <a:gd name="T51" fmla="*/ 22 h 678"/>
                <a:gd name="T52" fmla="*/ 432 w 691"/>
                <a:gd name="T53" fmla="*/ 68 h 678"/>
                <a:gd name="T54" fmla="*/ 432 w 691"/>
                <a:gd name="T55" fmla="*/ 68 h 678"/>
                <a:gd name="T56" fmla="*/ 429 w 691"/>
                <a:gd name="T57" fmla="*/ 83 h 678"/>
                <a:gd name="T58" fmla="*/ 415 w 691"/>
                <a:gd name="T59" fmla="*/ 80 h 678"/>
                <a:gd name="T60" fmla="*/ 414 w 691"/>
                <a:gd name="T61" fmla="*/ 79 h 678"/>
                <a:gd name="T62" fmla="*/ 410 w 691"/>
                <a:gd name="T63" fmla="*/ 75 h 678"/>
                <a:gd name="T64" fmla="*/ 392 w 691"/>
                <a:gd name="T65" fmla="*/ 60 h 678"/>
                <a:gd name="T66" fmla="*/ 317 w 691"/>
                <a:gd name="T67" fmla="*/ 39 h 678"/>
                <a:gd name="T68" fmla="*/ 248 w 691"/>
                <a:gd name="T69" fmla="*/ 52 h 678"/>
                <a:gd name="T70" fmla="*/ 246 w 691"/>
                <a:gd name="T71" fmla="*/ 53 h 678"/>
                <a:gd name="T72" fmla="*/ 237 w 691"/>
                <a:gd name="T73" fmla="*/ 54 h 678"/>
                <a:gd name="T74" fmla="*/ 212 w 691"/>
                <a:gd name="T75" fmla="*/ 61 h 678"/>
                <a:gd name="T76" fmla="*/ 136 w 691"/>
                <a:gd name="T77" fmla="*/ 99 h 678"/>
                <a:gd name="T78" fmla="*/ 22 w 691"/>
                <a:gd name="T79" fmla="*/ 328 h 678"/>
                <a:gd name="T80" fmla="*/ 22 w 691"/>
                <a:gd name="T81" fmla="*/ 329 h 678"/>
                <a:gd name="T82" fmla="*/ 21 w 691"/>
                <a:gd name="T83" fmla="*/ 356 h 678"/>
                <a:gd name="T84" fmla="*/ 64 w 691"/>
                <a:gd name="T85" fmla="*/ 524 h 678"/>
                <a:gd name="T86" fmla="*/ 296 w 691"/>
                <a:gd name="T87" fmla="*/ 654 h 678"/>
                <a:gd name="T88" fmla="*/ 296 w 691"/>
                <a:gd name="T89" fmla="*/ 654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1" h="678">
                  <a:moveTo>
                    <a:pt x="352" y="678"/>
                  </a:moveTo>
                  <a:cubicBezTo>
                    <a:pt x="316" y="678"/>
                    <a:pt x="293" y="675"/>
                    <a:pt x="293" y="675"/>
                  </a:cubicBezTo>
                  <a:cubicBezTo>
                    <a:pt x="293" y="675"/>
                    <a:pt x="293" y="675"/>
                    <a:pt x="293" y="675"/>
                  </a:cubicBezTo>
                  <a:cubicBezTo>
                    <a:pt x="161" y="662"/>
                    <a:pt x="86" y="602"/>
                    <a:pt x="46" y="535"/>
                  </a:cubicBezTo>
                  <a:cubicBezTo>
                    <a:pt x="46" y="535"/>
                    <a:pt x="46" y="535"/>
                    <a:pt x="46" y="535"/>
                  </a:cubicBezTo>
                  <a:cubicBezTo>
                    <a:pt x="6" y="468"/>
                    <a:pt x="0" y="396"/>
                    <a:pt x="0" y="356"/>
                  </a:cubicBezTo>
                  <a:cubicBezTo>
                    <a:pt x="0" y="356"/>
                    <a:pt x="0" y="356"/>
                    <a:pt x="0" y="356"/>
                  </a:cubicBezTo>
                  <a:cubicBezTo>
                    <a:pt x="0" y="340"/>
                    <a:pt x="1" y="329"/>
                    <a:pt x="1" y="327"/>
                  </a:cubicBezTo>
                  <a:cubicBezTo>
                    <a:pt x="1" y="327"/>
                    <a:pt x="1" y="327"/>
                    <a:pt x="1" y="327"/>
                  </a:cubicBezTo>
                  <a:cubicBezTo>
                    <a:pt x="4" y="198"/>
                    <a:pt x="65" y="123"/>
                    <a:pt x="124" y="82"/>
                  </a:cubicBezTo>
                  <a:cubicBezTo>
                    <a:pt x="124" y="82"/>
                    <a:pt x="124" y="82"/>
                    <a:pt x="124" y="82"/>
                  </a:cubicBezTo>
                  <a:cubicBezTo>
                    <a:pt x="180" y="44"/>
                    <a:pt x="234" y="34"/>
                    <a:pt x="242" y="32"/>
                  </a:cubicBezTo>
                  <a:cubicBezTo>
                    <a:pt x="242" y="32"/>
                    <a:pt x="242" y="32"/>
                    <a:pt x="242" y="32"/>
                  </a:cubicBezTo>
                  <a:cubicBezTo>
                    <a:pt x="251" y="29"/>
                    <a:pt x="260" y="27"/>
                    <a:pt x="268" y="25"/>
                  </a:cubicBezTo>
                  <a:cubicBezTo>
                    <a:pt x="268" y="25"/>
                    <a:pt x="268" y="25"/>
                    <a:pt x="268" y="25"/>
                  </a:cubicBezTo>
                  <a:cubicBezTo>
                    <a:pt x="231" y="30"/>
                    <a:pt x="188" y="41"/>
                    <a:pt x="147" y="63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66"/>
                    <a:pt x="136" y="64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0" y="54"/>
                    <a:pt x="132" y="48"/>
                    <a:pt x="137" y="45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206" y="7"/>
                    <a:pt x="279" y="0"/>
                    <a:pt x="324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50" y="0"/>
                    <a:pt x="367" y="3"/>
                    <a:pt x="367" y="3"/>
                  </a:cubicBezTo>
                  <a:cubicBezTo>
                    <a:pt x="367" y="3"/>
                    <a:pt x="367" y="3"/>
                    <a:pt x="367" y="3"/>
                  </a:cubicBezTo>
                  <a:cubicBezTo>
                    <a:pt x="553" y="25"/>
                    <a:pt x="642" y="162"/>
                    <a:pt x="642" y="163"/>
                  </a:cubicBezTo>
                  <a:cubicBezTo>
                    <a:pt x="642" y="163"/>
                    <a:pt x="642" y="163"/>
                    <a:pt x="642" y="163"/>
                  </a:cubicBezTo>
                  <a:cubicBezTo>
                    <a:pt x="679" y="214"/>
                    <a:pt x="691" y="272"/>
                    <a:pt x="691" y="326"/>
                  </a:cubicBezTo>
                  <a:cubicBezTo>
                    <a:pt x="691" y="326"/>
                    <a:pt x="691" y="326"/>
                    <a:pt x="691" y="326"/>
                  </a:cubicBezTo>
                  <a:cubicBezTo>
                    <a:pt x="691" y="429"/>
                    <a:pt x="647" y="516"/>
                    <a:pt x="647" y="517"/>
                  </a:cubicBezTo>
                  <a:cubicBezTo>
                    <a:pt x="647" y="517"/>
                    <a:pt x="647" y="517"/>
                    <a:pt x="647" y="517"/>
                  </a:cubicBezTo>
                  <a:cubicBezTo>
                    <a:pt x="584" y="658"/>
                    <a:pt x="434" y="678"/>
                    <a:pt x="352" y="678"/>
                  </a:cubicBezTo>
                  <a:cubicBezTo>
                    <a:pt x="352" y="678"/>
                    <a:pt x="352" y="678"/>
                    <a:pt x="352" y="678"/>
                  </a:cubicBezTo>
                  <a:cubicBezTo>
                    <a:pt x="352" y="678"/>
                    <a:pt x="352" y="678"/>
                    <a:pt x="352" y="678"/>
                  </a:cubicBezTo>
                  <a:close/>
                  <a:moveTo>
                    <a:pt x="352" y="658"/>
                  </a:moveTo>
                  <a:cubicBezTo>
                    <a:pt x="432" y="658"/>
                    <a:pt x="571" y="638"/>
                    <a:pt x="629" y="508"/>
                  </a:cubicBezTo>
                  <a:cubicBezTo>
                    <a:pt x="629" y="508"/>
                    <a:pt x="629" y="508"/>
                    <a:pt x="629" y="508"/>
                  </a:cubicBezTo>
                  <a:cubicBezTo>
                    <a:pt x="628" y="508"/>
                    <a:pt x="639" y="487"/>
                    <a:pt x="650" y="454"/>
                  </a:cubicBezTo>
                  <a:cubicBezTo>
                    <a:pt x="650" y="454"/>
                    <a:pt x="650" y="454"/>
                    <a:pt x="650" y="454"/>
                  </a:cubicBezTo>
                  <a:cubicBezTo>
                    <a:pt x="660" y="420"/>
                    <a:pt x="671" y="374"/>
                    <a:pt x="671" y="326"/>
                  </a:cubicBezTo>
                  <a:cubicBezTo>
                    <a:pt x="671" y="326"/>
                    <a:pt x="671" y="326"/>
                    <a:pt x="671" y="326"/>
                  </a:cubicBezTo>
                  <a:cubicBezTo>
                    <a:pt x="671" y="275"/>
                    <a:pt x="659" y="222"/>
                    <a:pt x="625" y="174"/>
                  </a:cubicBezTo>
                  <a:cubicBezTo>
                    <a:pt x="625" y="174"/>
                    <a:pt x="625" y="174"/>
                    <a:pt x="625" y="174"/>
                  </a:cubicBezTo>
                  <a:cubicBezTo>
                    <a:pt x="625" y="174"/>
                    <a:pt x="620" y="167"/>
                    <a:pt x="610" y="154"/>
                  </a:cubicBezTo>
                  <a:cubicBezTo>
                    <a:pt x="610" y="154"/>
                    <a:pt x="610" y="154"/>
                    <a:pt x="610" y="154"/>
                  </a:cubicBezTo>
                  <a:cubicBezTo>
                    <a:pt x="599" y="142"/>
                    <a:pt x="583" y="125"/>
                    <a:pt x="561" y="107"/>
                  </a:cubicBezTo>
                  <a:cubicBezTo>
                    <a:pt x="561" y="107"/>
                    <a:pt x="561" y="107"/>
                    <a:pt x="561" y="107"/>
                  </a:cubicBezTo>
                  <a:cubicBezTo>
                    <a:pt x="518" y="72"/>
                    <a:pt x="453" y="34"/>
                    <a:pt x="365" y="23"/>
                  </a:cubicBezTo>
                  <a:cubicBezTo>
                    <a:pt x="365" y="23"/>
                    <a:pt x="365" y="23"/>
                    <a:pt x="365" y="23"/>
                  </a:cubicBezTo>
                  <a:cubicBezTo>
                    <a:pt x="365" y="23"/>
                    <a:pt x="361" y="23"/>
                    <a:pt x="353" y="22"/>
                  </a:cubicBezTo>
                  <a:cubicBezTo>
                    <a:pt x="353" y="22"/>
                    <a:pt x="353" y="22"/>
                    <a:pt x="353" y="22"/>
                  </a:cubicBezTo>
                  <a:cubicBezTo>
                    <a:pt x="353" y="22"/>
                    <a:pt x="352" y="22"/>
                    <a:pt x="351" y="22"/>
                  </a:cubicBezTo>
                  <a:cubicBezTo>
                    <a:pt x="351" y="22"/>
                    <a:pt x="351" y="22"/>
                    <a:pt x="351" y="22"/>
                  </a:cubicBezTo>
                  <a:cubicBezTo>
                    <a:pt x="405" y="33"/>
                    <a:pt x="431" y="67"/>
                    <a:pt x="432" y="68"/>
                  </a:cubicBezTo>
                  <a:cubicBezTo>
                    <a:pt x="432" y="68"/>
                    <a:pt x="432" y="68"/>
                    <a:pt x="432" y="68"/>
                  </a:cubicBezTo>
                  <a:cubicBezTo>
                    <a:pt x="432" y="68"/>
                    <a:pt x="432" y="68"/>
                    <a:pt x="432" y="68"/>
                  </a:cubicBezTo>
                  <a:cubicBezTo>
                    <a:pt x="435" y="73"/>
                    <a:pt x="434" y="79"/>
                    <a:pt x="429" y="83"/>
                  </a:cubicBezTo>
                  <a:cubicBezTo>
                    <a:pt x="429" y="83"/>
                    <a:pt x="429" y="83"/>
                    <a:pt x="429" y="83"/>
                  </a:cubicBezTo>
                  <a:cubicBezTo>
                    <a:pt x="425" y="86"/>
                    <a:pt x="418" y="85"/>
                    <a:pt x="415" y="80"/>
                  </a:cubicBezTo>
                  <a:cubicBezTo>
                    <a:pt x="415" y="80"/>
                    <a:pt x="415" y="80"/>
                    <a:pt x="415" y="80"/>
                  </a:cubicBezTo>
                  <a:cubicBezTo>
                    <a:pt x="415" y="80"/>
                    <a:pt x="415" y="80"/>
                    <a:pt x="414" y="79"/>
                  </a:cubicBezTo>
                  <a:cubicBezTo>
                    <a:pt x="414" y="79"/>
                    <a:pt x="414" y="79"/>
                    <a:pt x="414" y="79"/>
                  </a:cubicBezTo>
                  <a:cubicBezTo>
                    <a:pt x="413" y="78"/>
                    <a:pt x="412" y="76"/>
                    <a:pt x="410" y="75"/>
                  </a:cubicBezTo>
                  <a:cubicBezTo>
                    <a:pt x="410" y="75"/>
                    <a:pt x="410" y="75"/>
                    <a:pt x="410" y="75"/>
                  </a:cubicBezTo>
                  <a:cubicBezTo>
                    <a:pt x="406" y="71"/>
                    <a:pt x="400" y="66"/>
                    <a:pt x="392" y="60"/>
                  </a:cubicBezTo>
                  <a:cubicBezTo>
                    <a:pt x="392" y="60"/>
                    <a:pt x="392" y="60"/>
                    <a:pt x="392" y="60"/>
                  </a:cubicBezTo>
                  <a:cubicBezTo>
                    <a:pt x="376" y="50"/>
                    <a:pt x="352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298" y="39"/>
                    <a:pt x="275" y="43"/>
                    <a:pt x="248" y="52"/>
                  </a:cubicBezTo>
                  <a:cubicBezTo>
                    <a:pt x="248" y="52"/>
                    <a:pt x="248" y="52"/>
                    <a:pt x="248" y="52"/>
                  </a:cubicBezTo>
                  <a:cubicBezTo>
                    <a:pt x="247" y="52"/>
                    <a:pt x="247" y="52"/>
                    <a:pt x="247" y="52"/>
                  </a:cubicBezTo>
                  <a:cubicBezTo>
                    <a:pt x="246" y="53"/>
                    <a:pt x="246" y="53"/>
                    <a:pt x="246" y="53"/>
                  </a:cubicBezTo>
                  <a:cubicBezTo>
                    <a:pt x="246" y="53"/>
                    <a:pt x="243" y="53"/>
                    <a:pt x="237" y="54"/>
                  </a:cubicBezTo>
                  <a:cubicBezTo>
                    <a:pt x="237" y="54"/>
                    <a:pt x="237" y="54"/>
                    <a:pt x="237" y="54"/>
                  </a:cubicBezTo>
                  <a:cubicBezTo>
                    <a:pt x="231" y="56"/>
                    <a:pt x="223" y="58"/>
                    <a:pt x="212" y="61"/>
                  </a:cubicBezTo>
                  <a:cubicBezTo>
                    <a:pt x="212" y="61"/>
                    <a:pt x="212" y="61"/>
                    <a:pt x="212" y="61"/>
                  </a:cubicBezTo>
                  <a:cubicBezTo>
                    <a:pt x="192" y="68"/>
                    <a:pt x="164" y="80"/>
                    <a:pt x="136" y="99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81" y="138"/>
                    <a:pt x="25" y="205"/>
                    <a:pt x="22" y="328"/>
                  </a:cubicBezTo>
                  <a:cubicBezTo>
                    <a:pt x="22" y="328"/>
                    <a:pt x="22" y="328"/>
                    <a:pt x="22" y="328"/>
                  </a:cubicBezTo>
                  <a:cubicBezTo>
                    <a:pt x="22" y="328"/>
                    <a:pt x="22" y="328"/>
                    <a:pt x="22" y="328"/>
                  </a:cubicBezTo>
                  <a:cubicBezTo>
                    <a:pt x="22" y="329"/>
                    <a:pt x="22" y="329"/>
                    <a:pt x="22" y="329"/>
                  </a:cubicBezTo>
                  <a:cubicBezTo>
                    <a:pt x="22" y="329"/>
                    <a:pt x="21" y="339"/>
                    <a:pt x="21" y="356"/>
                  </a:cubicBezTo>
                  <a:cubicBezTo>
                    <a:pt x="21" y="356"/>
                    <a:pt x="21" y="356"/>
                    <a:pt x="21" y="356"/>
                  </a:cubicBezTo>
                  <a:cubicBezTo>
                    <a:pt x="21" y="394"/>
                    <a:pt x="27" y="462"/>
                    <a:pt x="64" y="524"/>
                  </a:cubicBezTo>
                  <a:cubicBezTo>
                    <a:pt x="64" y="524"/>
                    <a:pt x="64" y="524"/>
                    <a:pt x="64" y="524"/>
                  </a:cubicBezTo>
                  <a:cubicBezTo>
                    <a:pt x="101" y="586"/>
                    <a:pt x="168" y="641"/>
                    <a:pt x="296" y="654"/>
                  </a:cubicBezTo>
                  <a:cubicBezTo>
                    <a:pt x="296" y="654"/>
                    <a:pt x="296" y="654"/>
                    <a:pt x="296" y="654"/>
                  </a:cubicBezTo>
                  <a:cubicBezTo>
                    <a:pt x="296" y="654"/>
                    <a:pt x="296" y="654"/>
                    <a:pt x="296" y="654"/>
                  </a:cubicBezTo>
                  <a:cubicBezTo>
                    <a:pt x="296" y="654"/>
                    <a:pt x="296" y="654"/>
                    <a:pt x="296" y="654"/>
                  </a:cubicBezTo>
                  <a:cubicBezTo>
                    <a:pt x="296" y="654"/>
                    <a:pt x="318" y="658"/>
                    <a:pt x="352" y="6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6"/>
            <p:cNvSpPr/>
            <p:nvPr>
              <p:custDataLst>
                <p:tags r:id="rId52"/>
              </p:custDataLst>
            </p:nvPr>
          </p:nvSpPr>
          <p:spPr bwMode="auto">
            <a:xfrm>
              <a:off x="3737" y="1284"/>
              <a:ext cx="895" cy="868"/>
            </a:xfrm>
            <a:custGeom>
              <a:avLst/>
              <a:gdLst>
                <a:gd name="T0" fmla="*/ 214 w 762"/>
                <a:gd name="T1" fmla="*/ 714 h 739"/>
                <a:gd name="T2" fmla="*/ 38 w 762"/>
                <a:gd name="T3" fmla="*/ 592 h 739"/>
                <a:gd name="T4" fmla="*/ 8 w 762"/>
                <a:gd name="T5" fmla="*/ 475 h 739"/>
                <a:gd name="T6" fmla="*/ 8 w 762"/>
                <a:gd name="T7" fmla="*/ 469 h 739"/>
                <a:gd name="T8" fmla="*/ 0 w 762"/>
                <a:gd name="T9" fmla="*/ 375 h 739"/>
                <a:gd name="T10" fmla="*/ 132 w 762"/>
                <a:gd name="T11" fmla="*/ 93 h 739"/>
                <a:gd name="T12" fmla="*/ 132 w 762"/>
                <a:gd name="T13" fmla="*/ 93 h 739"/>
                <a:gd name="T14" fmla="*/ 146 w 762"/>
                <a:gd name="T15" fmla="*/ 97 h 739"/>
                <a:gd name="T16" fmla="*/ 143 w 762"/>
                <a:gd name="T17" fmla="*/ 111 h 739"/>
                <a:gd name="T18" fmla="*/ 138 w 762"/>
                <a:gd name="T19" fmla="*/ 114 h 739"/>
                <a:gd name="T20" fmla="*/ 124 w 762"/>
                <a:gd name="T21" fmla="*/ 125 h 739"/>
                <a:gd name="T22" fmla="*/ 82 w 762"/>
                <a:gd name="T23" fmla="*/ 170 h 739"/>
                <a:gd name="T24" fmla="*/ 20 w 762"/>
                <a:gd name="T25" fmla="*/ 375 h 739"/>
                <a:gd name="T26" fmla="*/ 29 w 762"/>
                <a:gd name="T27" fmla="*/ 467 h 739"/>
                <a:gd name="T28" fmla="*/ 29 w 762"/>
                <a:gd name="T29" fmla="*/ 469 h 739"/>
                <a:gd name="T30" fmla="*/ 29 w 762"/>
                <a:gd name="T31" fmla="*/ 475 h 739"/>
                <a:gd name="T32" fmla="*/ 56 w 762"/>
                <a:gd name="T33" fmla="*/ 582 h 739"/>
                <a:gd name="T34" fmla="*/ 219 w 762"/>
                <a:gd name="T35" fmla="*/ 694 h 739"/>
                <a:gd name="T36" fmla="*/ 221 w 762"/>
                <a:gd name="T37" fmla="*/ 695 h 739"/>
                <a:gd name="T38" fmla="*/ 261 w 762"/>
                <a:gd name="T39" fmla="*/ 707 h 739"/>
                <a:gd name="T40" fmla="*/ 365 w 762"/>
                <a:gd name="T41" fmla="*/ 719 h 739"/>
                <a:gd name="T42" fmla="*/ 642 w 762"/>
                <a:gd name="T43" fmla="*/ 617 h 739"/>
                <a:gd name="T44" fmla="*/ 657 w 762"/>
                <a:gd name="T45" fmla="*/ 600 h 739"/>
                <a:gd name="T46" fmla="*/ 691 w 762"/>
                <a:gd name="T47" fmla="*/ 552 h 739"/>
                <a:gd name="T48" fmla="*/ 741 w 762"/>
                <a:gd name="T49" fmla="*/ 373 h 739"/>
                <a:gd name="T50" fmla="*/ 735 w 762"/>
                <a:gd name="T51" fmla="*/ 307 h 739"/>
                <a:gd name="T52" fmla="*/ 727 w 762"/>
                <a:gd name="T53" fmla="*/ 279 h 739"/>
                <a:gd name="T54" fmla="*/ 703 w 762"/>
                <a:gd name="T55" fmla="*/ 214 h 739"/>
                <a:gd name="T56" fmla="*/ 598 w 762"/>
                <a:gd name="T57" fmla="*/ 86 h 739"/>
                <a:gd name="T58" fmla="*/ 597 w 762"/>
                <a:gd name="T59" fmla="*/ 86 h 739"/>
                <a:gd name="T60" fmla="*/ 578 w 762"/>
                <a:gd name="T61" fmla="*/ 76 h 739"/>
                <a:gd name="T62" fmla="*/ 524 w 762"/>
                <a:gd name="T63" fmla="*/ 54 h 739"/>
                <a:gd name="T64" fmla="*/ 348 w 762"/>
                <a:gd name="T65" fmla="*/ 21 h 739"/>
                <a:gd name="T66" fmla="*/ 139 w 762"/>
                <a:gd name="T67" fmla="*/ 84 h 739"/>
                <a:gd name="T68" fmla="*/ 125 w 762"/>
                <a:gd name="T69" fmla="*/ 82 h 739"/>
                <a:gd name="T70" fmla="*/ 127 w 762"/>
                <a:gd name="T71" fmla="*/ 67 h 739"/>
                <a:gd name="T72" fmla="*/ 348 w 762"/>
                <a:gd name="T73" fmla="*/ 0 h 739"/>
                <a:gd name="T74" fmla="*/ 607 w 762"/>
                <a:gd name="T75" fmla="*/ 68 h 739"/>
                <a:gd name="T76" fmla="*/ 755 w 762"/>
                <a:gd name="T77" fmla="*/ 303 h 739"/>
                <a:gd name="T78" fmla="*/ 762 w 762"/>
                <a:gd name="T79" fmla="*/ 373 h 739"/>
                <a:gd name="T80" fmla="*/ 656 w 762"/>
                <a:gd name="T81" fmla="*/ 632 h 739"/>
                <a:gd name="T82" fmla="*/ 365 w 762"/>
                <a:gd name="T8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62" h="739">
                  <a:moveTo>
                    <a:pt x="365" y="739"/>
                  </a:moveTo>
                  <a:cubicBezTo>
                    <a:pt x="281" y="739"/>
                    <a:pt x="222" y="717"/>
                    <a:pt x="214" y="714"/>
                  </a:cubicBezTo>
                  <a:cubicBezTo>
                    <a:pt x="214" y="714"/>
                    <a:pt x="214" y="714"/>
                    <a:pt x="214" y="714"/>
                  </a:cubicBezTo>
                  <a:cubicBezTo>
                    <a:pt x="118" y="693"/>
                    <a:pt x="65" y="642"/>
                    <a:pt x="38" y="592"/>
                  </a:cubicBezTo>
                  <a:cubicBezTo>
                    <a:pt x="38" y="592"/>
                    <a:pt x="38" y="592"/>
                    <a:pt x="38" y="592"/>
                  </a:cubicBezTo>
                  <a:cubicBezTo>
                    <a:pt x="11" y="542"/>
                    <a:pt x="8" y="493"/>
                    <a:pt x="8" y="475"/>
                  </a:cubicBezTo>
                  <a:cubicBezTo>
                    <a:pt x="8" y="475"/>
                    <a:pt x="8" y="475"/>
                    <a:pt x="8" y="475"/>
                  </a:cubicBezTo>
                  <a:cubicBezTo>
                    <a:pt x="8" y="472"/>
                    <a:pt x="8" y="470"/>
                    <a:pt x="8" y="469"/>
                  </a:cubicBezTo>
                  <a:cubicBezTo>
                    <a:pt x="8" y="469"/>
                    <a:pt x="8" y="469"/>
                    <a:pt x="8" y="469"/>
                  </a:cubicBezTo>
                  <a:cubicBezTo>
                    <a:pt x="2" y="435"/>
                    <a:pt x="0" y="404"/>
                    <a:pt x="0" y="375"/>
                  </a:cubicBezTo>
                  <a:cubicBezTo>
                    <a:pt x="0" y="375"/>
                    <a:pt x="0" y="375"/>
                    <a:pt x="0" y="375"/>
                  </a:cubicBezTo>
                  <a:cubicBezTo>
                    <a:pt x="0" y="172"/>
                    <a:pt x="131" y="94"/>
                    <a:pt x="132" y="93"/>
                  </a:cubicBezTo>
                  <a:cubicBezTo>
                    <a:pt x="132" y="93"/>
                    <a:pt x="132" y="93"/>
                    <a:pt x="132" y="93"/>
                  </a:cubicBezTo>
                  <a:cubicBezTo>
                    <a:pt x="132" y="93"/>
                    <a:pt x="132" y="93"/>
                    <a:pt x="132" y="93"/>
                  </a:cubicBezTo>
                  <a:cubicBezTo>
                    <a:pt x="137" y="90"/>
                    <a:pt x="143" y="92"/>
                    <a:pt x="146" y="97"/>
                  </a:cubicBezTo>
                  <a:cubicBezTo>
                    <a:pt x="146" y="97"/>
                    <a:pt x="146" y="97"/>
                    <a:pt x="146" y="97"/>
                  </a:cubicBezTo>
                  <a:cubicBezTo>
                    <a:pt x="149" y="102"/>
                    <a:pt x="147" y="108"/>
                    <a:pt x="143" y="111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1"/>
                    <a:pt x="141" y="112"/>
                    <a:pt x="138" y="114"/>
                  </a:cubicBezTo>
                  <a:cubicBezTo>
                    <a:pt x="138" y="114"/>
                    <a:pt x="138" y="114"/>
                    <a:pt x="138" y="114"/>
                  </a:cubicBezTo>
                  <a:cubicBezTo>
                    <a:pt x="135" y="117"/>
                    <a:pt x="130" y="120"/>
                    <a:pt x="124" y="125"/>
                  </a:cubicBezTo>
                  <a:cubicBezTo>
                    <a:pt x="124" y="125"/>
                    <a:pt x="124" y="125"/>
                    <a:pt x="124" y="125"/>
                  </a:cubicBezTo>
                  <a:cubicBezTo>
                    <a:pt x="113" y="135"/>
                    <a:pt x="97" y="149"/>
                    <a:pt x="82" y="170"/>
                  </a:cubicBezTo>
                  <a:cubicBezTo>
                    <a:pt x="82" y="170"/>
                    <a:pt x="82" y="170"/>
                    <a:pt x="82" y="170"/>
                  </a:cubicBezTo>
                  <a:cubicBezTo>
                    <a:pt x="51" y="212"/>
                    <a:pt x="20" y="278"/>
                    <a:pt x="20" y="375"/>
                  </a:cubicBezTo>
                  <a:cubicBezTo>
                    <a:pt x="20" y="375"/>
                    <a:pt x="20" y="375"/>
                    <a:pt x="20" y="375"/>
                  </a:cubicBezTo>
                  <a:cubicBezTo>
                    <a:pt x="20" y="403"/>
                    <a:pt x="23" y="433"/>
                    <a:pt x="29" y="467"/>
                  </a:cubicBezTo>
                  <a:cubicBezTo>
                    <a:pt x="29" y="467"/>
                    <a:pt x="29" y="467"/>
                    <a:pt x="29" y="467"/>
                  </a:cubicBezTo>
                  <a:cubicBezTo>
                    <a:pt x="29" y="468"/>
                    <a:pt x="29" y="468"/>
                    <a:pt x="29" y="468"/>
                  </a:cubicBezTo>
                  <a:cubicBezTo>
                    <a:pt x="29" y="469"/>
                    <a:pt x="29" y="469"/>
                    <a:pt x="29" y="469"/>
                  </a:cubicBezTo>
                  <a:cubicBezTo>
                    <a:pt x="29" y="469"/>
                    <a:pt x="29" y="471"/>
                    <a:pt x="29" y="475"/>
                  </a:cubicBezTo>
                  <a:cubicBezTo>
                    <a:pt x="29" y="475"/>
                    <a:pt x="29" y="475"/>
                    <a:pt x="29" y="475"/>
                  </a:cubicBezTo>
                  <a:cubicBezTo>
                    <a:pt x="29" y="491"/>
                    <a:pt x="31" y="536"/>
                    <a:pt x="56" y="582"/>
                  </a:cubicBezTo>
                  <a:cubicBezTo>
                    <a:pt x="56" y="582"/>
                    <a:pt x="56" y="582"/>
                    <a:pt x="56" y="582"/>
                  </a:cubicBezTo>
                  <a:cubicBezTo>
                    <a:pt x="81" y="628"/>
                    <a:pt x="128" y="674"/>
                    <a:pt x="219" y="694"/>
                  </a:cubicBezTo>
                  <a:cubicBezTo>
                    <a:pt x="219" y="694"/>
                    <a:pt x="219" y="694"/>
                    <a:pt x="219" y="694"/>
                  </a:cubicBezTo>
                  <a:cubicBezTo>
                    <a:pt x="220" y="694"/>
                    <a:pt x="220" y="694"/>
                    <a:pt x="220" y="694"/>
                  </a:cubicBezTo>
                  <a:cubicBezTo>
                    <a:pt x="221" y="695"/>
                    <a:pt x="221" y="695"/>
                    <a:pt x="221" y="695"/>
                  </a:cubicBezTo>
                  <a:cubicBezTo>
                    <a:pt x="221" y="695"/>
                    <a:pt x="235" y="701"/>
                    <a:pt x="261" y="707"/>
                  </a:cubicBezTo>
                  <a:cubicBezTo>
                    <a:pt x="261" y="707"/>
                    <a:pt x="261" y="707"/>
                    <a:pt x="261" y="707"/>
                  </a:cubicBezTo>
                  <a:cubicBezTo>
                    <a:pt x="286" y="713"/>
                    <a:pt x="322" y="719"/>
                    <a:pt x="365" y="719"/>
                  </a:cubicBezTo>
                  <a:cubicBezTo>
                    <a:pt x="365" y="719"/>
                    <a:pt x="365" y="719"/>
                    <a:pt x="365" y="719"/>
                  </a:cubicBezTo>
                  <a:cubicBezTo>
                    <a:pt x="444" y="718"/>
                    <a:pt x="545" y="698"/>
                    <a:pt x="642" y="617"/>
                  </a:cubicBezTo>
                  <a:cubicBezTo>
                    <a:pt x="642" y="617"/>
                    <a:pt x="642" y="617"/>
                    <a:pt x="642" y="617"/>
                  </a:cubicBezTo>
                  <a:cubicBezTo>
                    <a:pt x="642" y="617"/>
                    <a:pt x="648" y="611"/>
                    <a:pt x="657" y="600"/>
                  </a:cubicBezTo>
                  <a:cubicBezTo>
                    <a:pt x="657" y="600"/>
                    <a:pt x="657" y="600"/>
                    <a:pt x="657" y="600"/>
                  </a:cubicBezTo>
                  <a:cubicBezTo>
                    <a:pt x="666" y="589"/>
                    <a:pt x="679" y="573"/>
                    <a:pt x="691" y="552"/>
                  </a:cubicBezTo>
                  <a:cubicBezTo>
                    <a:pt x="691" y="552"/>
                    <a:pt x="691" y="552"/>
                    <a:pt x="691" y="552"/>
                  </a:cubicBezTo>
                  <a:cubicBezTo>
                    <a:pt x="716" y="509"/>
                    <a:pt x="741" y="448"/>
                    <a:pt x="741" y="373"/>
                  </a:cubicBezTo>
                  <a:cubicBezTo>
                    <a:pt x="741" y="373"/>
                    <a:pt x="741" y="373"/>
                    <a:pt x="741" y="373"/>
                  </a:cubicBezTo>
                  <a:cubicBezTo>
                    <a:pt x="741" y="352"/>
                    <a:pt x="739" y="330"/>
                    <a:pt x="735" y="307"/>
                  </a:cubicBezTo>
                  <a:cubicBezTo>
                    <a:pt x="735" y="307"/>
                    <a:pt x="735" y="307"/>
                    <a:pt x="735" y="307"/>
                  </a:cubicBezTo>
                  <a:cubicBezTo>
                    <a:pt x="735" y="307"/>
                    <a:pt x="732" y="296"/>
                    <a:pt x="727" y="279"/>
                  </a:cubicBezTo>
                  <a:cubicBezTo>
                    <a:pt x="727" y="279"/>
                    <a:pt x="727" y="279"/>
                    <a:pt x="727" y="279"/>
                  </a:cubicBezTo>
                  <a:cubicBezTo>
                    <a:pt x="722" y="262"/>
                    <a:pt x="714" y="239"/>
                    <a:pt x="703" y="214"/>
                  </a:cubicBezTo>
                  <a:cubicBezTo>
                    <a:pt x="703" y="214"/>
                    <a:pt x="703" y="214"/>
                    <a:pt x="703" y="214"/>
                  </a:cubicBezTo>
                  <a:cubicBezTo>
                    <a:pt x="682" y="164"/>
                    <a:pt x="646" y="110"/>
                    <a:pt x="598" y="86"/>
                  </a:cubicBezTo>
                  <a:cubicBezTo>
                    <a:pt x="598" y="86"/>
                    <a:pt x="598" y="86"/>
                    <a:pt x="598" y="86"/>
                  </a:cubicBezTo>
                  <a:cubicBezTo>
                    <a:pt x="597" y="86"/>
                    <a:pt x="597" y="86"/>
                    <a:pt x="597" y="86"/>
                  </a:cubicBezTo>
                  <a:cubicBezTo>
                    <a:pt x="597" y="86"/>
                    <a:pt x="597" y="86"/>
                    <a:pt x="597" y="86"/>
                  </a:cubicBezTo>
                  <a:cubicBezTo>
                    <a:pt x="597" y="86"/>
                    <a:pt x="590" y="82"/>
                    <a:pt x="578" y="76"/>
                  </a:cubicBezTo>
                  <a:cubicBezTo>
                    <a:pt x="578" y="76"/>
                    <a:pt x="578" y="76"/>
                    <a:pt x="578" y="76"/>
                  </a:cubicBezTo>
                  <a:cubicBezTo>
                    <a:pt x="565" y="70"/>
                    <a:pt x="546" y="62"/>
                    <a:pt x="524" y="54"/>
                  </a:cubicBezTo>
                  <a:cubicBezTo>
                    <a:pt x="524" y="54"/>
                    <a:pt x="524" y="54"/>
                    <a:pt x="524" y="54"/>
                  </a:cubicBezTo>
                  <a:cubicBezTo>
                    <a:pt x="478" y="37"/>
                    <a:pt x="416" y="21"/>
                    <a:pt x="348" y="21"/>
                  </a:cubicBezTo>
                  <a:cubicBezTo>
                    <a:pt x="348" y="21"/>
                    <a:pt x="348" y="21"/>
                    <a:pt x="348" y="21"/>
                  </a:cubicBezTo>
                  <a:cubicBezTo>
                    <a:pt x="280" y="21"/>
                    <a:pt x="207" y="37"/>
                    <a:pt x="139" y="84"/>
                  </a:cubicBezTo>
                  <a:cubicBezTo>
                    <a:pt x="139" y="84"/>
                    <a:pt x="139" y="84"/>
                    <a:pt x="139" y="84"/>
                  </a:cubicBezTo>
                  <a:cubicBezTo>
                    <a:pt x="134" y="87"/>
                    <a:pt x="128" y="86"/>
                    <a:pt x="125" y="82"/>
                  </a:cubicBezTo>
                  <a:cubicBezTo>
                    <a:pt x="125" y="82"/>
                    <a:pt x="125" y="82"/>
                    <a:pt x="125" y="82"/>
                  </a:cubicBezTo>
                  <a:cubicBezTo>
                    <a:pt x="121" y="77"/>
                    <a:pt x="123" y="70"/>
                    <a:pt x="127" y="67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200" y="17"/>
                    <a:pt x="277" y="0"/>
                    <a:pt x="348" y="0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487" y="1"/>
                    <a:pt x="601" y="64"/>
                    <a:pt x="607" y="68"/>
                  </a:cubicBezTo>
                  <a:cubicBezTo>
                    <a:pt x="607" y="68"/>
                    <a:pt x="607" y="68"/>
                    <a:pt x="607" y="68"/>
                  </a:cubicBezTo>
                  <a:cubicBezTo>
                    <a:pt x="719" y="123"/>
                    <a:pt x="754" y="302"/>
                    <a:pt x="755" y="303"/>
                  </a:cubicBezTo>
                  <a:cubicBezTo>
                    <a:pt x="755" y="303"/>
                    <a:pt x="755" y="303"/>
                    <a:pt x="755" y="303"/>
                  </a:cubicBezTo>
                  <a:cubicBezTo>
                    <a:pt x="760" y="327"/>
                    <a:pt x="762" y="351"/>
                    <a:pt x="762" y="373"/>
                  </a:cubicBezTo>
                  <a:cubicBezTo>
                    <a:pt x="762" y="373"/>
                    <a:pt x="762" y="373"/>
                    <a:pt x="762" y="373"/>
                  </a:cubicBezTo>
                  <a:cubicBezTo>
                    <a:pt x="762" y="533"/>
                    <a:pt x="657" y="631"/>
                    <a:pt x="656" y="632"/>
                  </a:cubicBezTo>
                  <a:cubicBezTo>
                    <a:pt x="656" y="632"/>
                    <a:pt x="656" y="632"/>
                    <a:pt x="656" y="632"/>
                  </a:cubicBezTo>
                  <a:cubicBezTo>
                    <a:pt x="554" y="717"/>
                    <a:pt x="448" y="739"/>
                    <a:pt x="365" y="739"/>
                  </a:cubicBezTo>
                  <a:cubicBezTo>
                    <a:pt x="365" y="739"/>
                    <a:pt x="365" y="739"/>
                    <a:pt x="365" y="739"/>
                  </a:cubicBezTo>
                  <a:cubicBezTo>
                    <a:pt x="365" y="739"/>
                    <a:pt x="365" y="739"/>
                    <a:pt x="365" y="7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7"/>
            <p:cNvSpPr/>
            <p:nvPr>
              <p:custDataLst>
                <p:tags r:id="rId53"/>
              </p:custDataLst>
            </p:nvPr>
          </p:nvSpPr>
          <p:spPr bwMode="auto">
            <a:xfrm>
              <a:off x="4127" y="1481"/>
              <a:ext cx="142" cy="288"/>
            </a:xfrm>
            <a:custGeom>
              <a:avLst/>
              <a:gdLst>
                <a:gd name="T0" fmla="*/ 40 w 121"/>
                <a:gd name="T1" fmla="*/ 239 h 245"/>
                <a:gd name="T2" fmla="*/ 41 w 121"/>
                <a:gd name="T3" fmla="*/ 229 h 245"/>
                <a:gd name="T4" fmla="*/ 41 w 121"/>
                <a:gd name="T5" fmla="*/ 229 h 245"/>
                <a:gd name="T6" fmla="*/ 22 w 121"/>
                <a:gd name="T7" fmla="*/ 101 h 245"/>
                <a:gd name="T8" fmla="*/ 22 w 121"/>
                <a:gd name="T9" fmla="*/ 101 h 245"/>
                <a:gd name="T10" fmla="*/ 2 w 121"/>
                <a:gd name="T11" fmla="*/ 14 h 245"/>
                <a:gd name="T12" fmla="*/ 2 w 121"/>
                <a:gd name="T13" fmla="*/ 14 h 245"/>
                <a:gd name="T14" fmla="*/ 2 w 121"/>
                <a:gd name="T15" fmla="*/ 14 h 245"/>
                <a:gd name="T16" fmla="*/ 9 w 121"/>
                <a:gd name="T17" fmla="*/ 1 h 245"/>
                <a:gd name="T18" fmla="*/ 9 w 121"/>
                <a:gd name="T19" fmla="*/ 1 h 245"/>
                <a:gd name="T20" fmla="*/ 22 w 121"/>
                <a:gd name="T21" fmla="*/ 9 h 245"/>
                <a:gd name="T22" fmla="*/ 22 w 121"/>
                <a:gd name="T23" fmla="*/ 9 h 245"/>
                <a:gd name="T24" fmla="*/ 59 w 121"/>
                <a:gd name="T25" fmla="*/ 191 h 245"/>
                <a:gd name="T26" fmla="*/ 59 w 121"/>
                <a:gd name="T27" fmla="*/ 191 h 245"/>
                <a:gd name="T28" fmla="*/ 81 w 121"/>
                <a:gd name="T29" fmla="*/ 142 h 245"/>
                <a:gd name="T30" fmla="*/ 81 w 121"/>
                <a:gd name="T31" fmla="*/ 142 h 245"/>
                <a:gd name="T32" fmla="*/ 104 w 121"/>
                <a:gd name="T33" fmla="*/ 114 h 245"/>
                <a:gd name="T34" fmla="*/ 104 w 121"/>
                <a:gd name="T35" fmla="*/ 114 h 245"/>
                <a:gd name="T36" fmla="*/ 118 w 121"/>
                <a:gd name="T37" fmla="*/ 118 h 245"/>
                <a:gd name="T38" fmla="*/ 118 w 121"/>
                <a:gd name="T39" fmla="*/ 118 h 245"/>
                <a:gd name="T40" fmla="*/ 114 w 121"/>
                <a:gd name="T41" fmla="*/ 132 h 245"/>
                <a:gd name="T42" fmla="*/ 114 w 121"/>
                <a:gd name="T43" fmla="*/ 132 h 245"/>
                <a:gd name="T44" fmla="*/ 100 w 121"/>
                <a:gd name="T45" fmla="*/ 152 h 245"/>
                <a:gd name="T46" fmla="*/ 100 w 121"/>
                <a:gd name="T47" fmla="*/ 152 h 245"/>
                <a:gd name="T48" fmla="*/ 81 w 121"/>
                <a:gd name="T49" fmla="*/ 192 h 245"/>
                <a:gd name="T50" fmla="*/ 81 w 121"/>
                <a:gd name="T51" fmla="*/ 192 h 245"/>
                <a:gd name="T52" fmla="*/ 60 w 121"/>
                <a:gd name="T53" fmla="*/ 245 h 245"/>
                <a:gd name="T54" fmla="*/ 60 w 121"/>
                <a:gd name="T55" fmla="*/ 245 h 245"/>
                <a:gd name="T56" fmla="*/ 40 w 121"/>
                <a:gd name="T57" fmla="*/ 2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1" h="245">
                  <a:moveTo>
                    <a:pt x="40" y="239"/>
                  </a:moveTo>
                  <a:cubicBezTo>
                    <a:pt x="41" y="238"/>
                    <a:pt x="41" y="234"/>
                    <a:pt x="41" y="229"/>
                  </a:cubicBezTo>
                  <a:cubicBezTo>
                    <a:pt x="41" y="229"/>
                    <a:pt x="41" y="229"/>
                    <a:pt x="41" y="229"/>
                  </a:cubicBezTo>
                  <a:cubicBezTo>
                    <a:pt x="41" y="202"/>
                    <a:pt x="31" y="148"/>
                    <a:pt x="22" y="101"/>
                  </a:cubicBezTo>
                  <a:cubicBezTo>
                    <a:pt x="22" y="101"/>
                    <a:pt x="22" y="101"/>
                    <a:pt x="22" y="101"/>
                  </a:cubicBezTo>
                  <a:cubicBezTo>
                    <a:pt x="12" y="5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8"/>
                    <a:pt x="4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5" y="0"/>
                    <a:pt x="20" y="3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49" y="119"/>
                    <a:pt x="59" y="191"/>
                  </a:cubicBezTo>
                  <a:cubicBezTo>
                    <a:pt x="59" y="191"/>
                    <a:pt x="59" y="191"/>
                    <a:pt x="59" y="191"/>
                  </a:cubicBezTo>
                  <a:cubicBezTo>
                    <a:pt x="66" y="174"/>
                    <a:pt x="73" y="157"/>
                    <a:pt x="81" y="142"/>
                  </a:cubicBezTo>
                  <a:cubicBezTo>
                    <a:pt x="81" y="142"/>
                    <a:pt x="81" y="142"/>
                    <a:pt x="81" y="142"/>
                  </a:cubicBezTo>
                  <a:cubicBezTo>
                    <a:pt x="88" y="130"/>
                    <a:pt x="95" y="120"/>
                    <a:pt x="104" y="114"/>
                  </a:cubicBezTo>
                  <a:cubicBezTo>
                    <a:pt x="104" y="114"/>
                    <a:pt x="104" y="114"/>
                    <a:pt x="104" y="114"/>
                  </a:cubicBezTo>
                  <a:cubicBezTo>
                    <a:pt x="108" y="111"/>
                    <a:pt x="115" y="113"/>
                    <a:pt x="118" y="118"/>
                  </a:cubicBezTo>
                  <a:cubicBezTo>
                    <a:pt x="118" y="118"/>
                    <a:pt x="118" y="118"/>
                    <a:pt x="118" y="118"/>
                  </a:cubicBezTo>
                  <a:cubicBezTo>
                    <a:pt x="121" y="122"/>
                    <a:pt x="119" y="129"/>
                    <a:pt x="114" y="132"/>
                  </a:cubicBezTo>
                  <a:cubicBezTo>
                    <a:pt x="114" y="132"/>
                    <a:pt x="114" y="132"/>
                    <a:pt x="114" y="132"/>
                  </a:cubicBezTo>
                  <a:cubicBezTo>
                    <a:pt x="112" y="133"/>
                    <a:pt x="106" y="141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93" y="164"/>
                    <a:pt x="87" y="178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69" y="219"/>
                    <a:pt x="60" y="245"/>
                    <a:pt x="60" y="245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40" y="239"/>
                    <a:pt x="40" y="239"/>
                    <a:pt x="40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8"/>
            <p:cNvSpPr>
              <a:spLocks noEditPoints="1"/>
            </p:cNvSpPr>
            <p:nvPr>
              <p:custDataLst>
                <p:tags r:id="rId54"/>
              </p:custDataLst>
            </p:nvPr>
          </p:nvSpPr>
          <p:spPr bwMode="auto">
            <a:xfrm>
              <a:off x="4163" y="1713"/>
              <a:ext cx="68" cy="72"/>
            </a:xfrm>
            <a:custGeom>
              <a:avLst/>
              <a:gdLst>
                <a:gd name="T0" fmla="*/ 0 w 58"/>
                <a:gd name="T1" fmla="*/ 31 h 62"/>
                <a:gd name="T2" fmla="*/ 29 w 58"/>
                <a:gd name="T3" fmla="*/ 0 h 62"/>
                <a:gd name="T4" fmla="*/ 29 w 58"/>
                <a:gd name="T5" fmla="*/ 0 h 62"/>
                <a:gd name="T6" fmla="*/ 58 w 58"/>
                <a:gd name="T7" fmla="*/ 31 h 62"/>
                <a:gd name="T8" fmla="*/ 58 w 58"/>
                <a:gd name="T9" fmla="*/ 31 h 62"/>
                <a:gd name="T10" fmla="*/ 29 w 58"/>
                <a:gd name="T11" fmla="*/ 62 h 62"/>
                <a:gd name="T12" fmla="*/ 29 w 58"/>
                <a:gd name="T13" fmla="*/ 62 h 62"/>
                <a:gd name="T14" fmla="*/ 0 w 58"/>
                <a:gd name="T15" fmla="*/ 31 h 62"/>
                <a:gd name="T16" fmla="*/ 20 w 58"/>
                <a:gd name="T17" fmla="*/ 31 h 62"/>
                <a:gd name="T18" fmla="*/ 29 w 58"/>
                <a:gd name="T19" fmla="*/ 41 h 62"/>
                <a:gd name="T20" fmla="*/ 29 w 58"/>
                <a:gd name="T21" fmla="*/ 41 h 62"/>
                <a:gd name="T22" fmla="*/ 37 w 58"/>
                <a:gd name="T23" fmla="*/ 31 h 62"/>
                <a:gd name="T24" fmla="*/ 37 w 58"/>
                <a:gd name="T25" fmla="*/ 31 h 62"/>
                <a:gd name="T26" fmla="*/ 29 w 58"/>
                <a:gd name="T27" fmla="*/ 21 h 62"/>
                <a:gd name="T28" fmla="*/ 29 w 58"/>
                <a:gd name="T29" fmla="*/ 21 h 62"/>
                <a:gd name="T30" fmla="*/ 20 w 58"/>
                <a:gd name="T31" fmla="*/ 3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2">
                  <a:moveTo>
                    <a:pt x="0" y="31"/>
                  </a:moveTo>
                  <a:cubicBezTo>
                    <a:pt x="0" y="15"/>
                    <a:pt x="12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6" y="0"/>
                    <a:pt x="58" y="15"/>
                    <a:pt x="58" y="31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8" y="47"/>
                    <a:pt x="46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12" y="62"/>
                    <a:pt x="0" y="47"/>
                    <a:pt x="0" y="31"/>
                  </a:cubicBezTo>
                  <a:close/>
                  <a:moveTo>
                    <a:pt x="20" y="31"/>
                  </a:moveTo>
                  <a:cubicBezTo>
                    <a:pt x="21" y="37"/>
                    <a:pt x="25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2" y="41"/>
                    <a:pt x="37" y="37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25"/>
                    <a:pt x="32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5" y="21"/>
                    <a:pt x="21" y="25"/>
                    <a:pt x="2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59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4102" y="1364"/>
              <a:ext cx="58" cy="56"/>
            </a:xfrm>
            <a:custGeom>
              <a:avLst/>
              <a:gdLst>
                <a:gd name="T0" fmla="*/ 0 w 49"/>
                <a:gd name="T1" fmla="*/ 24 h 48"/>
                <a:gd name="T2" fmla="*/ 25 w 49"/>
                <a:gd name="T3" fmla="*/ 0 h 48"/>
                <a:gd name="T4" fmla="*/ 25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5 w 49"/>
                <a:gd name="T11" fmla="*/ 48 h 48"/>
                <a:gd name="T12" fmla="*/ 25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5 w 49"/>
                <a:gd name="T19" fmla="*/ 27 h 48"/>
                <a:gd name="T20" fmla="*/ 25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5 w 49"/>
                <a:gd name="T27" fmla="*/ 21 h 48"/>
                <a:gd name="T28" fmla="*/ 25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0" y="11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7"/>
                    <a:pt x="38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11" y="48"/>
                    <a:pt x="0" y="37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60"/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4480" y="1576"/>
              <a:ext cx="58" cy="56"/>
            </a:xfrm>
            <a:custGeom>
              <a:avLst/>
              <a:gdLst>
                <a:gd name="T0" fmla="*/ 0 w 49"/>
                <a:gd name="T1" fmla="*/ 24 h 47"/>
                <a:gd name="T2" fmla="*/ 25 w 49"/>
                <a:gd name="T3" fmla="*/ 0 h 47"/>
                <a:gd name="T4" fmla="*/ 25 w 49"/>
                <a:gd name="T5" fmla="*/ 0 h 47"/>
                <a:gd name="T6" fmla="*/ 49 w 49"/>
                <a:gd name="T7" fmla="*/ 24 h 47"/>
                <a:gd name="T8" fmla="*/ 49 w 49"/>
                <a:gd name="T9" fmla="*/ 24 h 47"/>
                <a:gd name="T10" fmla="*/ 25 w 49"/>
                <a:gd name="T11" fmla="*/ 47 h 47"/>
                <a:gd name="T12" fmla="*/ 25 w 49"/>
                <a:gd name="T13" fmla="*/ 47 h 47"/>
                <a:gd name="T14" fmla="*/ 0 w 49"/>
                <a:gd name="T15" fmla="*/ 24 h 47"/>
                <a:gd name="T16" fmla="*/ 21 w 49"/>
                <a:gd name="T17" fmla="*/ 24 h 47"/>
                <a:gd name="T18" fmla="*/ 25 w 49"/>
                <a:gd name="T19" fmla="*/ 27 h 47"/>
                <a:gd name="T20" fmla="*/ 25 w 49"/>
                <a:gd name="T21" fmla="*/ 27 h 47"/>
                <a:gd name="T22" fmla="*/ 28 w 49"/>
                <a:gd name="T23" fmla="*/ 24 h 47"/>
                <a:gd name="T24" fmla="*/ 28 w 49"/>
                <a:gd name="T25" fmla="*/ 24 h 47"/>
                <a:gd name="T26" fmla="*/ 25 w 49"/>
                <a:gd name="T27" fmla="*/ 21 h 47"/>
                <a:gd name="T28" fmla="*/ 25 w 49"/>
                <a:gd name="T29" fmla="*/ 21 h 47"/>
                <a:gd name="T30" fmla="*/ 21 w 49"/>
                <a:gd name="T31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7">
                  <a:moveTo>
                    <a:pt x="0" y="24"/>
                  </a:moveTo>
                  <a:cubicBezTo>
                    <a:pt x="0" y="10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0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7"/>
                    <a:pt x="38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11" y="47"/>
                    <a:pt x="0" y="37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61"/>
            <p:cNvSpPr>
              <a:spLocks noEditPoints="1"/>
            </p:cNvSpPr>
            <p:nvPr>
              <p:custDataLst>
                <p:tags r:id="rId57"/>
              </p:custDataLst>
            </p:nvPr>
          </p:nvSpPr>
          <p:spPr bwMode="auto">
            <a:xfrm>
              <a:off x="4500" y="1718"/>
              <a:ext cx="58" cy="57"/>
            </a:xfrm>
            <a:custGeom>
              <a:avLst/>
              <a:gdLst>
                <a:gd name="T0" fmla="*/ 0 w 49"/>
                <a:gd name="T1" fmla="*/ 24 h 48"/>
                <a:gd name="T2" fmla="*/ 24 w 49"/>
                <a:gd name="T3" fmla="*/ 0 h 48"/>
                <a:gd name="T4" fmla="*/ 24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4 w 49"/>
                <a:gd name="T11" fmla="*/ 48 h 48"/>
                <a:gd name="T12" fmla="*/ 24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4 w 49"/>
                <a:gd name="T19" fmla="*/ 27 h 48"/>
                <a:gd name="T20" fmla="*/ 24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4 w 49"/>
                <a:gd name="T27" fmla="*/ 21 h 48"/>
                <a:gd name="T28" fmla="*/ 24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0" y="10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8" y="10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8" y="37"/>
                    <a:pt x="37" y="48"/>
                    <a:pt x="2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1" y="48"/>
                    <a:pt x="0" y="37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62"/>
            <p:cNvSpPr>
              <a:spLocks noEditPoints="1"/>
            </p:cNvSpPr>
            <p:nvPr>
              <p:custDataLst>
                <p:tags r:id="rId58"/>
              </p:custDataLst>
            </p:nvPr>
          </p:nvSpPr>
          <p:spPr bwMode="auto">
            <a:xfrm>
              <a:off x="4446" y="1850"/>
              <a:ext cx="58" cy="56"/>
            </a:xfrm>
            <a:custGeom>
              <a:avLst/>
              <a:gdLst>
                <a:gd name="T0" fmla="*/ 0 w 49"/>
                <a:gd name="T1" fmla="*/ 24 h 48"/>
                <a:gd name="T2" fmla="*/ 25 w 49"/>
                <a:gd name="T3" fmla="*/ 0 h 48"/>
                <a:gd name="T4" fmla="*/ 25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5 w 49"/>
                <a:gd name="T11" fmla="*/ 48 h 48"/>
                <a:gd name="T12" fmla="*/ 25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5 w 49"/>
                <a:gd name="T19" fmla="*/ 27 h 48"/>
                <a:gd name="T20" fmla="*/ 25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5 w 49"/>
                <a:gd name="T27" fmla="*/ 21 h 48"/>
                <a:gd name="T28" fmla="*/ 25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1" y="10"/>
                    <a:pt x="12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0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7"/>
                    <a:pt x="38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12" y="48"/>
                    <a:pt x="1" y="37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63"/>
            <p:cNvSpPr>
              <a:spLocks noEditPoints="1"/>
            </p:cNvSpPr>
            <p:nvPr>
              <p:custDataLst>
                <p:tags r:id="rId59"/>
              </p:custDataLst>
            </p:nvPr>
          </p:nvSpPr>
          <p:spPr bwMode="auto">
            <a:xfrm>
              <a:off x="4351" y="1964"/>
              <a:ext cx="58" cy="56"/>
            </a:xfrm>
            <a:custGeom>
              <a:avLst/>
              <a:gdLst>
                <a:gd name="T0" fmla="*/ 0 w 49"/>
                <a:gd name="T1" fmla="*/ 24 h 48"/>
                <a:gd name="T2" fmla="*/ 25 w 49"/>
                <a:gd name="T3" fmla="*/ 0 h 48"/>
                <a:gd name="T4" fmla="*/ 25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5 w 49"/>
                <a:gd name="T11" fmla="*/ 48 h 48"/>
                <a:gd name="T12" fmla="*/ 25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5 w 49"/>
                <a:gd name="T19" fmla="*/ 27 h 48"/>
                <a:gd name="T20" fmla="*/ 25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5 w 49"/>
                <a:gd name="T27" fmla="*/ 21 h 48"/>
                <a:gd name="T28" fmla="*/ 25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0" y="11"/>
                    <a:pt x="12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8"/>
                    <a:pt x="38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12" y="48"/>
                    <a:pt x="0" y="38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64"/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4196" y="2025"/>
              <a:ext cx="58" cy="56"/>
            </a:xfrm>
            <a:custGeom>
              <a:avLst/>
              <a:gdLst>
                <a:gd name="T0" fmla="*/ 0 w 49"/>
                <a:gd name="T1" fmla="*/ 24 h 48"/>
                <a:gd name="T2" fmla="*/ 25 w 49"/>
                <a:gd name="T3" fmla="*/ 0 h 48"/>
                <a:gd name="T4" fmla="*/ 25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5 w 49"/>
                <a:gd name="T11" fmla="*/ 48 h 48"/>
                <a:gd name="T12" fmla="*/ 25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5 w 49"/>
                <a:gd name="T19" fmla="*/ 27 h 48"/>
                <a:gd name="T20" fmla="*/ 25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5 w 49"/>
                <a:gd name="T27" fmla="*/ 21 h 48"/>
                <a:gd name="T28" fmla="*/ 25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0" y="11"/>
                    <a:pt x="12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8"/>
                    <a:pt x="38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12" y="48"/>
                    <a:pt x="0" y="38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65"/>
            <p:cNvSpPr>
              <a:spLocks noEditPoints="1"/>
            </p:cNvSpPr>
            <p:nvPr>
              <p:custDataLst>
                <p:tags r:id="rId61"/>
              </p:custDataLst>
            </p:nvPr>
          </p:nvSpPr>
          <p:spPr bwMode="auto">
            <a:xfrm>
              <a:off x="4021" y="1990"/>
              <a:ext cx="58" cy="55"/>
            </a:xfrm>
            <a:custGeom>
              <a:avLst/>
              <a:gdLst>
                <a:gd name="T0" fmla="*/ 0 w 49"/>
                <a:gd name="T1" fmla="*/ 23 h 47"/>
                <a:gd name="T2" fmla="*/ 25 w 49"/>
                <a:gd name="T3" fmla="*/ 0 h 47"/>
                <a:gd name="T4" fmla="*/ 25 w 49"/>
                <a:gd name="T5" fmla="*/ 0 h 47"/>
                <a:gd name="T6" fmla="*/ 49 w 49"/>
                <a:gd name="T7" fmla="*/ 23 h 47"/>
                <a:gd name="T8" fmla="*/ 49 w 49"/>
                <a:gd name="T9" fmla="*/ 23 h 47"/>
                <a:gd name="T10" fmla="*/ 25 w 49"/>
                <a:gd name="T11" fmla="*/ 47 h 47"/>
                <a:gd name="T12" fmla="*/ 25 w 49"/>
                <a:gd name="T13" fmla="*/ 47 h 47"/>
                <a:gd name="T14" fmla="*/ 0 w 49"/>
                <a:gd name="T15" fmla="*/ 23 h 47"/>
                <a:gd name="T16" fmla="*/ 21 w 49"/>
                <a:gd name="T17" fmla="*/ 23 h 47"/>
                <a:gd name="T18" fmla="*/ 25 w 49"/>
                <a:gd name="T19" fmla="*/ 26 h 47"/>
                <a:gd name="T20" fmla="*/ 25 w 49"/>
                <a:gd name="T21" fmla="*/ 26 h 47"/>
                <a:gd name="T22" fmla="*/ 28 w 49"/>
                <a:gd name="T23" fmla="*/ 23 h 47"/>
                <a:gd name="T24" fmla="*/ 28 w 49"/>
                <a:gd name="T25" fmla="*/ 23 h 47"/>
                <a:gd name="T26" fmla="*/ 25 w 49"/>
                <a:gd name="T27" fmla="*/ 21 h 47"/>
                <a:gd name="T28" fmla="*/ 25 w 49"/>
                <a:gd name="T29" fmla="*/ 21 h 47"/>
                <a:gd name="T30" fmla="*/ 21 w 49"/>
                <a:gd name="T31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7">
                  <a:moveTo>
                    <a:pt x="0" y="23"/>
                  </a:moveTo>
                  <a:cubicBezTo>
                    <a:pt x="0" y="10"/>
                    <a:pt x="11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8" y="0"/>
                    <a:pt x="49" y="10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37"/>
                    <a:pt x="38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11" y="47"/>
                    <a:pt x="0" y="37"/>
                    <a:pt x="0" y="23"/>
                  </a:cubicBezTo>
                  <a:close/>
                  <a:moveTo>
                    <a:pt x="21" y="23"/>
                  </a:moveTo>
                  <a:cubicBezTo>
                    <a:pt x="21" y="25"/>
                    <a:pt x="22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7" y="26"/>
                    <a:pt x="28" y="25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2"/>
                    <a:pt x="27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2" y="21"/>
                    <a:pt x="21" y="22"/>
                    <a:pt x="2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6"/>
            <p:cNvSpPr>
              <a:spLocks noEditPoints="1"/>
            </p:cNvSpPr>
            <p:nvPr>
              <p:custDataLst>
                <p:tags r:id="rId62"/>
              </p:custDataLst>
            </p:nvPr>
          </p:nvSpPr>
          <p:spPr bwMode="auto">
            <a:xfrm>
              <a:off x="3870" y="1893"/>
              <a:ext cx="57" cy="57"/>
            </a:xfrm>
            <a:custGeom>
              <a:avLst/>
              <a:gdLst>
                <a:gd name="T0" fmla="*/ 0 w 49"/>
                <a:gd name="T1" fmla="*/ 24 h 48"/>
                <a:gd name="T2" fmla="*/ 24 w 49"/>
                <a:gd name="T3" fmla="*/ 0 h 48"/>
                <a:gd name="T4" fmla="*/ 24 w 49"/>
                <a:gd name="T5" fmla="*/ 0 h 48"/>
                <a:gd name="T6" fmla="*/ 49 w 49"/>
                <a:gd name="T7" fmla="*/ 24 h 48"/>
                <a:gd name="T8" fmla="*/ 49 w 49"/>
                <a:gd name="T9" fmla="*/ 24 h 48"/>
                <a:gd name="T10" fmla="*/ 24 w 49"/>
                <a:gd name="T11" fmla="*/ 48 h 48"/>
                <a:gd name="T12" fmla="*/ 24 w 49"/>
                <a:gd name="T13" fmla="*/ 48 h 48"/>
                <a:gd name="T14" fmla="*/ 0 w 49"/>
                <a:gd name="T15" fmla="*/ 24 h 48"/>
                <a:gd name="T16" fmla="*/ 21 w 49"/>
                <a:gd name="T17" fmla="*/ 24 h 48"/>
                <a:gd name="T18" fmla="*/ 24 w 49"/>
                <a:gd name="T19" fmla="*/ 27 h 48"/>
                <a:gd name="T20" fmla="*/ 24 w 49"/>
                <a:gd name="T21" fmla="*/ 27 h 48"/>
                <a:gd name="T22" fmla="*/ 28 w 49"/>
                <a:gd name="T23" fmla="*/ 24 h 48"/>
                <a:gd name="T24" fmla="*/ 28 w 49"/>
                <a:gd name="T25" fmla="*/ 24 h 48"/>
                <a:gd name="T26" fmla="*/ 24 w 49"/>
                <a:gd name="T27" fmla="*/ 21 h 48"/>
                <a:gd name="T28" fmla="*/ 24 w 49"/>
                <a:gd name="T29" fmla="*/ 21 h 48"/>
                <a:gd name="T30" fmla="*/ 21 w 49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8">
                  <a:moveTo>
                    <a:pt x="0" y="24"/>
                  </a:moveTo>
                  <a:cubicBezTo>
                    <a:pt x="0" y="11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9" y="11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38"/>
                    <a:pt x="37" y="48"/>
                    <a:pt x="2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1" y="48"/>
                    <a:pt x="0" y="38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7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7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2" y="21"/>
                    <a:pt x="21" y="23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67"/>
            <p:cNvSpPr>
              <a:spLocks noEditPoints="1"/>
            </p:cNvSpPr>
            <p:nvPr>
              <p:custDataLst>
                <p:tags r:id="rId63"/>
              </p:custDataLst>
            </p:nvPr>
          </p:nvSpPr>
          <p:spPr bwMode="auto">
            <a:xfrm>
              <a:off x="3812" y="1733"/>
              <a:ext cx="57" cy="56"/>
            </a:xfrm>
            <a:custGeom>
              <a:avLst/>
              <a:gdLst>
                <a:gd name="T0" fmla="*/ 0 w 48"/>
                <a:gd name="T1" fmla="*/ 24 h 48"/>
                <a:gd name="T2" fmla="*/ 24 w 48"/>
                <a:gd name="T3" fmla="*/ 0 h 48"/>
                <a:gd name="T4" fmla="*/ 24 w 48"/>
                <a:gd name="T5" fmla="*/ 0 h 48"/>
                <a:gd name="T6" fmla="*/ 48 w 48"/>
                <a:gd name="T7" fmla="*/ 24 h 48"/>
                <a:gd name="T8" fmla="*/ 48 w 48"/>
                <a:gd name="T9" fmla="*/ 24 h 48"/>
                <a:gd name="T10" fmla="*/ 24 w 48"/>
                <a:gd name="T11" fmla="*/ 48 h 48"/>
                <a:gd name="T12" fmla="*/ 24 w 48"/>
                <a:gd name="T13" fmla="*/ 48 h 48"/>
                <a:gd name="T14" fmla="*/ 0 w 48"/>
                <a:gd name="T15" fmla="*/ 24 h 48"/>
                <a:gd name="T16" fmla="*/ 20 w 48"/>
                <a:gd name="T17" fmla="*/ 24 h 48"/>
                <a:gd name="T18" fmla="*/ 24 w 48"/>
                <a:gd name="T19" fmla="*/ 27 h 48"/>
                <a:gd name="T20" fmla="*/ 24 w 48"/>
                <a:gd name="T21" fmla="*/ 27 h 48"/>
                <a:gd name="T22" fmla="*/ 28 w 48"/>
                <a:gd name="T23" fmla="*/ 24 h 48"/>
                <a:gd name="T24" fmla="*/ 28 w 48"/>
                <a:gd name="T25" fmla="*/ 24 h 48"/>
                <a:gd name="T26" fmla="*/ 24 w 48"/>
                <a:gd name="T27" fmla="*/ 21 h 48"/>
                <a:gd name="T28" fmla="*/ 24 w 48"/>
                <a:gd name="T29" fmla="*/ 21 h 48"/>
                <a:gd name="T30" fmla="*/ 20 w 48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" h="48">
                  <a:moveTo>
                    <a:pt x="0" y="24"/>
                  </a:moveTo>
                  <a:cubicBezTo>
                    <a:pt x="0" y="10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1" y="48"/>
                    <a:pt x="0" y="37"/>
                    <a:pt x="0" y="24"/>
                  </a:cubicBezTo>
                  <a:close/>
                  <a:moveTo>
                    <a:pt x="20" y="24"/>
                  </a:moveTo>
                  <a:cubicBezTo>
                    <a:pt x="20" y="25"/>
                    <a:pt x="22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6" y="27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3"/>
                    <a:pt x="26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2" y="21"/>
                    <a:pt x="20" y="23"/>
                    <a:pt x="2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68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3818" y="1585"/>
              <a:ext cx="58" cy="55"/>
            </a:xfrm>
            <a:custGeom>
              <a:avLst/>
              <a:gdLst>
                <a:gd name="T0" fmla="*/ 0 w 49"/>
                <a:gd name="T1" fmla="*/ 23 h 47"/>
                <a:gd name="T2" fmla="*/ 24 w 49"/>
                <a:gd name="T3" fmla="*/ 0 h 47"/>
                <a:gd name="T4" fmla="*/ 24 w 49"/>
                <a:gd name="T5" fmla="*/ 0 h 47"/>
                <a:gd name="T6" fmla="*/ 49 w 49"/>
                <a:gd name="T7" fmla="*/ 23 h 47"/>
                <a:gd name="T8" fmla="*/ 49 w 49"/>
                <a:gd name="T9" fmla="*/ 23 h 47"/>
                <a:gd name="T10" fmla="*/ 24 w 49"/>
                <a:gd name="T11" fmla="*/ 47 h 47"/>
                <a:gd name="T12" fmla="*/ 24 w 49"/>
                <a:gd name="T13" fmla="*/ 47 h 47"/>
                <a:gd name="T14" fmla="*/ 0 w 49"/>
                <a:gd name="T15" fmla="*/ 23 h 47"/>
                <a:gd name="T16" fmla="*/ 21 w 49"/>
                <a:gd name="T17" fmla="*/ 23 h 47"/>
                <a:gd name="T18" fmla="*/ 24 w 49"/>
                <a:gd name="T19" fmla="*/ 26 h 47"/>
                <a:gd name="T20" fmla="*/ 24 w 49"/>
                <a:gd name="T21" fmla="*/ 26 h 47"/>
                <a:gd name="T22" fmla="*/ 28 w 49"/>
                <a:gd name="T23" fmla="*/ 23 h 47"/>
                <a:gd name="T24" fmla="*/ 28 w 49"/>
                <a:gd name="T25" fmla="*/ 23 h 47"/>
                <a:gd name="T26" fmla="*/ 24 w 49"/>
                <a:gd name="T27" fmla="*/ 20 h 47"/>
                <a:gd name="T28" fmla="*/ 24 w 49"/>
                <a:gd name="T29" fmla="*/ 20 h 47"/>
                <a:gd name="T30" fmla="*/ 21 w 49"/>
                <a:gd name="T31" fmla="*/ 2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7">
                  <a:moveTo>
                    <a:pt x="0" y="23"/>
                  </a:moveTo>
                  <a:cubicBezTo>
                    <a:pt x="0" y="10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9" y="10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37"/>
                    <a:pt x="37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11" y="47"/>
                    <a:pt x="0" y="37"/>
                    <a:pt x="0" y="23"/>
                  </a:cubicBezTo>
                  <a:close/>
                  <a:moveTo>
                    <a:pt x="21" y="23"/>
                  </a:moveTo>
                  <a:cubicBezTo>
                    <a:pt x="21" y="25"/>
                    <a:pt x="22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7" y="26"/>
                    <a:pt x="28" y="25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2"/>
                    <a:pt x="27" y="21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2" y="21"/>
                    <a:pt x="21" y="22"/>
                    <a:pt x="2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69"/>
            <p:cNvSpPr>
              <a:spLocks noEditPoints="1"/>
            </p:cNvSpPr>
            <p:nvPr>
              <p:custDataLst>
                <p:tags r:id="rId65"/>
              </p:custDataLst>
            </p:nvPr>
          </p:nvSpPr>
          <p:spPr bwMode="auto">
            <a:xfrm>
              <a:off x="3901" y="1448"/>
              <a:ext cx="57" cy="56"/>
            </a:xfrm>
            <a:custGeom>
              <a:avLst/>
              <a:gdLst>
                <a:gd name="T0" fmla="*/ 0 w 48"/>
                <a:gd name="T1" fmla="*/ 24 h 47"/>
                <a:gd name="T2" fmla="*/ 24 w 48"/>
                <a:gd name="T3" fmla="*/ 0 h 47"/>
                <a:gd name="T4" fmla="*/ 24 w 48"/>
                <a:gd name="T5" fmla="*/ 0 h 47"/>
                <a:gd name="T6" fmla="*/ 48 w 48"/>
                <a:gd name="T7" fmla="*/ 24 h 47"/>
                <a:gd name="T8" fmla="*/ 48 w 48"/>
                <a:gd name="T9" fmla="*/ 24 h 47"/>
                <a:gd name="T10" fmla="*/ 24 w 48"/>
                <a:gd name="T11" fmla="*/ 47 h 47"/>
                <a:gd name="T12" fmla="*/ 24 w 48"/>
                <a:gd name="T13" fmla="*/ 47 h 47"/>
                <a:gd name="T14" fmla="*/ 0 w 48"/>
                <a:gd name="T15" fmla="*/ 24 h 47"/>
                <a:gd name="T16" fmla="*/ 20 w 48"/>
                <a:gd name="T17" fmla="*/ 24 h 47"/>
                <a:gd name="T18" fmla="*/ 24 w 48"/>
                <a:gd name="T19" fmla="*/ 26 h 47"/>
                <a:gd name="T20" fmla="*/ 24 w 48"/>
                <a:gd name="T21" fmla="*/ 26 h 47"/>
                <a:gd name="T22" fmla="*/ 28 w 48"/>
                <a:gd name="T23" fmla="*/ 24 h 47"/>
                <a:gd name="T24" fmla="*/ 28 w 48"/>
                <a:gd name="T25" fmla="*/ 24 h 47"/>
                <a:gd name="T26" fmla="*/ 24 w 48"/>
                <a:gd name="T27" fmla="*/ 21 h 47"/>
                <a:gd name="T28" fmla="*/ 24 w 48"/>
                <a:gd name="T29" fmla="*/ 21 h 47"/>
                <a:gd name="T30" fmla="*/ 20 w 48"/>
                <a:gd name="T31" fmla="*/ 2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" h="47">
                  <a:moveTo>
                    <a:pt x="0" y="24"/>
                  </a:moveTo>
                  <a:cubicBezTo>
                    <a:pt x="0" y="10"/>
                    <a:pt x="11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37"/>
                    <a:pt x="37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11" y="47"/>
                    <a:pt x="0" y="37"/>
                    <a:pt x="0" y="24"/>
                  </a:cubicBezTo>
                  <a:close/>
                  <a:moveTo>
                    <a:pt x="20" y="24"/>
                  </a:moveTo>
                  <a:cubicBezTo>
                    <a:pt x="20" y="25"/>
                    <a:pt x="22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6" y="26"/>
                    <a:pt x="28" y="25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2"/>
                    <a:pt x="26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2" y="21"/>
                    <a:pt x="20" y="22"/>
                    <a:pt x="2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70"/>
            <p:cNvSpPr>
              <a:spLocks noEditPoints="1"/>
            </p:cNvSpPr>
            <p:nvPr>
              <p:custDataLst>
                <p:tags r:id="rId66"/>
              </p:custDataLst>
            </p:nvPr>
          </p:nvSpPr>
          <p:spPr bwMode="auto">
            <a:xfrm>
              <a:off x="4350" y="1423"/>
              <a:ext cx="60" cy="56"/>
            </a:xfrm>
            <a:custGeom>
              <a:avLst/>
              <a:gdLst>
                <a:gd name="T0" fmla="*/ 0 w 51"/>
                <a:gd name="T1" fmla="*/ 24 h 48"/>
                <a:gd name="T2" fmla="*/ 26 w 51"/>
                <a:gd name="T3" fmla="*/ 0 h 48"/>
                <a:gd name="T4" fmla="*/ 26 w 51"/>
                <a:gd name="T5" fmla="*/ 0 h 48"/>
                <a:gd name="T6" fmla="*/ 51 w 51"/>
                <a:gd name="T7" fmla="*/ 24 h 48"/>
                <a:gd name="T8" fmla="*/ 51 w 51"/>
                <a:gd name="T9" fmla="*/ 24 h 48"/>
                <a:gd name="T10" fmla="*/ 26 w 51"/>
                <a:gd name="T11" fmla="*/ 48 h 48"/>
                <a:gd name="T12" fmla="*/ 26 w 51"/>
                <a:gd name="T13" fmla="*/ 48 h 48"/>
                <a:gd name="T14" fmla="*/ 0 w 51"/>
                <a:gd name="T15" fmla="*/ 24 h 48"/>
                <a:gd name="T16" fmla="*/ 21 w 51"/>
                <a:gd name="T17" fmla="*/ 24 h 48"/>
                <a:gd name="T18" fmla="*/ 26 w 51"/>
                <a:gd name="T19" fmla="*/ 27 h 48"/>
                <a:gd name="T20" fmla="*/ 26 w 51"/>
                <a:gd name="T21" fmla="*/ 27 h 48"/>
                <a:gd name="T22" fmla="*/ 31 w 51"/>
                <a:gd name="T23" fmla="*/ 24 h 48"/>
                <a:gd name="T24" fmla="*/ 31 w 51"/>
                <a:gd name="T25" fmla="*/ 24 h 48"/>
                <a:gd name="T26" fmla="*/ 26 w 51"/>
                <a:gd name="T27" fmla="*/ 21 h 48"/>
                <a:gd name="T28" fmla="*/ 26 w 51"/>
                <a:gd name="T29" fmla="*/ 21 h 48"/>
                <a:gd name="T30" fmla="*/ 21 w 51"/>
                <a:gd name="T3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" h="48">
                  <a:moveTo>
                    <a:pt x="0" y="24"/>
                  </a:moveTo>
                  <a:cubicBezTo>
                    <a:pt x="0" y="10"/>
                    <a:pt x="12" y="1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9" y="1"/>
                    <a:pt x="51" y="10"/>
                    <a:pt x="51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38"/>
                    <a:pt x="39" y="48"/>
                    <a:pt x="26" y="4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12" y="48"/>
                    <a:pt x="0" y="38"/>
                    <a:pt x="0" y="24"/>
                  </a:cubicBezTo>
                  <a:close/>
                  <a:moveTo>
                    <a:pt x="21" y="24"/>
                  </a:moveTo>
                  <a:cubicBezTo>
                    <a:pt x="21" y="25"/>
                    <a:pt x="22" y="27"/>
                    <a:pt x="26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9" y="27"/>
                    <a:pt x="31" y="25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29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2" y="21"/>
                    <a:pt x="21" y="24"/>
                    <a:pt x="2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9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0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5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50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2591435" y="1287145"/>
            <a:ext cx="476504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{desc_1}</a:t>
            </a:r>
            <a:endParaRPr lang="en-US" altLang="zh-CN" sz="2000" dirty="0">
              <a:solidFill>
                <a:schemeClr val="accent2"/>
              </a:solidFill>
            </a:endParaRPr>
          </a:p>
        </p:txBody>
      </p:sp>
      <p:sp>
        <p:nvSpPr>
          <p:cNvPr id="21" name="矩形 17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2576195" y="1645920"/>
            <a:ext cx="611124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{content_1}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矩形 50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2546985" y="2507615"/>
            <a:ext cx="469519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{desc_2}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4" name="矩形 17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2531745" y="2866390"/>
            <a:ext cx="6136005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{content_2}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矩形 50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2533650" y="3689985"/>
            <a:ext cx="426593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{desc_3}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13" name="矩形 17"/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2518410" y="4048760"/>
            <a:ext cx="613791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{content_3}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0" grpId="0"/>
      <p:bldP spid="21" grpId="0"/>
      <p:bldP spid="2" grpId="0"/>
      <p:bldP spid="4" grpId="0"/>
      <p:bldP spid="5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A_矩形 216"/>
          <p:cNvSpPr/>
          <p:nvPr>
            <p:custDataLst>
              <p:tags r:id="rId1"/>
            </p:custDataLst>
          </p:nvPr>
        </p:nvSpPr>
        <p:spPr>
          <a:xfrm>
            <a:off x="160655" y="3079750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{content_1}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PA_文本框 226"/>
          <p:cNvSpPr txBox="1"/>
          <p:nvPr>
            <p:custDataLst>
              <p:tags r:id="rId2"/>
            </p:custDataLst>
          </p:nvPr>
        </p:nvSpPr>
        <p:spPr>
          <a:xfrm>
            <a:off x="85090" y="2752090"/>
            <a:ext cx="27590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{desc_1}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20" name="椭圆 31"/>
          <p:cNvSpPr/>
          <p:nvPr>
            <p:custDataLst>
              <p:tags r:id="rId3"/>
            </p:custDataLst>
          </p:nvPr>
        </p:nvSpPr>
        <p:spPr>
          <a:xfrm>
            <a:off x="1162685" y="1666240"/>
            <a:ext cx="904875" cy="88074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8575" cap="rnd">
            <a:solidFill>
              <a:srgbClr val="114196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6" name="组合 225"/>
          <p:cNvGrpSpPr/>
          <p:nvPr>
            <p:custDataLst>
              <p:tags r:id="rId4"/>
            </p:custDataLst>
          </p:nvPr>
        </p:nvGrpSpPr>
        <p:grpSpPr>
          <a:xfrm>
            <a:off x="1415100" y="1788441"/>
            <a:ext cx="416683" cy="628262"/>
            <a:chOff x="6985001" y="7477126"/>
            <a:chExt cx="306388" cy="461963"/>
          </a:xfrm>
          <a:solidFill>
            <a:srgbClr val="114196"/>
          </a:solidFill>
        </p:grpSpPr>
        <p:sp>
          <p:nvSpPr>
            <p:cNvPr id="234" name="Freeform 134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11989" y="7486651"/>
              <a:ext cx="230188" cy="225425"/>
            </a:xfrm>
            <a:custGeom>
              <a:avLst/>
              <a:gdLst>
                <a:gd name="T0" fmla="*/ 42 w 132"/>
                <a:gd name="T1" fmla="*/ 14 h 129"/>
                <a:gd name="T2" fmla="*/ 118 w 132"/>
                <a:gd name="T3" fmla="*/ 39 h 129"/>
                <a:gd name="T4" fmla="*/ 118 w 132"/>
                <a:gd name="T5" fmla="*/ 39 h 129"/>
                <a:gd name="T6" fmla="*/ 91 w 132"/>
                <a:gd name="T7" fmla="*/ 115 h 129"/>
                <a:gd name="T8" fmla="*/ 91 w 132"/>
                <a:gd name="T9" fmla="*/ 115 h 129"/>
                <a:gd name="T10" fmla="*/ 14 w 132"/>
                <a:gd name="T11" fmla="*/ 90 h 129"/>
                <a:gd name="T12" fmla="*/ 14 w 132"/>
                <a:gd name="T13" fmla="*/ 90 h 129"/>
                <a:gd name="T14" fmla="*/ 42 w 132"/>
                <a:gd name="T15" fmla="*/ 14 h 129"/>
                <a:gd name="T16" fmla="*/ 43 w 132"/>
                <a:gd name="T17" fmla="*/ 16 h 129"/>
                <a:gd name="T18" fmla="*/ 17 w 132"/>
                <a:gd name="T19" fmla="*/ 89 h 129"/>
                <a:gd name="T20" fmla="*/ 17 w 132"/>
                <a:gd name="T21" fmla="*/ 89 h 129"/>
                <a:gd name="T22" fmla="*/ 90 w 132"/>
                <a:gd name="T23" fmla="*/ 112 h 129"/>
                <a:gd name="T24" fmla="*/ 90 w 132"/>
                <a:gd name="T25" fmla="*/ 112 h 129"/>
                <a:gd name="T26" fmla="*/ 116 w 132"/>
                <a:gd name="T27" fmla="*/ 40 h 129"/>
                <a:gd name="T28" fmla="*/ 116 w 132"/>
                <a:gd name="T29" fmla="*/ 40 h 129"/>
                <a:gd name="T30" fmla="*/ 43 w 132"/>
                <a:gd name="T31" fmla="*/ 1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29">
                  <a:moveTo>
                    <a:pt x="42" y="14"/>
                  </a:moveTo>
                  <a:cubicBezTo>
                    <a:pt x="70" y="0"/>
                    <a:pt x="105" y="11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32" y="67"/>
                    <a:pt x="120" y="101"/>
                    <a:pt x="91" y="115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62" y="129"/>
                    <a:pt x="28" y="118"/>
                    <a:pt x="14" y="90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0" y="62"/>
                    <a:pt x="13" y="28"/>
                    <a:pt x="42" y="14"/>
                  </a:cubicBezTo>
                  <a:close/>
                  <a:moveTo>
                    <a:pt x="43" y="16"/>
                  </a:moveTo>
                  <a:cubicBezTo>
                    <a:pt x="16" y="30"/>
                    <a:pt x="4" y="62"/>
                    <a:pt x="17" y="89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30" y="115"/>
                    <a:pt x="62" y="126"/>
                    <a:pt x="90" y="112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117" y="99"/>
                    <a:pt x="129" y="67"/>
                    <a:pt x="116" y="40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03" y="14"/>
                    <a:pt x="70" y="3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134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7023101" y="7497763"/>
              <a:ext cx="207963" cy="203200"/>
            </a:xfrm>
            <a:custGeom>
              <a:avLst/>
              <a:gdLst>
                <a:gd name="T0" fmla="*/ 5 w 119"/>
                <a:gd name="T1" fmla="*/ 85 h 117"/>
                <a:gd name="T2" fmla="*/ 0 w 119"/>
                <a:gd name="T3" fmla="*/ 60 h 117"/>
                <a:gd name="T4" fmla="*/ 0 w 119"/>
                <a:gd name="T5" fmla="*/ 60 h 117"/>
                <a:gd name="T6" fmla="*/ 34 w 119"/>
                <a:gd name="T7" fmla="*/ 6 h 117"/>
                <a:gd name="T8" fmla="*/ 34 w 119"/>
                <a:gd name="T9" fmla="*/ 6 h 117"/>
                <a:gd name="T10" fmla="*/ 35 w 119"/>
                <a:gd name="T11" fmla="*/ 8 h 117"/>
                <a:gd name="T12" fmla="*/ 34 w 119"/>
                <a:gd name="T13" fmla="*/ 6 h 117"/>
                <a:gd name="T14" fmla="*/ 61 w 119"/>
                <a:gd name="T15" fmla="*/ 0 h 117"/>
                <a:gd name="T16" fmla="*/ 61 w 119"/>
                <a:gd name="T17" fmla="*/ 0 h 117"/>
                <a:gd name="T18" fmla="*/ 113 w 119"/>
                <a:gd name="T19" fmla="*/ 32 h 117"/>
                <a:gd name="T20" fmla="*/ 113 w 119"/>
                <a:gd name="T21" fmla="*/ 32 h 117"/>
                <a:gd name="T22" fmla="*/ 119 w 119"/>
                <a:gd name="T23" fmla="*/ 57 h 117"/>
                <a:gd name="T24" fmla="*/ 119 w 119"/>
                <a:gd name="T25" fmla="*/ 57 h 117"/>
                <a:gd name="T26" fmla="*/ 85 w 119"/>
                <a:gd name="T27" fmla="*/ 111 h 117"/>
                <a:gd name="T28" fmla="*/ 85 w 119"/>
                <a:gd name="T29" fmla="*/ 111 h 117"/>
                <a:gd name="T30" fmla="*/ 58 w 119"/>
                <a:gd name="T31" fmla="*/ 117 h 117"/>
                <a:gd name="T32" fmla="*/ 58 w 119"/>
                <a:gd name="T33" fmla="*/ 117 h 117"/>
                <a:gd name="T34" fmla="*/ 5 w 119"/>
                <a:gd name="T35" fmla="*/ 85 h 117"/>
                <a:gd name="T36" fmla="*/ 7 w 119"/>
                <a:gd name="T37" fmla="*/ 60 h 117"/>
                <a:gd name="T38" fmla="*/ 12 w 119"/>
                <a:gd name="T39" fmla="*/ 82 h 117"/>
                <a:gd name="T40" fmla="*/ 12 w 119"/>
                <a:gd name="T41" fmla="*/ 82 h 117"/>
                <a:gd name="T42" fmla="*/ 58 w 119"/>
                <a:gd name="T43" fmla="*/ 110 h 117"/>
                <a:gd name="T44" fmla="*/ 58 w 119"/>
                <a:gd name="T45" fmla="*/ 110 h 117"/>
                <a:gd name="T46" fmla="*/ 82 w 119"/>
                <a:gd name="T47" fmla="*/ 104 h 117"/>
                <a:gd name="T48" fmla="*/ 82 w 119"/>
                <a:gd name="T49" fmla="*/ 104 h 117"/>
                <a:gd name="T50" fmla="*/ 112 w 119"/>
                <a:gd name="T51" fmla="*/ 57 h 117"/>
                <a:gd name="T52" fmla="*/ 112 w 119"/>
                <a:gd name="T53" fmla="*/ 57 h 117"/>
                <a:gd name="T54" fmla="*/ 107 w 119"/>
                <a:gd name="T55" fmla="*/ 35 h 117"/>
                <a:gd name="T56" fmla="*/ 107 w 119"/>
                <a:gd name="T57" fmla="*/ 35 h 117"/>
                <a:gd name="T58" fmla="*/ 60 w 119"/>
                <a:gd name="T59" fmla="*/ 7 h 117"/>
                <a:gd name="T60" fmla="*/ 60 w 119"/>
                <a:gd name="T61" fmla="*/ 7 h 117"/>
                <a:gd name="T62" fmla="*/ 37 w 119"/>
                <a:gd name="T63" fmla="*/ 12 h 117"/>
                <a:gd name="T64" fmla="*/ 37 w 119"/>
                <a:gd name="T65" fmla="*/ 12 h 117"/>
                <a:gd name="T66" fmla="*/ 7 w 119"/>
                <a:gd name="T67" fmla="*/ 6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9" h="117">
                  <a:moveTo>
                    <a:pt x="5" y="85"/>
                  </a:moveTo>
                  <a:cubicBezTo>
                    <a:pt x="1" y="77"/>
                    <a:pt x="0" y="68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38"/>
                    <a:pt x="12" y="1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42" y="2"/>
                    <a:pt x="5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2" y="0"/>
                    <a:pt x="103" y="11"/>
                    <a:pt x="113" y="32"/>
                  </a:cubicBezTo>
                  <a:cubicBezTo>
                    <a:pt x="113" y="32"/>
                    <a:pt x="113" y="32"/>
                    <a:pt x="113" y="32"/>
                  </a:cubicBezTo>
                  <a:cubicBezTo>
                    <a:pt x="117" y="40"/>
                    <a:pt x="119" y="49"/>
                    <a:pt x="119" y="57"/>
                  </a:cubicBezTo>
                  <a:cubicBezTo>
                    <a:pt x="119" y="57"/>
                    <a:pt x="119" y="57"/>
                    <a:pt x="119" y="57"/>
                  </a:cubicBezTo>
                  <a:cubicBezTo>
                    <a:pt x="119" y="79"/>
                    <a:pt x="106" y="100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76" y="115"/>
                    <a:pt x="67" y="117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36" y="117"/>
                    <a:pt x="15" y="105"/>
                    <a:pt x="5" y="85"/>
                  </a:cubicBezTo>
                  <a:close/>
                  <a:moveTo>
                    <a:pt x="7" y="60"/>
                  </a:moveTo>
                  <a:cubicBezTo>
                    <a:pt x="7" y="67"/>
                    <a:pt x="8" y="75"/>
                    <a:pt x="12" y="82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20" y="100"/>
                    <a:pt x="39" y="110"/>
                    <a:pt x="58" y="110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66" y="110"/>
                    <a:pt x="74" y="108"/>
                    <a:pt x="82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101" y="95"/>
                    <a:pt x="112" y="76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0"/>
                    <a:pt x="110" y="42"/>
                    <a:pt x="107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98" y="17"/>
                    <a:pt x="8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3" y="7"/>
                    <a:pt x="44" y="8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18" y="22"/>
                    <a:pt x="7" y="4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Freeform 1346"/>
            <p:cNvSpPr/>
            <p:nvPr>
              <p:custDataLst>
                <p:tags r:id="rId7"/>
              </p:custDataLst>
            </p:nvPr>
          </p:nvSpPr>
          <p:spPr bwMode="auto">
            <a:xfrm>
              <a:off x="7119939" y="7485063"/>
              <a:ext cx="23813" cy="47625"/>
            </a:xfrm>
            <a:custGeom>
              <a:avLst/>
              <a:gdLst>
                <a:gd name="T0" fmla="*/ 2 w 15"/>
                <a:gd name="T1" fmla="*/ 0 h 30"/>
                <a:gd name="T2" fmla="*/ 15 w 15"/>
                <a:gd name="T3" fmla="*/ 19 h 30"/>
                <a:gd name="T4" fmla="*/ 15 w 15"/>
                <a:gd name="T5" fmla="*/ 19 h 30"/>
                <a:gd name="T6" fmla="*/ 13 w 15"/>
                <a:gd name="T7" fmla="*/ 21 h 30"/>
                <a:gd name="T8" fmla="*/ 5 w 15"/>
                <a:gd name="T9" fmla="*/ 10 h 30"/>
                <a:gd name="T10" fmla="*/ 3 w 15"/>
                <a:gd name="T11" fmla="*/ 30 h 30"/>
                <a:gd name="T12" fmla="*/ 0 w 15"/>
                <a:gd name="T13" fmla="*/ 30 h 30"/>
                <a:gd name="T14" fmla="*/ 2 w 15"/>
                <a:gd name="T15" fmla="*/ 0 h 30"/>
                <a:gd name="T16" fmla="*/ 2 w 15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30">
                  <a:moveTo>
                    <a:pt x="2" y="0"/>
                  </a:moveTo>
                  <a:lnTo>
                    <a:pt x="15" y="19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5" y="10"/>
                  </a:lnTo>
                  <a:lnTo>
                    <a:pt x="3" y="30"/>
                  </a:lnTo>
                  <a:lnTo>
                    <a:pt x="0" y="3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347"/>
            <p:cNvSpPr/>
            <p:nvPr>
              <p:custDataLst>
                <p:tags r:id="rId8"/>
              </p:custDataLst>
            </p:nvPr>
          </p:nvSpPr>
          <p:spPr bwMode="auto">
            <a:xfrm>
              <a:off x="7116764" y="7477126"/>
              <a:ext cx="30163" cy="60325"/>
            </a:xfrm>
            <a:custGeom>
              <a:avLst/>
              <a:gdLst>
                <a:gd name="T0" fmla="*/ 0 w 19"/>
                <a:gd name="T1" fmla="*/ 37 h 38"/>
                <a:gd name="T2" fmla="*/ 2 w 19"/>
                <a:gd name="T3" fmla="*/ 5 h 38"/>
                <a:gd name="T4" fmla="*/ 3 w 19"/>
                <a:gd name="T5" fmla="*/ 0 h 38"/>
                <a:gd name="T6" fmla="*/ 19 w 19"/>
                <a:gd name="T7" fmla="*/ 23 h 38"/>
                <a:gd name="T8" fmla="*/ 19 w 19"/>
                <a:gd name="T9" fmla="*/ 24 h 38"/>
                <a:gd name="T10" fmla="*/ 19 w 19"/>
                <a:gd name="T11" fmla="*/ 25 h 38"/>
                <a:gd name="T12" fmla="*/ 14 w 19"/>
                <a:gd name="T13" fmla="*/ 28 h 38"/>
                <a:gd name="T14" fmla="*/ 8 w 19"/>
                <a:gd name="T15" fmla="*/ 22 h 38"/>
                <a:gd name="T16" fmla="*/ 7 w 19"/>
                <a:gd name="T17" fmla="*/ 38 h 38"/>
                <a:gd name="T18" fmla="*/ 0 w 19"/>
                <a:gd name="T19" fmla="*/ 37 h 38"/>
                <a:gd name="T20" fmla="*/ 0 w 19"/>
                <a:gd name="T21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38">
                  <a:moveTo>
                    <a:pt x="0" y="37"/>
                  </a:moveTo>
                  <a:lnTo>
                    <a:pt x="2" y="5"/>
                  </a:lnTo>
                  <a:lnTo>
                    <a:pt x="3" y="0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4" y="28"/>
                  </a:lnTo>
                  <a:lnTo>
                    <a:pt x="8" y="22"/>
                  </a:lnTo>
                  <a:lnTo>
                    <a:pt x="7" y="38"/>
                  </a:lnTo>
                  <a:lnTo>
                    <a:pt x="0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Freeform 1348"/>
            <p:cNvSpPr/>
            <p:nvPr>
              <p:custDataLst>
                <p:tags r:id="rId9"/>
              </p:custDataLst>
            </p:nvPr>
          </p:nvSpPr>
          <p:spPr bwMode="auto">
            <a:xfrm>
              <a:off x="7091364" y="7491413"/>
              <a:ext cx="34925" cy="44450"/>
            </a:xfrm>
            <a:custGeom>
              <a:avLst/>
              <a:gdLst>
                <a:gd name="T0" fmla="*/ 19 w 22"/>
                <a:gd name="T1" fmla="*/ 0 h 28"/>
                <a:gd name="T2" fmla="*/ 22 w 22"/>
                <a:gd name="T3" fmla="*/ 28 h 28"/>
                <a:gd name="T4" fmla="*/ 22 w 22"/>
                <a:gd name="T5" fmla="*/ 28 h 28"/>
                <a:gd name="T6" fmla="*/ 19 w 22"/>
                <a:gd name="T7" fmla="*/ 28 h 28"/>
                <a:gd name="T8" fmla="*/ 17 w 22"/>
                <a:gd name="T9" fmla="*/ 9 h 28"/>
                <a:gd name="T10" fmla="*/ 2 w 22"/>
                <a:gd name="T11" fmla="*/ 27 h 28"/>
                <a:gd name="T12" fmla="*/ 0 w 22"/>
                <a:gd name="T13" fmla="*/ 25 h 28"/>
                <a:gd name="T14" fmla="*/ 19 w 22"/>
                <a:gd name="T15" fmla="*/ 0 h 28"/>
                <a:gd name="T16" fmla="*/ 19 w 22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19" y="0"/>
                  </a:moveTo>
                  <a:lnTo>
                    <a:pt x="22" y="28"/>
                  </a:lnTo>
                  <a:lnTo>
                    <a:pt x="22" y="28"/>
                  </a:lnTo>
                  <a:lnTo>
                    <a:pt x="19" y="28"/>
                  </a:lnTo>
                  <a:lnTo>
                    <a:pt x="17" y="9"/>
                  </a:lnTo>
                  <a:lnTo>
                    <a:pt x="2" y="27"/>
                  </a:lnTo>
                  <a:lnTo>
                    <a:pt x="0" y="2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349"/>
            <p:cNvSpPr/>
            <p:nvPr>
              <p:custDataLst>
                <p:tags r:id="rId10"/>
              </p:custDataLst>
            </p:nvPr>
          </p:nvSpPr>
          <p:spPr bwMode="auto">
            <a:xfrm>
              <a:off x="7086601" y="7483476"/>
              <a:ext cx="42863" cy="57150"/>
            </a:xfrm>
            <a:custGeom>
              <a:avLst/>
              <a:gdLst>
                <a:gd name="T0" fmla="*/ 19 w 27"/>
                <a:gd name="T1" fmla="*/ 20 h 36"/>
                <a:gd name="T2" fmla="*/ 7 w 27"/>
                <a:gd name="T3" fmla="*/ 34 h 36"/>
                <a:gd name="T4" fmla="*/ 0 w 27"/>
                <a:gd name="T5" fmla="*/ 30 h 36"/>
                <a:gd name="T6" fmla="*/ 21 w 27"/>
                <a:gd name="T7" fmla="*/ 4 h 36"/>
                <a:gd name="T8" fmla="*/ 24 w 27"/>
                <a:gd name="T9" fmla="*/ 0 h 36"/>
                <a:gd name="T10" fmla="*/ 27 w 27"/>
                <a:gd name="T11" fmla="*/ 34 h 36"/>
                <a:gd name="T12" fmla="*/ 27 w 27"/>
                <a:gd name="T13" fmla="*/ 35 h 36"/>
                <a:gd name="T14" fmla="*/ 26 w 27"/>
                <a:gd name="T15" fmla="*/ 35 h 36"/>
                <a:gd name="T16" fmla="*/ 20 w 27"/>
                <a:gd name="T17" fmla="*/ 36 h 36"/>
                <a:gd name="T18" fmla="*/ 19 w 27"/>
                <a:gd name="T19" fmla="*/ 20 h 36"/>
                <a:gd name="T20" fmla="*/ 19 w 27"/>
                <a:gd name="T21" fmla="*/ 2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36">
                  <a:moveTo>
                    <a:pt x="19" y="20"/>
                  </a:moveTo>
                  <a:lnTo>
                    <a:pt x="7" y="34"/>
                  </a:lnTo>
                  <a:lnTo>
                    <a:pt x="0" y="30"/>
                  </a:lnTo>
                  <a:lnTo>
                    <a:pt x="21" y="4"/>
                  </a:lnTo>
                  <a:lnTo>
                    <a:pt x="24" y="0"/>
                  </a:lnTo>
                  <a:lnTo>
                    <a:pt x="27" y="34"/>
                  </a:lnTo>
                  <a:lnTo>
                    <a:pt x="27" y="35"/>
                  </a:lnTo>
                  <a:lnTo>
                    <a:pt x="26" y="35"/>
                  </a:lnTo>
                  <a:lnTo>
                    <a:pt x="20" y="36"/>
                  </a:lnTo>
                  <a:lnTo>
                    <a:pt x="19" y="20"/>
                  </a:lnTo>
                  <a:lnTo>
                    <a:pt x="19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Freeform 1350"/>
            <p:cNvSpPr/>
            <p:nvPr>
              <p:custDataLst>
                <p:tags r:id="rId11"/>
              </p:custDataLst>
            </p:nvPr>
          </p:nvSpPr>
          <p:spPr bwMode="auto">
            <a:xfrm>
              <a:off x="7105651" y="7497763"/>
              <a:ext cx="17463" cy="33338"/>
            </a:xfrm>
            <a:custGeom>
              <a:avLst/>
              <a:gdLst>
                <a:gd name="T0" fmla="*/ 8 w 11"/>
                <a:gd name="T1" fmla="*/ 0 h 21"/>
                <a:gd name="T2" fmla="*/ 11 w 11"/>
                <a:gd name="T3" fmla="*/ 2 h 21"/>
                <a:gd name="T4" fmla="*/ 3 w 11"/>
                <a:gd name="T5" fmla="*/ 21 h 21"/>
                <a:gd name="T6" fmla="*/ 0 w 11"/>
                <a:gd name="T7" fmla="*/ 19 h 21"/>
                <a:gd name="T8" fmla="*/ 8 w 11"/>
                <a:gd name="T9" fmla="*/ 0 h 21"/>
                <a:gd name="T10" fmla="*/ 8 w 11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21">
                  <a:moveTo>
                    <a:pt x="8" y="0"/>
                  </a:moveTo>
                  <a:lnTo>
                    <a:pt x="11" y="2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1351"/>
            <p:cNvSpPr/>
            <p:nvPr>
              <p:custDataLst>
                <p:tags r:id="rId12"/>
              </p:custDataLst>
            </p:nvPr>
          </p:nvSpPr>
          <p:spPr bwMode="auto">
            <a:xfrm>
              <a:off x="7102476" y="7494588"/>
              <a:ext cx="23813" cy="39688"/>
            </a:xfrm>
            <a:custGeom>
              <a:avLst/>
              <a:gdLst>
                <a:gd name="T0" fmla="*/ 0 w 15"/>
                <a:gd name="T1" fmla="*/ 23 h 25"/>
                <a:gd name="T2" fmla="*/ 8 w 15"/>
                <a:gd name="T3" fmla="*/ 2 h 25"/>
                <a:gd name="T4" fmla="*/ 9 w 15"/>
                <a:gd name="T5" fmla="*/ 0 h 25"/>
                <a:gd name="T6" fmla="*/ 15 w 15"/>
                <a:gd name="T7" fmla="*/ 2 h 25"/>
                <a:gd name="T8" fmla="*/ 8 w 15"/>
                <a:gd name="T9" fmla="*/ 25 h 25"/>
                <a:gd name="T10" fmla="*/ 0 w 15"/>
                <a:gd name="T11" fmla="*/ 23 h 25"/>
                <a:gd name="T12" fmla="*/ 0 w 15"/>
                <a:gd name="T13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5">
                  <a:moveTo>
                    <a:pt x="0" y="23"/>
                  </a:moveTo>
                  <a:lnTo>
                    <a:pt x="8" y="2"/>
                  </a:lnTo>
                  <a:lnTo>
                    <a:pt x="9" y="0"/>
                  </a:lnTo>
                  <a:lnTo>
                    <a:pt x="15" y="2"/>
                  </a:lnTo>
                  <a:lnTo>
                    <a:pt x="8" y="25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Freeform 1352"/>
            <p:cNvSpPr/>
            <p:nvPr>
              <p:custDataLst>
                <p:tags r:id="rId13"/>
              </p:custDataLst>
            </p:nvPr>
          </p:nvSpPr>
          <p:spPr bwMode="auto">
            <a:xfrm>
              <a:off x="7078664" y="7573963"/>
              <a:ext cx="9525" cy="7938"/>
            </a:xfrm>
            <a:custGeom>
              <a:avLst/>
              <a:gdLst>
                <a:gd name="T0" fmla="*/ 0 w 6"/>
                <a:gd name="T1" fmla="*/ 2 h 5"/>
                <a:gd name="T2" fmla="*/ 5 w 6"/>
                <a:gd name="T3" fmla="*/ 0 h 5"/>
                <a:gd name="T4" fmla="*/ 6 w 6"/>
                <a:gd name="T5" fmla="*/ 3 h 5"/>
                <a:gd name="T6" fmla="*/ 1 w 6"/>
                <a:gd name="T7" fmla="*/ 5 h 5"/>
                <a:gd name="T8" fmla="*/ 0 w 6"/>
                <a:gd name="T9" fmla="*/ 2 h 5"/>
                <a:gd name="T10" fmla="*/ 0 w 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0" y="2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1353"/>
            <p:cNvSpPr/>
            <p:nvPr>
              <p:custDataLst>
                <p:tags r:id="rId14"/>
              </p:custDataLst>
            </p:nvPr>
          </p:nvSpPr>
          <p:spPr bwMode="auto">
            <a:xfrm>
              <a:off x="7072314" y="7569201"/>
              <a:ext cx="20638" cy="19050"/>
            </a:xfrm>
            <a:custGeom>
              <a:avLst/>
              <a:gdLst>
                <a:gd name="T0" fmla="*/ 2 w 13"/>
                <a:gd name="T1" fmla="*/ 10 h 12"/>
                <a:gd name="T2" fmla="*/ 1 w 13"/>
                <a:gd name="T3" fmla="*/ 6 h 12"/>
                <a:gd name="T4" fmla="*/ 4 w 13"/>
                <a:gd name="T5" fmla="*/ 5 h 12"/>
                <a:gd name="T6" fmla="*/ 4 w 13"/>
                <a:gd name="T7" fmla="*/ 7 h 12"/>
                <a:gd name="T8" fmla="*/ 4 w 13"/>
                <a:gd name="T9" fmla="*/ 5 h 12"/>
                <a:gd name="T10" fmla="*/ 1 w 13"/>
                <a:gd name="T11" fmla="*/ 6 h 12"/>
                <a:gd name="T12" fmla="*/ 0 w 13"/>
                <a:gd name="T13" fmla="*/ 4 h 12"/>
                <a:gd name="T14" fmla="*/ 9 w 13"/>
                <a:gd name="T15" fmla="*/ 0 h 12"/>
                <a:gd name="T16" fmla="*/ 13 w 13"/>
                <a:gd name="T17" fmla="*/ 7 h 12"/>
                <a:gd name="T18" fmla="*/ 4 w 13"/>
                <a:gd name="T19" fmla="*/ 12 h 12"/>
                <a:gd name="T20" fmla="*/ 2 w 13"/>
                <a:gd name="T21" fmla="*/ 10 h 12"/>
                <a:gd name="T22" fmla="*/ 2 w 13"/>
                <a:gd name="T23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2">
                  <a:moveTo>
                    <a:pt x="2" y="10"/>
                  </a:moveTo>
                  <a:lnTo>
                    <a:pt x="1" y="6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5"/>
                  </a:lnTo>
                  <a:lnTo>
                    <a:pt x="1" y="6"/>
                  </a:lnTo>
                  <a:lnTo>
                    <a:pt x="0" y="4"/>
                  </a:lnTo>
                  <a:lnTo>
                    <a:pt x="9" y="0"/>
                  </a:lnTo>
                  <a:lnTo>
                    <a:pt x="13" y="7"/>
                  </a:lnTo>
                  <a:lnTo>
                    <a:pt x="4" y="12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Freeform 1354"/>
            <p:cNvSpPr/>
            <p:nvPr>
              <p:custDataLst>
                <p:tags r:id="rId15"/>
              </p:custDataLst>
            </p:nvPr>
          </p:nvSpPr>
          <p:spPr bwMode="auto">
            <a:xfrm>
              <a:off x="7159626" y="7567613"/>
              <a:ext cx="9525" cy="7938"/>
            </a:xfrm>
            <a:custGeom>
              <a:avLst/>
              <a:gdLst>
                <a:gd name="T0" fmla="*/ 0 w 6"/>
                <a:gd name="T1" fmla="*/ 2 h 5"/>
                <a:gd name="T2" fmla="*/ 4 w 6"/>
                <a:gd name="T3" fmla="*/ 0 h 5"/>
                <a:gd name="T4" fmla="*/ 6 w 6"/>
                <a:gd name="T5" fmla="*/ 3 h 5"/>
                <a:gd name="T6" fmla="*/ 1 w 6"/>
                <a:gd name="T7" fmla="*/ 5 h 5"/>
                <a:gd name="T8" fmla="*/ 0 w 6"/>
                <a:gd name="T9" fmla="*/ 2 h 5"/>
                <a:gd name="T10" fmla="*/ 0 w 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0" y="2"/>
                  </a:moveTo>
                  <a:lnTo>
                    <a:pt x="4" y="0"/>
                  </a:lnTo>
                  <a:lnTo>
                    <a:pt x="6" y="3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1355"/>
            <p:cNvSpPr/>
            <p:nvPr>
              <p:custDataLst>
                <p:tags r:id="rId16"/>
              </p:custDataLst>
            </p:nvPr>
          </p:nvSpPr>
          <p:spPr bwMode="auto">
            <a:xfrm>
              <a:off x="7154864" y="7561263"/>
              <a:ext cx="19050" cy="17463"/>
            </a:xfrm>
            <a:custGeom>
              <a:avLst/>
              <a:gdLst>
                <a:gd name="T0" fmla="*/ 3 w 12"/>
                <a:gd name="T1" fmla="*/ 10 h 11"/>
                <a:gd name="T2" fmla="*/ 1 w 12"/>
                <a:gd name="T3" fmla="*/ 7 h 11"/>
                <a:gd name="T4" fmla="*/ 3 w 12"/>
                <a:gd name="T5" fmla="*/ 6 h 11"/>
                <a:gd name="T6" fmla="*/ 4 w 12"/>
                <a:gd name="T7" fmla="*/ 8 h 11"/>
                <a:gd name="T8" fmla="*/ 3 w 12"/>
                <a:gd name="T9" fmla="*/ 6 h 11"/>
                <a:gd name="T10" fmla="*/ 1 w 12"/>
                <a:gd name="T11" fmla="*/ 7 h 11"/>
                <a:gd name="T12" fmla="*/ 0 w 12"/>
                <a:gd name="T13" fmla="*/ 5 h 11"/>
                <a:gd name="T14" fmla="*/ 9 w 12"/>
                <a:gd name="T15" fmla="*/ 0 h 11"/>
                <a:gd name="T16" fmla="*/ 12 w 12"/>
                <a:gd name="T17" fmla="*/ 8 h 11"/>
                <a:gd name="T18" fmla="*/ 3 w 12"/>
                <a:gd name="T19" fmla="*/ 11 h 11"/>
                <a:gd name="T20" fmla="*/ 3 w 12"/>
                <a:gd name="T21" fmla="*/ 10 h 11"/>
                <a:gd name="T22" fmla="*/ 3 w 12"/>
                <a:gd name="T23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1">
                  <a:moveTo>
                    <a:pt x="3" y="10"/>
                  </a:moveTo>
                  <a:lnTo>
                    <a:pt x="1" y="7"/>
                  </a:lnTo>
                  <a:lnTo>
                    <a:pt x="3" y="6"/>
                  </a:lnTo>
                  <a:lnTo>
                    <a:pt x="4" y="8"/>
                  </a:lnTo>
                  <a:lnTo>
                    <a:pt x="3" y="6"/>
                  </a:lnTo>
                  <a:lnTo>
                    <a:pt x="1" y="7"/>
                  </a:lnTo>
                  <a:lnTo>
                    <a:pt x="0" y="5"/>
                  </a:lnTo>
                  <a:lnTo>
                    <a:pt x="9" y="0"/>
                  </a:lnTo>
                  <a:lnTo>
                    <a:pt x="12" y="8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Freeform 1356"/>
            <p:cNvSpPr/>
            <p:nvPr>
              <p:custDataLst>
                <p:tags r:id="rId17"/>
              </p:custDataLst>
            </p:nvPr>
          </p:nvSpPr>
          <p:spPr bwMode="auto">
            <a:xfrm>
              <a:off x="7072314" y="7613651"/>
              <a:ext cx="96838" cy="44450"/>
            </a:xfrm>
            <a:custGeom>
              <a:avLst/>
              <a:gdLst>
                <a:gd name="T0" fmla="*/ 3 w 55"/>
                <a:gd name="T1" fmla="*/ 9 h 25"/>
                <a:gd name="T2" fmla="*/ 0 w 55"/>
                <a:gd name="T3" fmla="*/ 1 h 25"/>
                <a:gd name="T4" fmla="*/ 0 w 55"/>
                <a:gd name="T5" fmla="*/ 1 h 25"/>
                <a:gd name="T6" fmla="*/ 3 w 55"/>
                <a:gd name="T7" fmla="*/ 0 h 25"/>
                <a:gd name="T8" fmla="*/ 6 w 55"/>
                <a:gd name="T9" fmla="*/ 8 h 25"/>
                <a:gd name="T10" fmla="*/ 6 w 55"/>
                <a:gd name="T11" fmla="*/ 8 h 25"/>
                <a:gd name="T12" fmla="*/ 23 w 55"/>
                <a:gd name="T13" fmla="*/ 21 h 25"/>
                <a:gd name="T14" fmla="*/ 23 w 55"/>
                <a:gd name="T15" fmla="*/ 21 h 25"/>
                <a:gd name="T16" fmla="*/ 36 w 55"/>
                <a:gd name="T17" fmla="*/ 17 h 25"/>
                <a:gd name="T18" fmla="*/ 36 w 55"/>
                <a:gd name="T19" fmla="*/ 17 h 25"/>
                <a:gd name="T20" fmla="*/ 47 w 55"/>
                <a:gd name="T21" fmla="*/ 9 h 25"/>
                <a:gd name="T22" fmla="*/ 47 w 55"/>
                <a:gd name="T23" fmla="*/ 9 h 25"/>
                <a:gd name="T24" fmla="*/ 52 w 55"/>
                <a:gd name="T25" fmla="*/ 3 h 25"/>
                <a:gd name="T26" fmla="*/ 52 w 55"/>
                <a:gd name="T27" fmla="*/ 3 h 25"/>
                <a:gd name="T28" fmla="*/ 52 w 55"/>
                <a:gd name="T29" fmla="*/ 3 h 25"/>
                <a:gd name="T30" fmla="*/ 52 w 55"/>
                <a:gd name="T31" fmla="*/ 3 h 25"/>
                <a:gd name="T32" fmla="*/ 52 w 55"/>
                <a:gd name="T33" fmla="*/ 3 h 25"/>
                <a:gd name="T34" fmla="*/ 52 w 55"/>
                <a:gd name="T35" fmla="*/ 3 h 25"/>
                <a:gd name="T36" fmla="*/ 52 w 55"/>
                <a:gd name="T37" fmla="*/ 3 h 25"/>
                <a:gd name="T38" fmla="*/ 54 w 55"/>
                <a:gd name="T39" fmla="*/ 2 h 25"/>
                <a:gd name="T40" fmla="*/ 54 w 55"/>
                <a:gd name="T41" fmla="*/ 6 h 25"/>
                <a:gd name="T42" fmla="*/ 54 w 55"/>
                <a:gd name="T43" fmla="*/ 6 h 25"/>
                <a:gd name="T44" fmla="*/ 50 w 55"/>
                <a:gd name="T45" fmla="*/ 11 h 25"/>
                <a:gd name="T46" fmla="*/ 50 w 55"/>
                <a:gd name="T47" fmla="*/ 11 h 25"/>
                <a:gd name="T48" fmla="*/ 37 w 55"/>
                <a:gd name="T49" fmla="*/ 20 h 25"/>
                <a:gd name="T50" fmla="*/ 37 w 55"/>
                <a:gd name="T51" fmla="*/ 20 h 25"/>
                <a:gd name="T52" fmla="*/ 24 w 55"/>
                <a:gd name="T53" fmla="*/ 24 h 25"/>
                <a:gd name="T54" fmla="*/ 24 w 55"/>
                <a:gd name="T55" fmla="*/ 24 h 25"/>
                <a:gd name="T56" fmla="*/ 3 w 55"/>
                <a:gd name="T57" fmla="*/ 9 h 25"/>
                <a:gd name="T58" fmla="*/ 3 w 55"/>
                <a:gd name="T59" fmla="*/ 9 h 25"/>
                <a:gd name="T60" fmla="*/ 3 w 55"/>
                <a:gd name="T61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25">
                  <a:moveTo>
                    <a:pt x="3" y="9"/>
                  </a:moveTo>
                  <a:cubicBezTo>
                    <a:pt x="1" y="5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4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9" y="14"/>
                    <a:pt x="15" y="22"/>
                    <a:pt x="2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8" y="20"/>
                    <a:pt x="32" y="19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0" y="15"/>
                    <a:pt x="45" y="12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50" y="6"/>
                    <a:pt x="52" y="4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5" y="4"/>
                    <a:pt x="54" y="5"/>
                    <a:pt x="54" y="6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8"/>
                    <a:pt x="52" y="9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7" y="14"/>
                    <a:pt x="42" y="17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3" y="22"/>
                    <a:pt x="28" y="2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13" y="25"/>
                    <a:pt x="7" y="16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1357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7069139" y="7610476"/>
              <a:ext cx="103188" cy="49213"/>
            </a:xfrm>
            <a:custGeom>
              <a:avLst/>
              <a:gdLst>
                <a:gd name="T0" fmla="*/ 24 w 59"/>
                <a:gd name="T1" fmla="*/ 28 h 28"/>
                <a:gd name="T2" fmla="*/ 3 w 59"/>
                <a:gd name="T3" fmla="*/ 12 h 28"/>
                <a:gd name="T4" fmla="*/ 3 w 59"/>
                <a:gd name="T5" fmla="*/ 12 h 28"/>
                <a:gd name="T6" fmla="*/ 3 w 59"/>
                <a:gd name="T7" fmla="*/ 12 h 28"/>
                <a:gd name="T8" fmla="*/ 3 w 59"/>
                <a:gd name="T9" fmla="*/ 12 h 28"/>
                <a:gd name="T10" fmla="*/ 0 w 59"/>
                <a:gd name="T11" fmla="*/ 3 h 28"/>
                <a:gd name="T12" fmla="*/ 0 w 59"/>
                <a:gd name="T13" fmla="*/ 3 h 28"/>
                <a:gd name="T14" fmla="*/ 0 w 59"/>
                <a:gd name="T15" fmla="*/ 1 h 28"/>
                <a:gd name="T16" fmla="*/ 2 w 59"/>
                <a:gd name="T17" fmla="*/ 1 h 28"/>
                <a:gd name="T18" fmla="*/ 5 w 59"/>
                <a:gd name="T19" fmla="*/ 0 h 28"/>
                <a:gd name="T20" fmla="*/ 5 w 59"/>
                <a:gd name="T21" fmla="*/ 0 h 28"/>
                <a:gd name="T22" fmla="*/ 7 w 59"/>
                <a:gd name="T23" fmla="*/ 1 h 28"/>
                <a:gd name="T24" fmla="*/ 7 w 59"/>
                <a:gd name="T25" fmla="*/ 1 h 28"/>
                <a:gd name="T26" fmla="*/ 7 w 59"/>
                <a:gd name="T27" fmla="*/ 1 h 28"/>
                <a:gd name="T28" fmla="*/ 7 w 59"/>
                <a:gd name="T29" fmla="*/ 1 h 28"/>
                <a:gd name="T30" fmla="*/ 7 w 59"/>
                <a:gd name="T31" fmla="*/ 1 h 28"/>
                <a:gd name="T32" fmla="*/ 7 w 59"/>
                <a:gd name="T33" fmla="*/ 1 h 28"/>
                <a:gd name="T34" fmla="*/ 7 w 59"/>
                <a:gd name="T35" fmla="*/ 2 h 28"/>
                <a:gd name="T36" fmla="*/ 7 w 59"/>
                <a:gd name="T37" fmla="*/ 2 h 28"/>
                <a:gd name="T38" fmla="*/ 7 w 59"/>
                <a:gd name="T39" fmla="*/ 2 h 28"/>
                <a:gd name="T40" fmla="*/ 7 w 59"/>
                <a:gd name="T41" fmla="*/ 2 h 28"/>
                <a:gd name="T42" fmla="*/ 7 w 59"/>
                <a:gd name="T43" fmla="*/ 2 h 28"/>
                <a:gd name="T44" fmla="*/ 7 w 59"/>
                <a:gd name="T45" fmla="*/ 2 h 28"/>
                <a:gd name="T46" fmla="*/ 8 w 59"/>
                <a:gd name="T47" fmla="*/ 4 h 28"/>
                <a:gd name="T48" fmla="*/ 8 w 59"/>
                <a:gd name="T49" fmla="*/ 4 h 28"/>
                <a:gd name="T50" fmla="*/ 10 w 59"/>
                <a:gd name="T51" fmla="*/ 9 h 28"/>
                <a:gd name="T52" fmla="*/ 10 w 59"/>
                <a:gd name="T53" fmla="*/ 9 h 28"/>
                <a:gd name="T54" fmla="*/ 24 w 59"/>
                <a:gd name="T55" fmla="*/ 21 h 28"/>
                <a:gd name="T56" fmla="*/ 24 w 59"/>
                <a:gd name="T57" fmla="*/ 21 h 28"/>
                <a:gd name="T58" fmla="*/ 25 w 59"/>
                <a:gd name="T59" fmla="*/ 21 h 28"/>
                <a:gd name="T60" fmla="*/ 25 w 59"/>
                <a:gd name="T61" fmla="*/ 21 h 28"/>
                <a:gd name="T62" fmla="*/ 37 w 59"/>
                <a:gd name="T63" fmla="*/ 17 h 28"/>
                <a:gd name="T64" fmla="*/ 37 w 59"/>
                <a:gd name="T65" fmla="*/ 17 h 28"/>
                <a:gd name="T66" fmla="*/ 48 w 59"/>
                <a:gd name="T67" fmla="*/ 9 h 28"/>
                <a:gd name="T68" fmla="*/ 48 w 59"/>
                <a:gd name="T69" fmla="*/ 9 h 28"/>
                <a:gd name="T70" fmla="*/ 51 w 59"/>
                <a:gd name="T71" fmla="*/ 5 h 28"/>
                <a:gd name="T72" fmla="*/ 51 w 59"/>
                <a:gd name="T73" fmla="*/ 5 h 28"/>
                <a:gd name="T74" fmla="*/ 51 w 59"/>
                <a:gd name="T75" fmla="*/ 3 h 28"/>
                <a:gd name="T76" fmla="*/ 53 w 59"/>
                <a:gd name="T77" fmla="*/ 3 h 28"/>
                <a:gd name="T78" fmla="*/ 57 w 59"/>
                <a:gd name="T79" fmla="*/ 1 h 28"/>
                <a:gd name="T80" fmla="*/ 58 w 59"/>
                <a:gd name="T81" fmla="*/ 3 h 28"/>
                <a:gd name="T82" fmla="*/ 59 w 59"/>
                <a:gd name="T83" fmla="*/ 5 h 28"/>
                <a:gd name="T84" fmla="*/ 59 w 59"/>
                <a:gd name="T85" fmla="*/ 5 h 28"/>
                <a:gd name="T86" fmla="*/ 57 w 59"/>
                <a:gd name="T87" fmla="*/ 9 h 28"/>
                <a:gd name="T88" fmla="*/ 57 w 59"/>
                <a:gd name="T89" fmla="*/ 9 h 28"/>
                <a:gd name="T90" fmla="*/ 53 w 59"/>
                <a:gd name="T91" fmla="*/ 14 h 28"/>
                <a:gd name="T92" fmla="*/ 53 w 59"/>
                <a:gd name="T93" fmla="*/ 14 h 28"/>
                <a:gd name="T94" fmla="*/ 40 w 59"/>
                <a:gd name="T95" fmla="*/ 23 h 28"/>
                <a:gd name="T96" fmla="*/ 40 w 59"/>
                <a:gd name="T97" fmla="*/ 23 h 28"/>
                <a:gd name="T98" fmla="*/ 26 w 59"/>
                <a:gd name="T99" fmla="*/ 28 h 28"/>
                <a:gd name="T100" fmla="*/ 26 w 59"/>
                <a:gd name="T101" fmla="*/ 28 h 28"/>
                <a:gd name="T102" fmla="*/ 24 w 59"/>
                <a:gd name="T103" fmla="*/ 28 h 28"/>
                <a:gd name="T104" fmla="*/ 24 w 59"/>
                <a:gd name="T105" fmla="*/ 28 h 28"/>
                <a:gd name="T106" fmla="*/ 24 w 59"/>
                <a:gd name="T107" fmla="*/ 28 h 28"/>
                <a:gd name="T108" fmla="*/ 5 w 59"/>
                <a:gd name="T109" fmla="*/ 11 h 28"/>
                <a:gd name="T110" fmla="*/ 6 w 59"/>
                <a:gd name="T111" fmla="*/ 11 h 28"/>
                <a:gd name="T112" fmla="*/ 6 w 59"/>
                <a:gd name="T113" fmla="*/ 11 h 28"/>
                <a:gd name="T114" fmla="*/ 6 w 59"/>
                <a:gd name="T115" fmla="*/ 11 h 28"/>
                <a:gd name="T116" fmla="*/ 5 w 59"/>
                <a:gd name="T117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" h="28">
                  <a:moveTo>
                    <a:pt x="24" y="28"/>
                  </a:moveTo>
                  <a:cubicBezTo>
                    <a:pt x="13" y="28"/>
                    <a:pt x="7" y="19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7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3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5"/>
                    <a:pt x="9" y="7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3" y="15"/>
                    <a:pt x="17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9" y="20"/>
                    <a:pt x="33" y="19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5"/>
                    <a:pt x="45" y="12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8"/>
                    <a:pt x="51" y="6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4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7"/>
                    <a:pt x="58" y="8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11"/>
                    <a:pt x="55" y="12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7"/>
                    <a:pt x="46" y="21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36" y="25"/>
                    <a:pt x="31" y="27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5" y="28"/>
                    <a:pt x="25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lose/>
                  <a:moveTo>
                    <a:pt x="5" y="11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1"/>
                    <a:pt x="5" y="11"/>
                    <a:pt x="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Freeform 1358"/>
            <p:cNvSpPr/>
            <p:nvPr>
              <p:custDataLst>
                <p:tags r:id="rId19"/>
              </p:custDataLst>
            </p:nvPr>
          </p:nvSpPr>
          <p:spPr bwMode="auto">
            <a:xfrm>
              <a:off x="7161214" y="7610476"/>
              <a:ext cx="14288" cy="11113"/>
            </a:xfrm>
            <a:custGeom>
              <a:avLst/>
              <a:gdLst>
                <a:gd name="T0" fmla="*/ 1 w 9"/>
                <a:gd name="T1" fmla="*/ 0 h 7"/>
                <a:gd name="T2" fmla="*/ 9 w 9"/>
                <a:gd name="T3" fmla="*/ 3 h 7"/>
                <a:gd name="T4" fmla="*/ 8 w 9"/>
                <a:gd name="T5" fmla="*/ 7 h 7"/>
                <a:gd name="T6" fmla="*/ 0 w 9"/>
                <a:gd name="T7" fmla="*/ 3 h 7"/>
                <a:gd name="T8" fmla="*/ 1 w 9"/>
                <a:gd name="T9" fmla="*/ 0 h 7"/>
                <a:gd name="T10" fmla="*/ 1 w 9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7">
                  <a:moveTo>
                    <a:pt x="1" y="0"/>
                  </a:moveTo>
                  <a:lnTo>
                    <a:pt x="9" y="3"/>
                  </a:lnTo>
                  <a:lnTo>
                    <a:pt x="8" y="7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1359"/>
            <p:cNvSpPr/>
            <p:nvPr>
              <p:custDataLst>
                <p:tags r:id="rId20"/>
              </p:custDataLst>
            </p:nvPr>
          </p:nvSpPr>
          <p:spPr bwMode="auto">
            <a:xfrm>
              <a:off x="7156451" y="7605713"/>
              <a:ext cx="23813" cy="20638"/>
            </a:xfrm>
            <a:custGeom>
              <a:avLst/>
              <a:gdLst>
                <a:gd name="T0" fmla="*/ 0 w 15"/>
                <a:gd name="T1" fmla="*/ 7 h 13"/>
                <a:gd name="T2" fmla="*/ 1 w 15"/>
                <a:gd name="T3" fmla="*/ 5 h 13"/>
                <a:gd name="T4" fmla="*/ 2 w 15"/>
                <a:gd name="T5" fmla="*/ 2 h 13"/>
                <a:gd name="T6" fmla="*/ 3 w 15"/>
                <a:gd name="T7" fmla="*/ 0 h 13"/>
                <a:gd name="T8" fmla="*/ 15 w 15"/>
                <a:gd name="T9" fmla="*/ 5 h 13"/>
                <a:gd name="T10" fmla="*/ 12 w 15"/>
                <a:gd name="T11" fmla="*/ 13 h 13"/>
                <a:gd name="T12" fmla="*/ 0 w 15"/>
                <a:gd name="T13" fmla="*/ 7 h 13"/>
                <a:gd name="T14" fmla="*/ 0 w 15"/>
                <a:gd name="T1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3">
                  <a:moveTo>
                    <a:pt x="0" y="7"/>
                  </a:moveTo>
                  <a:lnTo>
                    <a:pt x="1" y="5"/>
                  </a:lnTo>
                  <a:lnTo>
                    <a:pt x="2" y="2"/>
                  </a:lnTo>
                  <a:lnTo>
                    <a:pt x="3" y="0"/>
                  </a:lnTo>
                  <a:lnTo>
                    <a:pt x="15" y="5"/>
                  </a:lnTo>
                  <a:lnTo>
                    <a:pt x="12" y="13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Freeform 1360"/>
            <p:cNvSpPr/>
            <p:nvPr>
              <p:custDataLst>
                <p:tags r:id="rId21"/>
              </p:custDataLst>
            </p:nvPr>
          </p:nvSpPr>
          <p:spPr bwMode="auto">
            <a:xfrm>
              <a:off x="7069139" y="7612063"/>
              <a:ext cx="12700" cy="12700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1 h 8"/>
                <a:gd name="T4" fmla="*/ 3 w 8"/>
                <a:gd name="T5" fmla="*/ 8 h 8"/>
                <a:gd name="T6" fmla="*/ 0 w 8"/>
                <a:gd name="T7" fmla="*/ 6 h 8"/>
                <a:gd name="T8" fmla="*/ 4 w 8"/>
                <a:gd name="T9" fmla="*/ 0 h 8"/>
                <a:gd name="T10" fmla="*/ 4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8" y="1"/>
                  </a:lnTo>
                  <a:lnTo>
                    <a:pt x="3" y="8"/>
                  </a:lnTo>
                  <a:lnTo>
                    <a:pt x="0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1361"/>
            <p:cNvSpPr/>
            <p:nvPr>
              <p:custDataLst>
                <p:tags r:id="rId22"/>
              </p:custDataLst>
            </p:nvPr>
          </p:nvSpPr>
          <p:spPr bwMode="auto">
            <a:xfrm>
              <a:off x="7064376" y="7607301"/>
              <a:ext cx="20638" cy="22225"/>
            </a:xfrm>
            <a:custGeom>
              <a:avLst/>
              <a:gdLst>
                <a:gd name="T0" fmla="*/ 0 w 13"/>
                <a:gd name="T1" fmla="*/ 10 h 14"/>
                <a:gd name="T2" fmla="*/ 6 w 13"/>
                <a:gd name="T3" fmla="*/ 1 h 14"/>
                <a:gd name="T4" fmla="*/ 7 w 13"/>
                <a:gd name="T5" fmla="*/ 0 h 14"/>
                <a:gd name="T6" fmla="*/ 13 w 13"/>
                <a:gd name="T7" fmla="*/ 4 h 14"/>
                <a:gd name="T8" fmla="*/ 6 w 13"/>
                <a:gd name="T9" fmla="*/ 14 h 14"/>
                <a:gd name="T10" fmla="*/ 0 w 13"/>
                <a:gd name="T11" fmla="*/ 10 h 14"/>
                <a:gd name="T12" fmla="*/ 0 w 13"/>
                <a:gd name="T1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4">
                  <a:moveTo>
                    <a:pt x="0" y="10"/>
                  </a:moveTo>
                  <a:lnTo>
                    <a:pt x="6" y="1"/>
                  </a:lnTo>
                  <a:lnTo>
                    <a:pt x="7" y="0"/>
                  </a:lnTo>
                  <a:lnTo>
                    <a:pt x="13" y="4"/>
                  </a:lnTo>
                  <a:lnTo>
                    <a:pt x="6" y="14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Freeform 1362"/>
            <p:cNvSpPr/>
            <p:nvPr>
              <p:custDataLst>
                <p:tags r:id="rId23"/>
              </p:custDataLst>
            </p:nvPr>
          </p:nvSpPr>
          <p:spPr bwMode="auto">
            <a:xfrm>
              <a:off x="7007226" y="7656513"/>
              <a:ext cx="87313" cy="68263"/>
            </a:xfrm>
            <a:custGeom>
              <a:avLst/>
              <a:gdLst>
                <a:gd name="T0" fmla="*/ 0 w 51"/>
                <a:gd name="T1" fmla="*/ 1 h 40"/>
                <a:gd name="T2" fmla="*/ 3 w 51"/>
                <a:gd name="T3" fmla="*/ 0 h 40"/>
                <a:gd name="T4" fmla="*/ 9 w 51"/>
                <a:gd name="T5" fmla="*/ 12 h 40"/>
                <a:gd name="T6" fmla="*/ 9 w 51"/>
                <a:gd name="T7" fmla="*/ 12 h 40"/>
                <a:gd name="T8" fmla="*/ 23 w 51"/>
                <a:gd name="T9" fmla="*/ 33 h 40"/>
                <a:gd name="T10" fmla="*/ 23 w 51"/>
                <a:gd name="T11" fmla="*/ 33 h 40"/>
                <a:gd name="T12" fmla="*/ 40 w 51"/>
                <a:gd name="T13" fmla="*/ 36 h 40"/>
                <a:gd name="T14" fmla="*/ 40 w 51"/>
                <a:gd name="T15" fmla="*/ 36 h 40"/>
                <a:gd name="T16" fmla="*/ 51 w 51"/>
                <a:gd name="T17" fmla="*/ 36 h 40"/>
                <a:gd name="T18" fmla="*/ 51 w 51"/>
                <a:gd name="T19" fmla="*/ 36 h 40"/>
                <a:gd name="T20" fmla="*/ 51 w 51"/>
                <a:gd name="T21" fmla="*/ 39 h 40"/>
                <a:gd name="T22" fmla="*/ 22 w 51"/>
                <a:gd name="T23" fmla="*/ 35 h 40"/>
                <a:gd name="T24" fmla="*/ 22 w 51"/>
                <a:gd name="T25" fmla="*/ 35 h 40"/>
                <a:gd name="T26" fmla="*/ 6 w 51"/>
                <a:gd name="T27" fmla="*/ 13 h 40"/>
                <a:gd name="T28" fmla="*/ 6 w 51"/>
                <a:gd name="T29" fmla="*/ 13 h 40"/>
                <a:gd name="T30" fmla="*/ 0 w 51"/>
                <a:gd name="T31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" h="40">
                  <a:moveTo>
                    <a:pt x="0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5" y="5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3" y="21"/>
                    <a:pt x="19" y="31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7" y="34"/>
                    <a:pt x="34" y="35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6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1" y="39"/>
                    <a:pt x="32" y="40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6" y="33"/>
                    <a:pt x="10" y="22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2" y="7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1363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7000876" y="7650163"/>
              <a:ext cx="98425" cy="82550"/>
            </a:xfrm>
            <a:custGeom>
              <a:avLst/>
              <a:gdLst>
                <a:gd name="T0" fmla="*/ 53 w 56"/>
                <a:gd name="T1" fmla="*/ 44 h 47"/>
                <a:gd name="T2" fmla="*/ 52 w 56"/>
                <a:gd name="T3" fmla="*/ 44 h 47"/>
                <a:gd name="T4" fmla="*/ 52 w 56"/>
                <a:gd name="T5" fmla="*/ 44 h 47"/>
                <a:gd name="T6" fmla="*/ 24 w 56"/>
                <a:gd name="T7" fmla="*/ 40 h 47"/>
                <a:gd name="T8" fmla="*/ 24 w 56"/>
                <a:gd name="T9" fmla="*/ 40 h 47"/>
                <a:gd name="T10" fmla="*/ 7 w 56"/>
                <a:gd name="T11" fmla="*/ 17 h 47"/>
                <a:gd name="T12" fmla="*/ 7 w 56"/>
                <a:gd name="T13" fmla="*/ 17 h 47"/>
                <a:gd name="T14" fmla="*/ 1 w 56"/>
                <a:gd name="T15" fmla="*/ 5 h 47"/>
                <a:gd name="T16" fmla="*/ 1 w 56"/>
                <a:gd name="T17" fmla="*/ 5 h 47"/>
                <a:gd name="T18" fmla="*/ 0 w 56"/>
                <a:gd name="T19" fmla="*/ 3 h 47"/>
                <a:gd name="T20" fmla="*/ 7 w 56"/>
                <a:gd name="T21" fmla="*/ 0 h 47"/>
                <a:gd name="T22" fmla="*/ 8 w 56"/>
                <a:gd name="T23" fmla="*/ 2 h 47"/>
                <a:gd name="T24" fmla="*/ 13 w 56"/>
                <a:gd name="T25" fmla="*/ 14 h 47"/>
                <a:gd name="T26" fmla="*/ 13 w 56"/>
                <a:gd name="T27" fmla="*/ 14 h 47"/>
                <a:gd name="T28" fmla="*/ 27 w 56"/>
                <a:gd name="T29" fmla="*/ 34 h 47"/>
                <a:gd name="T30" fmla="*/ 27 w 56"/>
                <a:gd name="T31" fmla="*/ 34 h 47"/>
                <a:gd name="T32" fmla="*/ 43 w 56"/>
                <a:gd name="T33" fmla="*/ 37 h 47"/>
                <a:gd name="T34" fmla="*/ 43 w 56"/>
                <a:gd name="T35" fmla="*/ 37 h 47"/>
                <a:gd name="T36" fmla="*/ 52 w 56"/>
                <a:gd name="T37" fmla="*/ 37 h 47"/>
                <a:gd name="T38" fmla="*/ 52 w 56"/>
                <a:gd name="T39" fmla="*/ 37 h 47"/>
                <a:gd name="T40" fmla="*/ 54 w 56"/>
                <a:gd name="T41" fmla="*/ 37 h 47"/>
                <a:gd name="T42" fmla="*/ 54 w 56"/>
                <a:gd name="T43" fmla="*/ 37 h 47"/>
                <a:gd name="T44" fmla="*/ 56 w 56"/>
                <a:gd name="T45" fmla="*/ 37 h 47"/>
                <a:gd name="T46" fmla="*/ 56 w 56"/>
                <a:gd name="T47" fmla="*/ 47 h 47"/>
                <a:gd name="T48" fmla="*/ 53 w 56"/>
                <a:gd name="T49" fmla="*/ 44 h 47"/>
                <a:gd name="T50" fmla="*/ 4 w 56"/>
                <a:gd name="T51" fmla="*/ 6 h 47"/>
                <a:gd name="T52" fmla="*/ 3 w 56"/>
                <a:gd name="T53" fmla="*/ 4 h 47"/>
                <a:gd name="T54" fmla="*/ 3 w 56"/>
                <a:gd name="T55" fmla="*/ 4 h 47"/>
                <a:gd name="T56" fmla="*/ 3 w 56"/>
                <a:gd name="T57" fmla="*/ 4 h 47"/>
                <a:gd name="T58" fmla="*/ 4 w 56"/>
                <a:gd name="T59" fmla="*/ 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6" h="47">
                  <a:moveTo>
                    <a:pt x="53" y="44"/>
                  </a:moveTo>
                  <a:cubicBezTo>
                    <a:pt x="53" y="44"/>
                    <a:pt x="52" y="44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6" y="44"/>
                    <a:pt x="33" y="44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17" y="37"/>
                    <a:pt x="11" y="2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11"/>
                    <a:pt x="2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10" y="8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23"/>
                    <a:pt x="24" y="33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1" y="35"/>
                    <a:pt x="38" y="36"/>
                    <a:pt x="43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7" y="37"/>
                    <a:pt x="50" y="37"/>
                    <a:pt x="52" y="37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53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3" y="44"/>
                    <a:pt x="53" y="44"/>
                    <a:pt x="53" y="44"/>
                  </a:cubicBezTo>
                  <a:close/>
                  <a:moveTo>
                    <a:pt x="4" y="6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6"/>
                    <a:pt x="4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Freeform 1364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165976" y="7651751"/>
              <a:ext cx="100013" cy="65088"/>
            </a:xfrm>
            <a:custGeom>
              <a:avLst/>
              <a:gdLst>
                <a:gd name="T0" fmla="*/ 0 w 57"/>
                <a:gd name="T1" fmla="*/ 34 h 37"/>
                <a:gd name="T2" fmla="*/ 36 w 57"/>
                <a:gd name="T3" fmla="*/ 24 h 37"/>
                <a:gd name="T4" fmla="*/ 36 w 57"/>
                <a:gd name="T5" fmla="*/ 24 h 37"/>
                <a:gd name="T6" fmla="*/ 37 w 57"/>
                <a:gd name="T7" fmla="*/ 24 h 37"/>
                <a:gd name="T8" fmla="*/ 37 w 57"/>
                <a:gd name="T9" fmla="*/ 24 h 37"/>
                <a:gd name="T10" fmla="*/ 50 w 57"/>
                <a:gd name="T11" fmla="*/ 9 h 37"/>
                <a:gd name="T12" fmla="*/ 50 w 57"/>
                <a:gd name="T13" fmla="*/ 9 h 37"/>
                <a:gd name="T14" fmla="*/ 54 w 57"/>
                <a:gd name="T15" fmla="*/ 0 h 37"/>
                <a:gd name="T16" fmla="*/ 54 w 57"/>
                <a:gd name="T17" fmla="*/ 0 h 37"/>
                <a:gd name="T18" fmla="*/ 57 w 57"/>
                <a:gd name="T19" fmla="*/ 0 h 37"/>
                <a:gd name="T20" fmla="*/ 38 w 57"/>
                <a:gd name="T21" fmla="*/ 26 h 37"/>
                <a:gd name="T22" fmla="*/ 38 w 57"/>
                <a:gd name="T23" fmla="*/ 26 h 37"/>
                <a:gd name="T24" fmla="*/ 37 w 57"/>
                <a:gd name="T25" fmla="*/ 27 h 37"/>
                <a:gd name="T26" fmla="*/ 37 w 57"/>
                <a:gd name="T27" fmla="*/ 27 h 37"/>
                <a:gd name="T28" fmla="*/ 0 w 57"/>
                <a:gd name="T29" fmla="*/ 37 h 37"/>
                <a:gd name="T30" fmla="*/ 0 w 57"/>
                <a:gd name="T31" fmla="*/ 37 h 37"/>
                <a:gd name="T32" fmla="*/ 0 w 57"/>
                <a:gd name="T33" fmla="*/ 34 h 37"/>
                <a:gd name="T34" fmla="*/ 54 w 57"/>
                <a:gd name="T35" fmla="*/ 0 h 37"/>
                <a:gd name="T36" fmla="*/ 54 w 57"/>
                <a:gd name="T37" fmla="*/ 0 h 37"/>
                <a:gd name="T38" fmla="*/ 54 w 57"/>
                <a:gd name="T39" fmla="*/ 0 h 37"/>
                <a:gd name="T40" fmla="*/ 54 w 57"/>
                <a:gd name="T41" fmla="*/ 0 h 37"/>
                <a:gd name="T42" fmla="*/ 54 w 57"/>
                <a:gd name="T4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37">
                  <a:moveTo>
                    <a:pt x="0" y="34"/>
                  </a:moveTo>
                  <a:cubicBezTo>
                    <a:pt x="0" y="34"/>
                    <a:pt x="21" y="31"/>
                    <a:pt x="36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4"/>
                    <a:pt x="36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43" y="20"/>
                    <a:pt x="48" y="14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4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6" y="0"/>
                    <a:pt x="53" y="19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22" y="34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4"/>
                    <a:pt x="0" y="34"/>
                    <a:pt x="0" y="34"/>
                  </a:cubicBezTo>
                  <a:close/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365"/>
            <p:cNvSpPr/>
            <p:nvPr>
              <p:custDataLst>
                <p:tags r:id="rId26"/>
              </p:custDataLst>
            </p:nvPr>
          </p:nvSpPr>
          <p:spPr bwMode="auto">
            <a:xfrm>
              <a:off x="7162801" y="7646988"/>
              <a:ext cx="107950" cy="73025"/>
            </a:xfrm>
            <a:custGeom>
              <a:avLst/>
              <a:gdLst>
                <a:gd name="T0" fmla="*/ 0 w 62"/>
                <a:gd name="T1" fmla="*/ 40 h 42"/>
                <a:gd name="T2" fmla="*/ 0 w 62"/>
                <a:gd name="T3" fmla="*/ 37 h 42"/>
                <a:gd name="T4" fmla="*/ 2 w 62"/>
                <a:gd name="T5" fmla="*/ 37 h 42"/>
                <a:gd name="T6" fmla="*/ 0 w 62"/>
                <a:gd name="T7" fmla="*/ 37 h 42"/>
                <a:gd name="T8" fmla="*/ 0 w 62"/>
                <a:gd name="T9" fmla="*/ 36 h 42"/>
                <a:gd name="T10" fmla="*/ 0 w 62"/>
                <a:gd name="T11" fmla="*/ 35 h 42"/>
                <a:gd name="T12" fmla="*/ 1 w 62"/>
                <a:gd name="T13" fmla="*/ 35 h 42"/>
                <a:gd name="T14" fmla="*/ 1 w 62"/>
                <a:gd name="T15" fmla="*/ 35 h 42"/>
                <a:gd name="T16" fmla="*/ 1 w 62"/>
                <a:gd name="T17" fmla="*/ 35 h 42"/>
                <a:gd name="T18" fmla="*/ 1 w 62"/>
                <a:gd name="T19" fmla="*/ 35 h 42"/>
                <a:gd name="T20" fmla="*/ 1 w 62"/>
                <a:gd name="T21" fmla="*/ 35 h 42"/>
                <a:gd name="T22" fmla="*/ 1 w 62"/>
                <a:gd name="T23" fmla="*/ 35 h 42"/>
                <a:gd name="T24" fmla="*/ 1 w 62"/>
                <a:gd name="T25" fmla="*/ 35 h 42"/>
                <a:gd name="T26" fmla="*/ 1 w 62"/>
                <a:gd name="T27" fmla="*/ 35 h 42"/>
                <a:gd name="T28" fmla="*/ 2 w 62"/>
                <a:gd name="T29" fmla="*/ 35 h 42"/>
                <a:gd name="T30" fmla="*/ 2 w 62"/>
                <a:gd name="T31" fmla="*/ 35 h 42"/>
                <a:gd name="T32" fmla="*/ 2 w 62"/>
                <a:gd name="T33" fmla="*/ 34 h 42"/>
                <a:gd name="T34" fmla="*/ 2 w 62"/>
                <a:gd name="T35" fmla="*/ 34 h 42"/>
                <a:gd name="T36" fmla="*/ 5 w 62"/>
                <a:gd name="T37" fmla="*/ 34 h 42"/>
                <a:gd name="T38" fmla="*/ 5 w 62"/>
                <a:gd name="T39" fmla="*/ 34 h 42"/>
                <a:gd name="T40" fmla="*/ 14 w 62"/>
                <a:gd name="T41" fmla="*/ 32 h 42"/>
                <a:gd name="T42" fmla="*/ 14 w 62"/>
                <a:gd name="T43" fmla="*/ 32 h 42"/>
                <a:gd name="T44" fmla="*/ 37 w 62"/>
                <a:gd name="T45" fmla="*/ 25 h 42"/>
                <a:gd name="T46" fmla="*/ 37 w 62"/>
                <a:gd name="T47" fmla="*/ 25 h 42"/>
                <a:gd name="T48" fmla="*/ 38 w 62"/>
                <a:gd name="T49" fmla="*/ 25 h 42"/>
                <a:gd name="T50" fmla="*/ 38 w 62"/>
                <a:gd name="T51" fmla="*/ 25 h 42"/>
                <a:gd name="T52" fmla="*/ 50 w 62"/>
                <a:gd name="T53" fmla="*/ 11 h 42"/>
                <a:gd name="T54" fmla="*/ 50 w 62"/>
                <a:gd name="T55" fmla="*/ 11 h 42"/>
                <a:gd name="T56" fmla="*/ 54 w 62"/>
                <a:gd name="T57" fmla="*/ 2 h 42"/>
                <a:gd name="T58" fmla="*/ 54 w 62"/>
                <a:gd name="T59" fmla="*/ 2 h 42"/>
                <a:gd name="T60" fmla="*/ 54 w 62"/>
                <a:gd name="T61" fmla="*/ 0 h 42"/>
                <a:gd name="T62" fmla="*/ 62 w 62"/>
                <a:gd name="T63" fmla="*/ 2 h 42"/>
                <a:gd name="T64" fmla="*/ 60 w 62"/>
                <a:gd name="T65" fmla="*/ 4 h 42"/>
                <a:gd name="T66" fmla="*/ 60 w 62"/>
                <a:gd name="T67" fmla="*/ 5 h 42"/>
                <a:gd name="T68" fmla="*/ 60 w 62"/>
                <a:gd name="T69" fmla="*/ 5 h 42"/>
                <a:gd name="T70" fmla="*/ 60 w 62"/>
                <a:gd name="T71" fmla="*/ 7 h 42"/>
                <a:gd name="T72" fmla="*/ 60 w 62"/>
                <a:gd name="T73" fmla="*/ 7 h 42"/>
                <a:gd name="T74" fmla="*/ 57 w 62"/>
                <a:gd name="T75" fmla="*/ 14 h 42"/>
                <a:gd name="T76" fmla="*/ 57 w 62"/>
                <a:gd name="T77" fmla="*/ 14 h 42"/>
                <a:gd name="T78" fmla="*/ 41 w 62"/>
                <a:gd name="T79" fmla="*/ 31 h 42"/>
                <a:gd name="T80" fmla="*/ 41 w 62"/>
                <a:gd name="T81" fmla="*/ 31 h 42"/>
                <a:gd name="T82" fmla="*/ 40 w 62"/>
                <a:gd name="T83" fmla="*/ 32 h 42"/>
                <a:gd name="T84" fmla="*/ 40 w 62"/>
                <a:gd name="T85" fmla="*/ 32 h 42"/>
                <a:gd name="T86" fmla="*/ 3 w 62"/>
                <a:gd name="T87" fmla="*/ 42 h 42"/>
                <a:gd name="T88" fmla="*/ 3 w 62"/>
                <a:gd name="T89" fmla="*/ 42 h 42"/>
                <a:gd name="T90" fmla="*/ 0 w 62"/>
                <a:gd name="T91" fmla="*/ 42 h 42"/>
                <a:gd name="T92" fmla="*/ 0 w 62"/>
                <a:gd name="T9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42">
                  <a:moveTo>
                    <a:pt x="0" y="4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4"/>
                    <a:pt x="4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7" y="34"/>
                    <a:pt x="10" y="33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21" y="31"/>
                    <a:pt x="30" y="28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44" y="22"/>
                    <a:pt x="48" y="16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3" y="6"/>
                    <a:pt x="54" y="2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4"/>
                    <a:pt x="60" y="4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6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9" y="9"/>
                    <a:pt x="58" y="12"/>
                    <a:pt x="57" y="14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4" y="20"/>
                    <a:pt x="49" y="27"/>
                    <a:pt x="41" y="31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0" y="31"/>
                    <a:pt x="40" y="31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25" y="38"/>
                    <a:pt x="5" y="41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0"/>
                    <a:pt x="0" y="40"/>
                    <a:pt x="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Freeform 1366"/>
            <p:cNvSpPr/>
            <p:nvPr>
              <p:custDataLst>
                <p:tags r:id="rId27"/>
              </p:custDataLst>
            </p:nvPr>
          </p:nvSpPr>
          <p:spPr bwMode="auto">
            <a:xfrm>
              <a:off x="7065964" y="7685088"/>
              <a:ext cx="128588" cy="176213"/>
            </a:xfrm>
            <a:custGeom>
              <a:avLst/>
              <a:gdLst>
                <a:gd name="T0" fmla="*/ 7 w 74"/>
                <a:gd name="T1" fmla="*/ 69 h 101"/>
                <a:gd name="T2" fmla="*/ 31 w 74"/>
                <a:gd name="T3" fmla="*/ 6 h 101"/>
                <a:gd name="T4" fmla="*/ 31 w 74"/>
                <a:gd name="T5" fmla="*/ 6 h 101"/>
                <a:gd name="T6" fmla="*/ 66 w 74"/>
                <a:gd name="T7" fmla="*/ 24 h 101"/>
                <a:gd name="T8" fmla="*/ 66 w 74"/>
                <a:gd name="T9" fmla="*/ 24 h 101"/>
                <a:gd name="T10" fmla="*/ 70 w 74"/>
                <a:gd name="T11" fmla="*/ 38 h 101"/>
                <a:gd name="T12" fmla="*/ 70 w 74"/>
                <a:gd name="T13" fmla="*/ 38 h 101"/>
                <a:gd name="T14" fmla="*/ 44 w 74"/>
                <a:gd name="T15" fmla="*/ 95 h 101"/>
                <a:gd name="T16" fmla="*/ 44 w 74"/>
                <a:gd name="T17" fmla="*/ 95 h 101"/>
                <a:gd name="T18" fmla="*/ 43 w 74"/>
                <a:gd name="T19" fmla="*/ 94 h 101"/>
                <a:gd name="T20" fmla="*/ 41 w 74"/>
                <a:gd name="T21" fmla="*/ 93 h 101"/>
                <a:gd name="T22" fmla="*/ 67 w 74"/>
                <a:gd name="T23" fmla="*/ 39 h 101"/>
                <a:gd name="T24" fmla="*/ 67 w 74"/>
                <a:gd name="T25" fmla="*/ 39 h 101"/>
                <a:gd name="T26" fmla="*/ 63 w 74"/>
                <a:gd name="T27" fmla="*/ 25 h 101"/>
                <a:gd name="T28" fmla="*/ 63 w 74"/>
                <a:gd name="T29" fmla="*/ 25 h 101"/>
                <a:gd name="T30" fmla="*/ 32 w 74"/>
                <a:gd name="T31" fmla="*/ 9 h 101"/>
                <a:gd name="T32" fmla="*/ 32 w 74"/>
                <a:gd name="T33" fmla="*/ 9 h 101"/>
                <a:gd name="T34" fmla="*/ 10 w 74"/>
                <a:gd name="T35" fmla="*/ 68 h 101"/>
                <a:gd name="T36" fmla="*/ 10 w 74"/>
                <a:gd name="T37" fmla="*/ 68 h 101"/>
                <a:gd name="T38" fmla="*/ 14 w 74"/>
                <a:gd name="T39" fmla="*/ 79 h 101"/>
                <a:gd name="T40" fmla="*/ 14 w 74"/>
                <a:gd name="T41" fmla="*/ 79 h 101"/>
                <a:gd name="T42" fmla="*/ 25 w 74"/>
                <a:gd name="T43" fmla="*/ 94 h 101"/>
                <a:gd name="T44" fmla="*/ 25 w 74"/>
                <a:gd name="T45" fmla="*/ 94 h 101"/>
                <a:gd name="T46" fmla="*/ 38 w 74"/>
                <a:gd name="T47" fmla="*/ 95 h 101"/>
                <a:gd name="T48" fmla="*/ 38 w 74"/>
                <a:gd name="T49" fmla="*/ 95 h 101"/>
                <a:gd name="T50" fmla="*/ 41 w 74"/>
                <a:gd name="T51" fmla="*/ 93 h 101"/>
                <a:gd name="T52" fmla="*/ 41 w 74"/>
                <a:gd name="T53" fmla="*/ 93 h 101"/>
                <a:gd name="T54" fmla="*/ 43 w 74"/>
                <a:gd name="T55" fmla="*/ 94 h 101"/>
                <a:gd name="T56" fmla="*/ 44 w 74"/>
                <a:gd name="T57" fmla="*/ 95 h 101"/>
                <a:gd name="T58" fmla="*/ 39 w 74"/>
                <a:gd name="T59" fmla="*/ 98 h 101"/>
                <a:gd name="T60" fmla="*/ 39 w 74"/>
                <a:gd name="T61" fmla="*/ 98 h 101"/>
                <a:gd name="T62" fmla="*/ 24 w 74"/>
                <a:gd name="T63" fmla="*/ 96 h 101"/>
                <a:gd name="T64" fmla="*/ 24 w 74"/>
                <a:gd name="T65" fmla="*/ 96 h 101"/>
                <a:gd name="T66" fmla="*/ 12 w 74"/>
                <a:gd name="T67" fmla="*/ 80 h 101"/>
                <a:gd name="T68" fmla="*/ 12 w 74"/>
                <a:gd name="T69" fmla="*/ 80 h 101"/>
                <a:gd name="T70" fmla="*/ 7 w 74"/>
                <a:gd name="T71" fmla="*/ 6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4" h="101">
                  <a:moveTo>
                    <a:pt x="7" y="69"/>
                  </a:moveTo>
                  <a:cubicBezTo>
                    <a:pt x="0" y="47"/>
                    <a:pt x="13" y="1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45" y="0"/>
                    <a:pt x="59" y="9"/>
                    <a:pt x="66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8"/>
                    <a:pt x="70" y="33"/>
                    <a:pt x="70" y="38"/>
                  </a:cubicBezTo>
                  <a:cubicBezTo>
                    <a:pt x="70" y="38"/>
                    <a:pt x="70" y="38"/>
                    <a:pt x="70" y="38"/>
                  </a:cubicBezTo>
                  <a:cubicBezTo>
                    <a:pt x="74" y="61"/>
                    <a:pt x="63" y="78"/>
                    <a:pt x="44" y="95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61" y="75"/>
                    <a:pt x="71" y="60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5" y="29"/>
                    <a:pt x="63" y="25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6" y="11"/>
                    <a:pt x="44" y="3"/>
                    <a:pt x="32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16" y="16"/>
                    <a:pt x="3" y="48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72"/>
                    <a:pt x="13" y="75"/>
                    <a:pt x="14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8" y="85"/>
                    <a:pt x="21" y="91"/>
                    <a:pt x="25" y="94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9" y="97"/>
                    <a:pt x="33" y="97"/>
                    <a:pt x="38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9" y="95"/>
                    <a:pt x="40" y="94"/>
                    <a:pt x="41" y="93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6"/>
                    <a:pt x="41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4" y="101"/>
                    <a:pt x="28" y="100"/>
                    <a:pt x="24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9" y="93"/>
                    <a:pt x="15" y="87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0" y="77"/>
                    <a:pt x="8" y="73"/>
                    <a:pt x="7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367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7070726" y="7688263"/>
              <a:ext cx="122238" cy="174625"/>
            </a:xfrm>
            <a:custGeom>
              <a:avLst/>
              <a:gdLst>
                <a:gd name="T0" fmla="*/ 30 w 70"/>
                <a:gd name="T1" fmla="*/ 100 h 100"/>
                <a:gd name="T2" fmla="*/ 19 w 70"/>
                <a:gd name="T3" fmla="*/ 96 h 100"/>
                <a:gd name="T4" fmla="*/ 19 w 70"/>
                <a:gd name="T5" fmla="*/ 96 h 100"/>
                <a:gd name="T6" fmla="*/ 7 w 70"/>
                <a:gd name="T7" fmla="*/ 79 h 100"/>
                <a:gd name="T8" fmla="*/ 7 w 70"/>
                <a:gd name="T9" fmla="*/ 79 h 100"/>
                <a:gd name="T10" fmla="*/ 2 w 70"/>
                <a:gd name="T11" fmla="*/ 67 h 100"/>
                <a:gd name="T12" fmla="*/ 2 w 70"/>
                <a:gd name="T13" fmla="*/ 67 h 100"/>
                <a:gd name="T14" fmla="*/ 4 w 70"/>
                <a:gd name="T15" fmla="*/ 67 h 100"/>
                <a:gd name="T16" fmla="*/ 2 w 70"/>
                <a:gd name="T17" fmla="*/ 67 h 100"/>
                <a:gd name="T18" fmla="*/ 0 w 70"/>
                <a:gd name="T19" fmla="*/ 53 h 100"/>
                <a:gd name="T20" fmla="*/ 0 w 70"/>
                <a:gd name="T21" fmla="*/ 53 h 100"/>
                <a:gd name="T22" fmla="*/ 27 w 70"/>
                <a:gd name="T23" fmla="*/ 2 h 100"/>
                <a:gd name="T24" fmla="*/ 27 w 70"/>
                <a:gd name="T25" fmla="*/ 2 h 100"/>
                <a:gd name="T26" fmla="*/ 37 w 70"/>
                <a:gd name="T27" fmla="*/ 0 h 100"/>
                <a:gd name="T28" fmla="*/ 37 w 70"/>
                <a:gd name="T29" fmla="*/ 0 h 100"/>
                <a:gd name="T30" fmla="*/ 65 w 70"/>
                <a:gd name="T31" fmla="*/ 21 h 100"/>
                <a:gd name="T32" fmla="*/ 65 w 70"/>
                <a:gd name="T33" fmla="*/ 21 h 100"/>
                <a:gd name="T34" fmla="*/ 69 w 70"/>
                <a:gd name="T35" fmla="*/ 36 h 100"/>
                <a:gd name="T36" fmla="*/ 69 w 70"/>
                <a:gd name="T37" fmla="*/ 36 h 100"/>
                <a:gd name="T38" fmla="*/ 70 w 70"/>
                <a:gd name="T39" fmla="*/ 44 h 100"/>
                <a:gd name="T40" fmla="*/ 70 w 70"/>
                <a:gd name="T41" fmla="*/ 44 h 100"/>
                <a:gd name="T42" fmla="*/ 43 w 70"/>
                <a:gd name="T43" fmla="*/ 93 h 100"/>
                <a:gd name="T44" fmla="*/ 43 w 70"/>
                <a:gd name="T45" fmla="*/ 93 h 100"/>
                <a:gd name="T46" fmla="*/ 43 w 70"/>
                <a:gd name="T47" fmla="*/ 93 h 100"/>
                <a:gd name="T48" fmla="*/ 42 w 70"/>
                <a:gd name="T49" fmla="*/ 94 h 100"/>
                <a:gd name="T50" fmla="*/ 41 w 70"/>
                <a:gd name="T51" fmla="*/ 95 h 100"/>
                <a:gd name="T52" fmla="*/ 41 w 70"/>
                <a:gd name="T53" fmla="*/ 95 h 100"/>
                <a:gd name="T54" fmla="*/ 40 w 70"/>
                <a:gd name="T55" fmla="*/ 96 h 100"/>
                <a:gd name="T56" fmla="*/ 40 w 70"/>
                <a:gd name="T57" fmla="*/ 96 h 100"/>
                <a:gd name="T58" fmla="*/ 37 w 70"/>
                <a:gd name="T59" fmla="*/ 98 h 100"/>
                <a:gd name="T60" fmla="*/ 37 w 70"/>
                <a:gd name="T61" fmla="*/ 98 h 100"/>
                <a:gd name="T62" fmla="*/ 30 w 70"/>
                <a:gd name="T63" fmla="*/ 100 h 100"/>
                <a:gd name="T64" fmla="*/ 30 w 70"/>
                <a:gd name="T65" fmla="*/ 100 h 100"/>
                <a:gd name="T66" fmla="*/ 30 w 70"/>
                <a:gd name="T67" fmla="*/ 100 h 100"/>
                <a:gd name="T68" fmla="*/ 37 w 70"/>
                <a:gd name="T69" fmla="*/ 7 h 100"/>
                <a:gd name="T70" fmla="*/ 30 w 70"/>
                <a:gd name="T71" fmla="*/ 9 h 100"/>
                <a:gd name="T72" fmla="*/ 30 w 70"/>
                <a:gd name="T73" fmla="*/ 9 h 100"/>
                <a:gd name="T74" fmla="*/ 7 w 70"/>
                <a:gd name="T75" fmla="*/ 54 h 100"/>
                <a:gd name="T76" fmla="*/ 7 w 70"/>
                <a:gd name="T77" fmla="*/ 54 h 100"/>
                <a:gd name="T78" fmla="*/ 9 w 70"/>
                <a:gd name="T79" fmla="*/ 65 h 100"/>
                <a:gd name="T80" fmla="*/ 9 w 70"/>
                <a:gd name="T81" fmla="*/ 65 h 100"/>
                <a:gd name="T82" fmla="*/ 13 w 70"/>
                <a:gd name="T83" fmla="*/ 76 h 100"/>
                <a:gd name="T84" fmla="*/ 13 w 70"/>
                <a:gd name="T85" fmla="*/ 76 h 100"/>
                <a:gd name="T86" fmla="*/ 24 w 70"/>
                <a:gd name="T87" fmla="*/ 90 h 100"/>
                <a:gd name="T88" fmla="*/ 24 w 70"/>
                <a:gd name="T89" fmla="*/ 90 h 100"/>
                <a:gd name="T90" fmla="*/ 30 w 70"/>
                <a:gd name="T91" fmla="*/ 92 h 100"/>
                <a:gd name="T92" fmla="*/ 30 w 70"/>
                <a:gd name="T93" fmla="*/ 92 h 100"/>
                <a:gd name="T94" fmla="*/ 34 w 70"/>
                <a:gd name="T95" fmla="*/ 92 h 100"/>
                <a:gd name="T96" fmla="*/ 34 w 70"/>
                <a:gd name="T97" fmla="*/ 92 h 100"/>
                <a:gd name="T98" fmla="*/ 37 w 70"/>
                <a:gd name="T99" fmla="*/ 89 h 100"/>
                <a:gd name="T100" fmla="*/ 37 w 70"/>
                <a:gd name="T101" fmla="*/ 89 h 100"/>
                <a:gd name="T102" fmla="*/ 63 w 70"/>
                <a:gd name="T103" fmla="*/ 44 h 100"/>
                <a:gd name="T104" fmla="*/ 63 w 70"/>
                <a:gd name="T105" fmla="*/ 44 h 100"/>
                <a:gd name="T106" fmla="*/ 62 w 70"/>
                <a:gd name="T107" fmla="*/ 37 h 100"/>
                <a:gd name="T108" fmla="*/ 62 w 70"/>
                <a:gd name="T109" fmla="*/ 37 h 100"/>
                <a:gd name="T110" fmla="*/ 58 w 70"/>
                <a:gd name="T111" fmla="*/ 24 h 100"/>
                <a:gd name="T112" fmla="*/ 58 w 70"/>
                <a:gd name="T113" fmla="*/ 24 h 100"/>
                <a:gd name="T114" fmla="*/ 37 w 70"/>
                <a:gd name="T115" fmla="*/ 7 h 100"/>
                <a:gd name="T116" fmla="*/ 37 w 70"/>
                <a:gd name="T117" fmla="*/ 7 h 100"/>
                <a:gd name="T118" fmla="*/ 37 w 70"/>
                <a:gd name="T119" fmla="*/ 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" h="100">
                  <a:moveTo>
                    <a:pt x="30" y="100"/>
                  </a:moveTo>
                  <a:cubicBezTo>
                    <a:pt x="26" y="100"/>
                    <a:pt x="22" y="98"/>
                    <a:pt x="19" y="96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4" y="92"/>
                    <a:pt x="10" y="86"/>
                    <a:pt x="7" y="79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5" y="75"/>
                    <a:pt x="4" y="71"/>
                    <a:pt x="2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1" y="63"/>
                    <a:pt x="0" y="58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33"/>
                    <a:pt x="12" y="10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1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59" y="9"/>
                    <a:pt x="65" y="21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7" y="26"/>
                    <a:pt x="69" y="31"/>
                    <a:pt x="69" y="3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70" y="39"/>
                    <a:pt x="70" y="42"/>
                    <a:pt x="70" y="44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70" y="63"/>
                    <a:pt x="60" y="78"/>
                    <a:pt x="43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94"/>
                    <a:pt x="42" y="94"/>
                    <a:pt x="42" y="94"/>
                  </a:cubicBezTo>
                  <a:cubicBezTo>
                    <a:pt x="42" y="95"/>
                    <a:pt x="42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39" y="97"/>
                    <a:pt x="38" y="97"/>
                    <a:pt x="37" y="98"/>
                  </a:cubicBezTo>
                  <a:cubicBezTo>
                    <a:pt x="37" y="98"/>
                    <a:pt x="37" y="98"/>
                    <a:pt x="37" y="98"/>
                  </a:cubicBezTo>
                  <a:cubicBezTo>
                    <a:pt x="35" y="99"/>
                    <a:pt x="32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lose/>
                  <a:moveTo>
                    <a:pt x="37" y="7"/>
                  </a:moveTo>
                  <a:cubicBezTo>
                    <a:pt x="35" y="7"/>
                    <a:pt x="32" y="8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8" y="14"/>
                    <a:pt x="7" y="36"/>
                    <a:pt x="7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8"/>
                    <a:pt x="8" y="62"/>
                    <a:pt x="9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10" y="69"/>
                    <a:pt x="12" y="73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6" y="82"/>
                    <a:pt x="20" y="87"/>
                    <a:pt x="24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6" y="92"/>
                    <a:pt x="28" y="92"/>
                    <a:pt x="30" y="92"/>
                  </a:cubicBezTo>
                  <a:cubicBezTo>
                    <a:pt x="30" y="92"/>
                    <a:pt x="30" y="92"/>
                    <a:pt x="30" y="92"/>
                  </a:cubicBezTo>
                  <a:cubicBezTo>
                    <a:pt x="31" y="92"/>
                    <a:pt x="32" y="92"/>
                    <a:pt x="34" y="92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5" y="91"/>
                    <a:pt x="36" y="90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54" y="74"/>
                    <a:pt x="63" y="61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2"/>
                    <a:pt x="63" y="40"/>
                    <a:pt x="62" y="37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2" y="33"/>
                    <a:pt x="60" y="28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3" y="14"/>
                    <a:pt x="45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Freeform 1368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7104064" y="7858126"/>
              <a:ext cx="28575" cy="77788"/>
            </a:xfrm>
            <a:custGeom>
              <a:avLst/>
              <a:gdLst>
                <a:gd name="T0" fmla="*/ 0 w 18"/>
                <a:gd name="T1" fmla="*/ 46 h 49"/>
                <a:gd name="T2" fmla="*/ 14 w 18"/>
                <a:gd name="T3" fmla="*/ 43 h 49"/>
                <a:gd name="T4" fmla="*/ 10 w 18"/>
                <a:gd name="T5" fmla="*/ 0 h 49"/>
                <a:gd name="T6" fmla="*/ 14 w 18"/>
                <a:gd name="T7" fmla="*/ 0 h 49"/>
                <a:gd name="T8" fmla="*/ 18 w 18"/>
                <a:gd name="T9" fmla="*/ 46 h 49"/>
                <a:gd name="T10" fmla="*/ 1 w 18"/>
                <a:gd name="T11" fmla="*/ 49 h 49"/>
                <a:gd name="T12" fmla="*/ 0 w 18"/>
                <a:gd name="T13" fmla="*/ 46 h 49"/>
                <a:gd name="T14" fmla="*/ 0 w 18"/>
                <a:gd name="T15" fmla="*/ 46 h 49"/>
                <a:gd name="T16" fmla="*/ 10 w 18"/>
                <a:gd name="T17" fmla="*/ 0 h 49"/>
                <a:gd name="T18" fmla="*/ 10 w 18"/>
                <a:gd name="T19" fmla="*/ 0 h 49"/>
                <a:gd name="T20" fmla="*/ 10 w 18"/>
                <a:gd name="T21" fmla="*/ 0 h 49"/>
                <a:gd name="T22" fmla="*/ 10 w 18"/>
                <a:gd name="T23" fmla="*/ 0 h 49"/>
                <a:gd name="T24" fmla="*/ 10 w 18"/>
                <a:gd name="T2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49">
                  <a:moveTo>
                    <a:pt x="0" y="46"/>
                  </a:moveTo>
                  <a:lnTo>
                    <a:pt x="14" y="4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46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1369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7100889" y="7854951"/>
              <a:ext cx="34925" cy="84138"/>
            </a:xfrm>
            <a:custGeom>
              <a:avLst/>
              <a:gdLst>
                <a:gd name="T0" fmla="*/ 1 w 22"/>
                <a:gd name="T1" fmla="*/ 51 h 53"/>
                <a:gd name="T2" fmla="*/ 0 w 22"/>
                <a:gd name="T3" fmla="*/ 48 h 53"/>
                <a:gd name="T4" fmla="*/ 2 w 22"/>
                <a:gd name="T5" fmla="*/ 48 h 53"/>
                <a:gd name="T6" fmla="*/ 2 w 22"/>
                <a:gd name="T7" fmla="*/ 50 h 53"/>
                <a:gd name="T8" fmla="*/ 2 w 22"/>
                <a:gd name="T9" fmla="*/ 48 h 53"/>
                <a:gd name="T10" fmla="*/ 0 w 22"/>
                <a:gd name="T11" fmla="*/ 48 h 53"/>
                <a:gd name="T12" fmla="*/ 0 w 22"/>
                <a:gd name="T13" fmla="*/ 47 h 53"/>
                <a:gd name="T14" fmla="*/ 14 w 22"/>
                <a:gd name="T15" fmla="*/ 44 h 53"/>
                <a:gd name="T16" fmla="*/ 10 w 22"/>
                <a:gd name="T17" fmla="*/ 1 h 53"/>
                <a:gd name="T18" fmla="*/ 17 w 22"/>
                <a:gd name="T19" fmla="*/ 0 h 53"/>
                <a:gd name="T20" fmla="*/ 22 w 22"/>
                <a:gd name="T21" fmla="*/ 49 h 53"/>
                <a:gd name="T22" fmla="*/ 1 w 22"/>
                <a:gd name="T23" fmla="*/ 53 h 53"/>
                <a:gd name="T24" fmla="*/ 1 w 22"/>
                <a:gd name="T25" fmla="*/ 51 h 53"/>
                <a:gd name="T26" fmla="*/ 1 w 22"/>
                <a:gd name="T27" fmla="*/ 51 h 53"/>
                <a:gd name="T28" fmla="*/ 12 w 22"/>
                <a:gd name="T29" fmla="*/ 2 h 53"/>
                <a:gd name="T30" fmla="*/ 12 w 22"/>
                <a:gd name="T31" fmla="*/ 0 h 53"/>
                <a:gd name="T32" fmla="*/ 12 w 22"/>
                <a:gd name="T33" fmla="*/ 2 h 53"/>
                <a:gd name="T34" fmla="*/ 12 w 22"/>
                <a:gd name="T35" fmla="*/ 2 h 53"/>
                <a:gd name="T36" fmla="*/ 12 w 22"/>
                <a:gd name="T37" fmla="*/ 2 h 53"/>
                <a:gd name="T38" fmla="*/ 12 w 22"/>
                <a:gd name="T39" fmla="*/ 0 h 53"/>
                <a:gd name="T40" fmla="*/ 12 w 22"/>
                <a:gd name="T41" fmla="*/ 2 h 53"/>
                <a:gd name="T42" fmla="*/ 12 w 22"/>
                <a:gd name="T43" fmla="*/ 0 h 53"/>
                <a:gd name="T44" fmla="*/ 12 w 22"/>
                <a:gd name="T45" fmla="*/ 2 h 53"/>
                <a:gd name="T46" fmla="*/ 12 w 22"/>
                <a:gd name="T47" fmla="*/ 2 h 53"/>
                <a:gd name="T48" fmla="*/ 12 w 22"/>
                <a:gd name="T49" fmla="*/ 2 h 53"/>
                <a:gd name="T50" fmla="*/ 12 w 22"/>
                <a:gd name="T51" fmla="*/ 0 h 53"/>
                <a:gd name="T52" fmla="*/ 12 w 22"/>
                <a:gd name="T53" fmla="*/ 2 h 53"/>
                <a:gd name="T54" fmla="*/ 12 w 22"/>
                <a:gd name="T55" fmla="*/ 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2" h="53">
                  <a:moveTo>
                    <a:pt x="1" y="51"/>
                  </a:moveTo>
                  <a:lnTo>
                    <a:pt x="0" y="48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14" y="44"/>
                  </a:lnTo>
                  <a:lnTo>
                    <a:pt x="10" y="1"/>
                  </a:lnTo>
                  <a:lnTo>
                    <a:pt x="17" y="0"/>
                  </a:lnTo>
                  <a:lnTo>
                    <a:pt x="22" y="49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51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Freeform 1370"/>
            <p:cNvSpPr/>
            <p:nvPr>
              <p:custDataLst>
                <p:tags r:id="rId31"/>
              </p:custDataLst>
            </p:nvPr>
          </p:nvSpPr>
          <p:spPr bwMode="auto">
            <a:xfrm>
              <a:off x="7137401" y="7848601"/>
              <a:ext cx="22225" cy="77788"/>
            </a:xfrm>
            <a:custGeom>
              <a:avLst/>
              <a:gdLst>
                <a:gd name="T0" fmla="*/ 0 w 14"/>
                <a:gd name="T1" fmla="*/ 0 h 49"/>
                <a:gd name="T2" fmla="*/ 0 w 14"/>
                <a:gd name="T3" fmla="*/ 0 h 49"/>
                <a:gd name="T4" fmla="*/ 3 w 14"/>
                <a:gd name="T5" fmla="*/ 0 h 49"/>
                <a:gd name="T6" fmla="*/ 9 w 14"/>
                <a:gd name="T7" fmla="*/ 43 h 49"/>
                <a:gd name="T8" fmla="*/ 14 w 14"/>
                <a:gd name="T9" fmla="*/ 45 h 49"/>
                <a:gd name="T10" fmla="*/ 13 w 14"/>
                <a:gd name="T11" fmla="*/ 49 h 49"/>
                <a:gd name="T12" fmla="*/ 5 w 14"/>
                <a:gd name="T13" fmla="*/ 46 h 49"/>
                <a:gd name="T14" fmla="*/ 0 w 14"/>
                <a:gd name="T15" fmla="*/ 0 h 49"/>
                <a:gd name="T16" fmla="*/ 0 w 14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49">
                  <a:moveTo>
                    <a:pt x="0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9" y="43"/>
                  </a:lnTo>
                  <a:lnTo>
                    <a:pt x="14" y="45"/>
                  </a:lnTo>
                  <a:lnTo>
                    <a:pt x="13" y="49"/>
                  </a:lnTo>
                  <a:lnTo>
                    <a:pt x="5" y="4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371"/>
            <p:cNvSpPr/>
            <p:nvPr>
              <p:custDataLst>
                <p:tags r:id="rId32"/>
              </p:custDataLst>
            </p:nvPr>
          </p:nvSpPr>
          <p:spPr bwMode="auto">
            <a:xfrm>
              <a:off x="7134226" y="7843838"/>
              <a:ext cx="30163" cy="85725"/>
            </a:xfrm>
            <a:custGeom>
              <a:avLst/>
              <a:gdLst>
                <a:gd name="T0" fmla="*/ 5 w 19"/>
                <a:gd name="T1" fmla="*/ 51 h 54"/>
                <a:gd name="T2" fmla="*/ 0 w 19"/>
                <a:gd name="T3" fmla="*/ 3 h 54"/>
                <a:gd name="T4" fmla="*/ 2 w 19"/>
                <a:gd name="T5" fmla="*/ 3 h 54"/>
                <a:gd name="T6" fmla="*/ 0 w 19"/>
                <a:gd name="T7" fmla="*/ 3 h 54"/>
                <a:gd name="T8" fmla="*/ 2 w 19"/>
                <a:gd name="T9" fmla="*/ 3 h 54"/>
                <a:gd name="T10" fmla="*/ 2 w 19"/>
                <a:gd name="T11" fmla="*/ 1 h 54"/>
                <a:gd name="T12" fmla="*/ 7 w 19"/>
                <a:gd name="T13" fmla="*/ 0 h 54"/>
                <a:gd name="T14" fmla="*/ 12 w 19"/>
                <a:gd name="T15" fmla="*/ 45 h 54"/>
                <a:gd name="T16" fmla="*/ 19 w 19"/>
                <a:gd name="T17" fmla="*/ 46 h 54"/>
                <a:gd name="T18" fmla="*/ 17 w 19"/>
                <a:gd name="T19" fmla="*/ 54 h 54"/>
                <a:gd name="T20" fmla="*/ 5 w 19"/>
                <a:gd name="T21" fmla="*/ 51 h 54"/>
                <a:gd name="T22" fmla="*/ 5 w 19"/>
                <a:gd name="T23" fmla="*/ 5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54">
                  <a:moveTo>
                    <a:pt x="5" y="51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1"/>
                  </a:lnTo>
                  <a:lnTo>
                    <a:pt x="7" y="0"/>
                  </a:lnTo>
                  <a:lnTo>
                    <a:pt x="12" y="45"/>
                  </a:lnTo>
                  <a:lnTo>
                    <a:pt x="19" y="46"/>
                  </a:lnTo>
                  <a:lnTo>
                    <a:pt x="17" y="54"/>
                  </a:lnTo>
                  <a:lnTo>
                    <a:pt x="5" y="51"/>
                  </a:lnTo>
                  <a:lnTo>
                    <a:pt x="5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Freeform 1372"/>
            <p:cNvSpPr/>
            <p:nvPr>
              <p:custDataLst>
                <p:tags r:id="rId33"/>
              </p:custDataLst>
            </p:nvPr>
          </p:nvSpPr>
          <p:spPr bwMode="auto">
            <a:xfrm>
              <a:off x="7008814" y="7643813"/>
              <a:ext cx="12700" cy="17463"/>
            </a:xfrm>
            <a:custGeom>
              <a:avLst/>
              <a:gdLst>
                <a:gd name="T0" fmla="*/ 5 w 8"/>
                <a:gd name="T1" fmla="*/ 0 h 11"/>
                <a:gd name="T2" fmla="*/ 8 w 8"/>
                <a:gd name="T3" fmla="*/ 2 h 11"/>
                <a:gd name="T4" fmla="*/ 3 w 8"/>
                <a:gd name="T5" fmla="*/ 11 h 11"/>
                <a:gd name="T6" fmla="*/ 0 w 8"/>
                <a:gd name="T7" fmla="*/ 10 h 11"/>
                <a:gd name="T8" fmla="*/ 5 w 8"/>
                <a:gd name="T9" fmla="*/ 0 h 11"/>
                <a:gd name="T10" fmla="*/ 5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2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373"/>
            <p:cNvSpPr/>
            <p:nvPr>
              <p:custDataLst>
                <p:tags r:id="rId34"/>
              </p:custDataLst>
            </p:nvPr>
          </p:nvSpPr>
          <p:spPr bwMode="auto">
            <a:xfrm>
              <a:off x="7002464" y="7640638"/>
              <a:ext cx="23813" cy="25400"/>
            </a:xfrm>
            <a:custGeom>
              <a:avLst/>
              <a:gdLst>
                <a:gd name="T0" fmla="*/ 0 w 15"/>
                <a:gd name="T1" fmla="*/ 12 h 16"/>
                <a:gd name="T2" fmla="*/ 7 w 15"/>
                <a:gd name="T3" fmla="*/ 1 h 16"/>
                <a:gd name="T4" fmla="*/ 8 w 15"/>
                <a:gd name="T5" fmla="*/ 0 h 16"/>
                <a:gd name="T6" fmla="*/ 15 w 15"/>
                <a:gd name="T7" fmla="*/ 3 h 16"/>
                <a:gd name="T8" fmla="*/ 8 w 15"/>
                <a:gd name="T9" fmla="*/ 16 h 16"/>
                <a:gd name="T10" fmla="*/ 0 w 15"/>
                <a:gd name="T11" fmla="*/ 12 h 16"/>
                <a:gd name="T12" fmla="*/ 0 w 15"/>
                <a:gd name="T13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6">
                  <a:moveTo>
                    <a:pt x="0" y="12"/>
                  </a:moveTo>
                  <a:lnTo>
                    <a:pt x="7" y="1"/>
                  </a:lnTo>
                  <a:lnTo>
                    <a:pt x="8" y="0"/>
                  </a:lnTo>
                  <a:lnTo>
                    <a:pt x="15" y="3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Freeform 1374"/>
            <p:cNvSpPr/>
            <p:nvPr>
              <p:custDataLst>
                <p:tags r:id="rId35"/>
              </p:custDataLst>
            </p:nvPr>
          </p:nvSpPr>
          <p:spPr bwMode="auto">
            <a:xfrm>
              <a:off x="6991351" y="7640638"/>
              <a:ext cx="25400" cy="30163"/>
            </a:xfrm>
            <a:custGeom>
              <a:avLst/>
              <a:gdLst>
                <a:gd name="T0" fmla="*/ 2 w 16"/>
                <a:gd name="T1" fmla="*/ 4 h 19"/>
                <a:gd name="T2" fmla="*/ 12 w 16"/>
                <a:gd name="T3" fmla="*/ 11 h 19"/>
                <a:gd name="T4" fmla="*/ 10 w 16"/>
                <a:gd name="T5" fmla="*/ 1 h 19"/>
                <a:gd name="T6" fmla="*/ 13 w 16"/>
                <a:gd name="T7" fmla="*/ 0 h 19"/>
                <a:gd name="T8" fmla="*/ 16 w 16"/>
                <a:gd name="T9" fmla="*/ 19 h 19"/>
                <a:gd name="T10" fmla="*/ 0 w 16"/>
                <a:gd name="T11" fmla="*/ 6 h 19"/>
                <a:gd name="T12" fmla="*/ 2 w 16"/>
                <a:gd name="T13" fmla="*/ 4 h 19"/>
                <a:gd name="T14" fmla="*/ 2 w 16"/>
                <a:gd name="T15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9">
                  <a:moveTo>
                    <a:pt x="2" y="4"/>
                  </a:moveTo>
                  <a:lnTo>
                    <a:pt x="12" y="1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6" y="19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1375"/>
            <p:cNvSpPr/>
            <p:nvPr>
              <p:custDataLst>
                <p:tags r:id="rId36"/>
              </p:custDataLst>
            </p:nvPr>
          </p:nvSpPr>
          <p:spPr bwMode="auto">
            <a:xfrm>
              <a:off x="6985001" y="7635876"/>
              <a:ext cx="36513" cy="42863"/>
            </a:xfrm>
            <a:custGeom>
              <a:avLst/>
              <a:gdLst>
                <a:gd name="T0" fmla="*/ 0 w 23"/>
                <a:gd name="T1" fmla="*/ 9 h 27"/>
                <a:gd name="T2" fmla="*/ 3 w 23"/>
                <a:gd name="T3" fmla="*/ 8 h 27"/>
                <a:gd name="T4" fmla="*/ 5 w 23"/>
                <a:gd name="T5" fmla="*/ 5 h 27"/>
                <a:gd name="T6" fmla="*/ 6 w 23"/>
                <a:gd name="T7" fmla="*/ 4 h 27"/>
                <a:gd name="T8" fmla="*/ 12 w 23"/>
                <a:gd name="T9" fmla="*/ 9 h 27"/>
                <a:gd name="T10" fmla="*/ 11 w 23"/>
                <a:gd name="T11" fmla="*/ 2 h 27"/>
                <a:gd name="T12" fmla="*/ 19 w 23"/>
                <a:gd name="T13" fmla="*/ 0 h 27"/>
                <a:gd name="T14" fmla="*/ 23 w 23"/>
                <a:gd name="T15" fmla="*/ 27 h 27"/>
                <a:gd name="T16" fmla="*/ 0 w 23"/>
                <a:gd name="T17" fmla="*/ 9 h 27"/>
                <a:gd name="T18" fmla="*/ 0 w 23"/>
                <a:gd name="T19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7">
                  <a:moveTo>
                    <a:pt x="0" y="9"/>
                  </a:moveTo>
                  <a:lnTo>
                    <a:pt x="3" y="8"/>
                  </a:lnTo>
                  <a:lnTo>
                    <a:pt x="5" y="5"/>
                  </a:lnTo>
                  <a:lnTo>
                    <a:pt x="6" y="4"/>
                  </a:lnTo>
                  <a:lnTo>
                    <a:pt x="12" y="9"/>
                  </a:lnTo>
                  <a:lnTo>
                    <a:pt x="11" y="2"/>
                  </a:lnTo>
                  <a:lnTo>
                    <a:pt x="19" y="0"/>
                  </a:lnTo>
                  <a:lnTo>
                    <a:pt x="23" y="27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Freeform 1410"/>
            <p:cNvSpPr/>
            <p:nvPr>
              <p:custDataLst>
                <p:tags r:id="rId37"/>
              </p:custDataLst>
            </p:nvPr>
          </p:nvSpPr>
          <p:spPr bwMode="auto">
            <a:xfrm>
              <a:off x="7261226" y="7643813"/>
              <a:ext cx="26988" cy="14288"/>
            </a:xfrm>
            <a:custGeom>
              <a:avLst/>
              <a:gdLst>
                <a:gd name="T0" fmla="*/ 0 w 17"/>
                <a:gd name="T1" fmla="*/ 6 h 9"/>
                <a:gd name="T2" fmla="*/ 16 w 17"/>
                <a:gd name="T3" fmla="*/ 0 h 9"/>
                <a:gd name="T4" fmla="*/ 17 w 17"/>
                <a:gd name="T5" fmla="*/ 3 h 9"/>
                <a:gd name="T6" fmla="*/ 1 w 17"/>
                <a:gd name="T7" fmla="*/ 9 h 9"/>
                <a:gd name="T8" fmla="*/ 0 w 17"/>
                <a:gd name="T9" fmla="*/ 6 h 9"/>
                <a:gd name="T10" fmla="*/ 0 w 17"/>
                <a:gd name="T11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9">
                  <a:moveTo>
                    <a:pt x="0" y="6"/>
                  </a:moveTo>
                  <a:lnTo>
                    <a:pt x="16" y="0"/>
                  </a:lnTo>
                  <a:lnTo>
                    <a:pt x="17" y="3"/>
                  </a:lnTo>
                  <a:lnTo>
                    <a:pt x="1" y="9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1412"/>
            <p:cNvSpPr/>
            <p:nvPr>
              <p:custDataLst>
                <p:tags r:id="rId38"/>
              </p:custDataLst>
            </p:nvPr>
          </p:nvSpPr>
          <p:spPr bwMode="auto">
            <a:xfrm>
              <a:off x="7254876" y="7639051"/>
              <a:ext cx="36513" cy="23813"/>
            </a:xfrm>
            <a:custGeom>
              <a:avLst/>
              <a:gdLst>
                <a:gd name="T0" fmla="*/ 3 w 23"/>
                <a:gd name="T1" fmla="*/ 13 h 15"/>
                <a:gd name="T2" fmla="*/ 2 w 23"/>
                <a:gd name="T3" fmla="*/ 9 h 15"/>
                <a:gd name="T4" fmla="*/ 4 w 23"/>
                <a:gd name="T5" fmla="*/ 9 h 15"/>
                <a:gd name="T6" fmla="*/ 5 w 23"/>
                <a:gd name="T7" fmla="*/ 11 h 15"/>
                <a:gd name="T8" fmla="*/ 4 w 23"/>
                <a:gd name="T9" fmla="*/ 9 h 15"/>
                <a:gd name="T10" fmla="*/ 2 w 23"/>
                <a:gd name="T11" fmla="*/ 9 h 15"/>
                <a:gd name="T12" fmla="*/ 0 w 23"/>
                <a:gd name="T13" fmla="*/ 7 h 15"/>
                <a:gd name="T14" fmla="*/ 21 w 23"/>
                <a:gd name="T15" fmla="*/ 0 h 15"/>
                <a:gd name="T16" fmla="*/ 23 w 23"/>
                <a:gd name="T17" fmla="*/ 7 h 15"/>
                <a:gd name="T18" fmla="*/ 4 w 23"/>
                <a:gd name="T19" fmla="*/ 15 h 15"/>
                <a:gd name="T20" fmla="*/ 3 w 23"/>
                <a:gd name="T21" fmla="*/ 13 h 15"/>
                <a:gd name="T22" fmla="*/ 3 w 23"/>
                <a:gd name="T23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15">
                  <a:moveTo>
                    <a:pt x="3" y="13"/>
                  </a:moveTo>
                  <a:lnTo>
                    <a:pt x="2" y="9"/>
                  </a:lnTo>
                  <a:lnTo>
                    <a:pt x="4" y="9"/>
                  </a:lnTo>
                  <a:lnTo>
                    <a:pt x="5" y="11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21" y="0"/>
                  </a:lnTo>
                  <a:lnTo>
                    <a:pt x="23" y="7"/>
                  </a:lnTo>
                  <a:lnTo>
                    <a:pt x="4" y="15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Freeform 1413"/>
            <p:cNvSpPr>
              <a:spLocks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7259639" y="7629526"/>
              <a:ext cx="22225" cy="34925"/>
            </a:xfrm>
            <a:custGeom>
              <a:avLst/>
              <a:gdLst>
                <a:gd name="T0" fmla="*/ 0 w 14"/>
                <a:gd name="T1" fmla="*/ 0 h 22"/>
                <a:gd name="T2" fmla="*/ 3 w 14"/>
                <a:gd name="T3" fmla="*/ 0 h 22"/>
                <a:gd name="T4" fmla="*/ 4 w 14"/>
                <a:gd name="T5" fmla="*/ 12 h 22"/>
                <a:gd name="T6" fmla="*/ 12 w 14"/>
                <a:gd name="T7" fmla="*/ 0 h 22"/>
                <a:gd name="T8" fmla="*/ 14 w 14"/>
                <a:gd name="T9" fmla="*/ 1 h 22"/>
                <a:gd name="T10" fmla="*/ 2 w 14"/>
                <a:gd name="T11" fmla="*/ 22 h 22"/>
                <a:gd name="T12" fmla="*/ 0 w 14"/>
                <a:gd name="T13" fmla="*/ 0 h 22"/>
                <a:gd name="T14" fmla="*/ 0 w 14"/>
                <a:gd name="T15" fmla="*/ 0 h 22"/>
                <a:gd name="T16" fmla="*/ 12 w 14"/>
                <a:gd name="T17" fmla="*/ 0 h 22"/>
                <a:gd name="T18" fmla="*/ 12 w 14"/>
                <a:gd name="T19" fmla="*/ 0 h 22"/>
                <a:gd name="T20" fmla="*/ 12 w 14"/>
                <a:gd name="T21" fmla="*/ 0 h 22"/>
                <a:gd name="T22" fmla="*/ 12 w 14"/>
                <a:gd name="T23" fmla="*/ 0 h 22"/>
                <a:gd name="T24" fmla="*/ 12 w 14"/>
                <a:gd name="T2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22">
                  <a:moveTo>
                    <a:pt x="0" y="0"/>
                  </a:moveTo>
                  <a:lnTo>
                    <a:pt x="3" y="0"/>
                  </a:lnTo>
                  <a:lnTo>
                    <a:pt x="4" y="12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2" y="22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1414"/>
            <p:cNvSpPr/>
            <p:nvPr>
              <p:custDataLst>
                <p:tags r:id="rId40"/>
              </p:custDataLst>
            </p:nvPr>
          </p:nvSpPr>
          <p:spPr bwMode="auto">
            <a:xfrm>
              <a:off x="7254876" y="7624764"/>
              <a:ext cx="31750" cy="52388"/>
            </a:xfrm>
            <a:custGeom>
              <a:avLst/>
              <a:gdLst>
                <a:gd name="T0" fmla="*/ 0 w 20"/>
                <a:gd name="T1" fmla="*/ 3 h 33"/>
                <a:gd name="T2" fmla="*/ 3 w 20"/>
                <a:gd name="T3" fmla="*/ 3 h 33"/>
                <a:gd name="T4" fmla="*/ 3 w 20"/>
                <a:gd name="T5" fmla="*/ 5 h 33"/>
                <a:gd name="T6" fmla="*/ 3 w 20"/>
                <a:gd name="T7" fmla="*/ 3 h 33"/>
                <a:gd name="T8" fmla="*/ 0 w 20"/>
                <a:gd name="T9" fmla="*/ 3 h 33"/>
                <a:gd name="T10" fmla="*/ 0 w 20"/>
                <a:gd name="T11" fmla="*/ 2 h 33"/>
                <a:gd name="T12" fmla="*/ 8 w 20"/>
                <a:gd name="T13" fmla="*/ 1 h 33"/>
                <a:gd name="T14" fmla="*/ 9 w 20"/>
                <a:gd name="T15" fmla="*/ 9 h 33"/>
                <a:gd name="T16" fmla="*/ 11 w 20"/>
                <a:gd name="T17" fmla="*/ 3 h 33"/>
                <a:gd name="T18" fmla="*/ 9 w 20"/>
                <a:gd name="T19" fmla="*/ 1 h 33"/>
                <a:gd name="T20" fmla="*/ 12 w 20"/>
                <a:gd name="T21" fmla="*/ 1 h 33"/>
                <a:gd name="T22" fmla="*/ 14 w 20"/>
                <a:gd name="T23" fmla="*/ 0 h 33"/>
                <a:gd name="T24" fmla="*/ 15 w 20"/>
                <a:gd name="T25" fmla="*/ 1 h 33"/>
                <a:gd name="T26" fmla="*/ 17 w 20"/>
                <a:gd name="T27" fmla="*/ 1 h 33"/>
                <a:gd name="T28" fmla="*/ 17 w 20"/>
                <a:gd name="T29" fmla="*/ 2 h 33"/>
                <a:gd name="T30" fmla="*/ 20 w 20"/>
                <a:gd name="T31" fmla="*/ 4 h 33"/>
                <a:gd name="T32" fmla="*/ 4 w 20"/>
                <a:gd name="T33" fmla="*/ 33 h 33"/>
                <a:gd name="T34" fmla="*/ 0 w 20"/>
                <a:gd name="T35" fmla="*/ 3 h 33"/>
                <a:gd name="T36" fmla="*/ 0 w 20"/>
                <a:gd name="T37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33">
                  <a:moveTo>
                    <a:pt x="0" y="3"/>
                  </a:moveTo>
                  <a:lnTo>
                    <a:pt x="3" y="3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8" y="1"/>
                  </a:lnTo>
                  <a:lnTo>
                    <a:pt x="9" y="9"/>
                  </a:lnTo>
                  <a:lnTo>
                    <a:pt x="11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4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20" y="4"/>
                  </a:lnTo>
                  <a:lnTo>
                    <a:pt x="4" y="3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70" name="组合 269"/>
          <p:cNvGrpSpPr/>
          <p:nvPr>
            <p:custDataLst>
              <p:tags r:id="rId41"/>
            </p:custDataLst>
          </p:nvPr>
        </p:nvGrpSpPr>
        <p:grpSpPr>
          <a:xfrm>
            <a:off x="4445531" y="1700461"/>
            <a:ext cx="453374" cy="640804"/>
            <a:chOff x="7443789" y="7534276"/>
            <a:chExt cx="284162" cy="401638"/>
          </a:xfrm>
          <a:solidFill>
            <a:srgbClr val="114196"/>
          </a:solidFill>
        </p:grpSpPr>
        <p:sp>
          <p:nvSpPr>
            <p:cNvPr id="271" name="Freeform 1310"/>
            <p:cNvSpPr/>
            <p:nvPr>
              <p:custDataLst>
                <p:tags r:id="rId42"/>
              </p:custDataLst>
            </p:nvPr>
          </p:nvSpPr>
          <p:spPr bwMode="auto">
            <a:xfrm>
              <a:off x="7556501" y="7875588"/>
              <a:ext cx="28575" cy="52388"/>
            </a:xfrm>
            <a:custGeom>
              <a:avLst/>
              <a:gdLst>
                <a:gd name="T0" fmla="*/ 3 w 18"/>
                <a:gd name="T1" fmla="*/ 0 h 33"/>
                <a:gd name="T2" fmla="*/ 7 w 18"/>
                <a:gd name="T3" fmla="*/ 29 h 33"/>
                <a:gd name="T4" fmla="*/ 18 w 18"/>
                <a:gd name="T5" fmla="*/ 29 h 33"/>
                <a:gd name="T6" fmla="*/ 18 w 18"/>
                <a:gd name="T7" fmla="*/ 33 h 33"/>
                <a:gd name="T8" fmla="*/ 3 w 18"/>
                <a:gd name="T9" fmla="*/ 33 h 33"/>
                <a:gd name="T10" fmla="*/ 0 w 18"/>
                <a:gd name="T11" fmla="*/ 1 h 33"/>
                <a:gd name="T12" fmla="*/ 3 w 18"/>
                <a:gd name="T13" fmla="*/ 0 h 33"/>
                <a:gd name="T14" fmla="*/ 3 w 18"/>
                <a:gd name="T1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33">
                  <a:moveTo>
                    <a:pt x="3" y="0"/>
                  </a:moveTo>
                  <a:lnTo>
                    <a:pt x="7" y="29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3" y="3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Freeform 1311"/>
            <p:cNvSpPr/>
            <p:nvPr>
              <p:custDataLst>
                <p:tags r:id="rId43"/>
              </p:custDataLst>
            </p:nvPr>
          </p:nvSpPr>
          <p:spPr bwMode="auto">
            <a:xfrm>
              <a:off x="7553326" y="7872413"/>
              <a:ext cx="34925" cy="58738"/>
            </a:xfrm>
            <a:custGeom>
              <a:avLst/>
              <a:gdLst>
                <a:gd name="T0" fmla="*/ 3 w 22"/>
                <a:gd name="T1" fmla="*/ 37 h 37"/>
                <a:gd name="T2" fmla="*/ 0 w 22"/>
                <a:gd name="T3" fmla="*/ 1 h 37"/>
                <a:gd name="T4" fmla="*/ 2 w 22"/>
                <a:gd name="T5" fmla="*/ 1 h 37"/>
                <a:gd name="T6" fmla="*/ 4 w 22"/>
                <a:gd name="T7" fmla="*/ 0 h 37"/>
                <a:gd name="T8" fmla="*/ 7 w 22"/>
                <a:gd name="T9" fmla="*/ 0 h 37"/>
                <a:gd name="T10" fmla="*/ 10 w 22"/>
                <a:gd name="T11" fmla="*/ 29 h 37"/>
                <a:gd name="T12" fmla="*/ 22 w 22"/>
                <a:gd name="T13" fmla="*/ 29 h 37"/>
                <a:gd name="T14" fmla="*/ 22 w 22"/>
                <a:gd name="T15" fmla="*/ 31 h 37"/>
                <a:gd name="T16" fmla="*/ 22 w 22"/>
                <a:gd name="T17" fmla="*/ 37 h 37"/>
                <a:gd name="T18" fmla="*/ 3 w 22"/>
                <a:gd name="T19" fmla="*/ 37 h 37"/>
                <a:gd name="T20" fmla="*/ 3 w 22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37">
                  <a:moveTo>
                    <a:pt x="3" y="37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4" y="0"/>
                  </a:lnTo>
                  <a:lnTo>
                    <a:pt x="7" y="0"/>
                  </a:lnTo>
                  <a:lnTo>
                    <a:pt x="10" y="29"/>
                  </a:lnTo>
                  <a:lnTo>
                    <a:pt x="22" y="29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3" y="37"/>
                  </a:lnTo>
                  <a:lnTo>
                    <a:pt x="3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1312"/>
            <p:cNvSpPr/>
            <p:nvPr>
              <p:custDataLst>
                <p:tags r:id="rId44"/>
              </p:custDataLst>
            </p:nvPr>
          </p:nvSpPr>
          <p:spPr bwMode="auto">
            <a:xfrm>
              <a:off x="7524751" y="7881938"/>
              <a:ext cx="22225" cy="50800"/>
            </a:xfrm>
            <a:custGeom>
              <a:avLst/>
              <a:gdLst>
                <a:gd name="T0" fmla="*/ 8 w 14"/>
                <a:gd name="T1" fmla="*/ 0 h 32"/>
                <a:gd name="T2" fmla="*/ 14 w 14"/>
                <a:gd name="T3" fmla="*/ 32 h 32"/>
                <a:gd name="T4" fmla="*/ 0 w 14"/>
                <a:gd name="T5" fmla="*/ 31 h 32"/>
                <a:gd name="T6" fmla="*/ 0 w 14"/>
                <a:gd name="T7" fmla="*/ 28 h 32"/>
                <a:gd name="T8" fmla="*/ 10 w 14"/>
                <a:gd name="T9" fmla="*/ 29 h 32"/>
                <a:gd name="T10" fmla="*/ 5 w 14"/>
                <a:gd name="T11" fmla="*/ 0 h 32"/>
                <a:gd name="T12" fmla="*/ 8 w 14"/>
                <a:gd name="T13" fmla="*/ 0 h 32"/>
                <a:gd name="T14" fmla="*/ 8 w 14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32">
                  <a:moveTo>
                    <a:pt x="8" y="0"/>
                  </a:moveTo>
                  <a:lnTo>
                    <a:pt x="14" y="32"/>
                  </a:lnTo>
                  <a:lnTo>
                    <a:pt x="0" y="31"/>
                  </a:lnTo>
                  <a:lnTo>
                    <a:pt x="0" y="28"/>
                  </a:lnTo>
                  <a:lnTo>
                    <a:pt x="10" y="29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1313"/>
            <p:cNvSpPr/>
            <p:nvPr>
              <p:custDataLst>
                <p:tags r:id="rId45"/>
              </p:custDataLst>
            </p:nvPr>
          </p:nvSpPr>
          <p:spPr bwMode="auto">
            <a:xfrm>
              <a:off x="7521576" y="7877176"/>
              <a:ext cx="28575" cy="58738"/>
            </a:xfrm>
            <a:custGeom>
              <a:avLst/>
              <a:gdLst>
                <a:gd name="T0" fmla="*/ 0 w 18"/>
                <a:gd name="T1" fmla="*/ 36 h 37"/>
                <a:gd name="T2" fmla="*/ 0 w 18"/>
                <a:gd name="T3" fmla="*/ 34 h 37"/>
                <a:gd name="T4" fmla="*/ 0 w 18"/>
                <a:gd name="T5" fmla="*/ 28 h 37"/>
                <a:gd name="T6" fmla="*/ 9 w 18"/>
                <a:gd name="T7" fmla="*/ 30 h 37"/>
                <a:gd name="T8" fmla="*/ 5 w 18"/>
                <a:gd name="T9" fmla="*/ 1 h 37"/>
                <a:gd name="T10" fmla="*/ 7 w 18"/>
                <a:gd name="T11" fmla="*/ 1 h 37"/>
                <a:gd name="T12" fmla="*/ 10 w 18"/>
                <a:gd name="T13" fmla="*/ 1 h 37"/>
                <a:gd name="T14" fmla="*/ 12 w 18"/>
                <a:gd name="T15" fmla="*/ 0 h 37"/>
                <a:gd name="T16" fmla="*/ 18 w 18"/>
                <a:gd name="T17" fmla="*/ 37 h 37"/>
                <a:gd name="T18" fmla="*/ 0 w 18"/>
                <a:gd name="T19" fmla="*/ 36 h 37"/>
                <a:gd name="T20" fmla="*/ 0 w 18"/>
                <a:gd name="T21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7">
                  <a:moveTo>
                    <a:pt x="0" y="36"/>
                  </a:moveTo>
                  <a:lnTo>
                    <a:pt x="0" y="34"/>
                  </a:lnTo>
                  <a:lnTo>
                    <a:pt x="0" y="28"/>
                  </a:lnTo>
                  <a:lnTo>
                    <a:pt x="9" y="30"/>
                  </a:lnTo>
                  <a:lnTo>
                    <a:pt x="5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8" y="37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Freeform 1314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7497764" y="7729538"/>
              <a:ext cx="104775" cy="155575"/>
            </a:xfrm>
            <a:custGeom>
              <a:avLst/>
              <a:gdLst>
                <a:gd name="T0" fmla="*/ 13 w 60"/>
                <a:gd name="T1" fmla="*/ 12 h 90"/>
                <a:gd name="T2" fmla="*/ 36 w 60"/>
                <a:gd name="T3" fmla="*/ 2 h 90"/>
                <a:gd name="T4" fmla="*/ 36 w 60"/>
                <a:gd name="T5" fmla="*/ 2 h 90"/>
                <a:gd name="T6" fmla="*/ 52 w 60"/>
                <a:gd name="T7" fmla="*/ 20 h 90"/>
                <a:gd name="T8" fmla="*/ 52 w 60"/>
                <a:gd name="T9" fmla="*/ 20 h 90"/>
                <a:gd name="T10" fmla="*/ 58 w 60"/>
                <a:gd name="T11" fmla="*/ 53 h 90"/>
                <a:gd name="T12" fmla="*/ 58 w 60"/>
                <a:gd name="T13" fmla="*/ 53 h 90"/>
                <a:gd name="T14" fmla="*/ 42 w 60"/>
                <a:gd name="T15" fmla="*/ 80 h 90"/>
                <a:gd name="T16" fmla="*/ 42 w 60"/>
                <a:gd name="T17" fmla="*/ 80 h 90"/>
                <a:gd name="T18" fmla="*/ 22 w 60"/>
                <a:gd name="T19" fmla="*/ 89 h 90"/>
                <a:gd name="T20" fmla="*/ 22 w 60"/>
                <a:gd name="T21" fmla="*/ 89 h 90"/>
                <a:gd name="T22" fmla="*/ 6 w 60"/>
                <a:gd name="T23" fmla="*/ 72 h 90"/>
                <a:gd name="T24" fmla="*/ 6 w 60"/>
                <a:gd name="T25" fmla="*/ 72 h 90"/>
                <a:gd name="T26" fmla="*/ 2 w 60"/>
                <a:gd name="T27" fmla="*/ 40 h 90"/>
                <a:gd name="T28" fmla="*/ 2 w 60"/>
                <a:gd name="T29" fmla="*/ 40 h 90"/>
                <a:gd name="T30" fmla="*/ 13 w 60"/>
                <a:gd name="T31" fmla="*/ 12 h 90"/>
                <a:gd name="T32" fmla="*/ 50 w 60"/>
                <a:gd name="T33" fmla="*/ 21 h 90"/>
                <a:gd name="T34" fmla="*/ 35 w 60"/>
                <a:gd name="T35" fmla="*/ 5 h 90"/>
                <a:gd name="T36" fmla="*/ 35 w 60"/>
                <a:gd name="T37" fmla="*/ 5 h 90"/>
                <a:gd name="T38" fmla="*/ 15 w 60"/>
                <a:gd name="T39" fmla="*/ 13 h 90"/>
                <a:gd name="T40" fmla="*/ 15 w 60"/>
                <a:gd name="T41" fmla="*/ 13 h 90"/>
                <a:gd name="T42" fmla="*/ 5 w 60"/>
                <a:gd name="T43" fmla="*/ 41 h 90"/>
                <a:gd name="T44" fmla="*/ 5 w 60"/>
                <a:gd name="T45" fmla="*/ 41 h 90"/>
                <a:gd name="T46" fmla="*/ 9 w 60"/>
                <a:gd name="T47" fmla="*/ 71 h 90"/>
                <a:gd name="T48" fmla="*/ 9 w 60"/>
                <a:gd name="T49" fmla="*/ 71 h 90"/>
                <a:gd name="T50" fmla="*/ 22 w 60"/>
                <a:gd name="T51" fmla="*/ 86 h 90"/>
                <a:gd name="T52" fmla="*/ 22 w 60"/>
                <a:gd name="T53" fmla="*/ 86 h 90"/>
                <a:gd name="T54" fmla="*/ 40 w 60"/>
                <a:gd name="T55" fmla="*/ 78 h 90"/>
                <a:gd name="T56" fmla="*/ 40 w 60"/>
                <a:gd name="T57" fmla="*/ 78 h 90"/>
                <a:gd name="T58" fmla="*/ 55 w 60"/>
                <a:gd name="T59" fmla="*/ 52 h 90"/>
                <a:gd name="T60" fmla="*/ 55 w 60"/>
                <a:gd name="T61" fmla="*/ 52 h 90"/>
                <a:gd name="T62" fmla="*/ 55 w 60"/>
                <a:gd name="T63" fmla="*/ 52 h 90"/>
                <a:gd name="T64" fmla="*/ 55 w 60"/>
                <a:gd name="T65" fmla="*/ 52 h 90"/>
                <a:gd name="T66" fmla="*/ 50 w 60"/>
                <a:gd name="T67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" h="90">
                  <a:moveTo>
                    <a:pt x="13" y="12"/>
                  </a:moveTo>
                  <a:cubicBezTo>
                    <a:pt x="19" y="4"/>
                    <a:pt x="26" y="0"/>
                    <a:pt x="36" y="2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41" y="3"/>
                    <a:pt x="48" y="11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7" y="29"/>
                    <a:pt x="60" y="41"/>
                    <a:pt x="58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5" y="64"/>
                    <a:pt x="49" y="73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35" y="86"/>
                    <a:pt x="27" y="90"/>
                    <a:pt x="22" y="89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16" y="88"/>
                    <a:pt x="10" y="81"/>
                    <a:pt x="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2" y="63"/>
                    <a:pt x="0" y="51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4" y="29"/>
                    <a:pt x="8" y="19"/>
                    <a:pt x="13" y="12"/>
                  </a:cubicBezTo>
                  <a:close/>
                  <a:moveTo>
                    <a:pt x="50" y="21"/>
                  </a:moveTo>
                  <a:cubicBezTo>
                    <a:pt x="46" y="12"/>
                    <a:pt x="39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7" y="3"/>
                    <a:pt x="21" y="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0" y="20"/>
                    <a:pt x="7" y="30"/>
                    <a:pt x="5" y="41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2" y="51"/>
                    <a:pt x="5" y="62"/>
                    <a:pt x="9" y="71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12" y="80"/>
                    <a:pt x="18" y="86"/>
                    <a:pt x="22" y="86"/>
                  </a:cubicBezTo>
                  <a:cubicBezTo>
                    <a:pt x="22" y="86"/>
                    <a:pt x="22" y="86"/>
                    <a:pt x="22" y="86"/>
                  </a:cubicBezTo>
                  <a:cubicBezTo>
                    <a:pt x="26" y="87"/>
                    <a:pt x="33" y="84"/>
                    <a:pt x="40" y="78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47" y="72"/>
                    <a:pt x="53" y="63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7" y="42"/>
                    <a:pt x="55" y="30"/>
                    <a:pt x="5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Freeform 1315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7496176" y="7727951"/>
              <a:ext cx="107950" cy="158750"/>
            </a:xfrm>
            <a:custGeom>
              <a:avLst/>
              <a:gdLst>
                <a:gd name="T0" fmla="*/ 22 w 62"/>
                <a:gd name="T1" fmla="*/ 92 h 92"/>
                <a:gd name="T2" fmla="*/ 5 w 62"/>
                <a:gd name="T3" fmla="*/ 74 h 92"/>
                <a:gd name="T4" fmla="*/ 5 w 62"/>
                <a:gd name="T5" fmla="*/ 74 h 92"/>
                <a:gd name="T6" fmla="*/ 0 w 62"/>
                <a:gd name="T7" fmla="*/ 51 h 92"/>
                <a:gd name="T8" fmla="*/ 0 w 62"/>
                <a:gd name="T9" fmla="*/ 51 h 92"/>
                <a:gd name="T10" fmla="*/ 1 w 62"/>
                <a:gd name="T11" fmla="*/ 41 h 92"/>
                <a:gd name="T12" fmla="*/ 1 w 62"/>
                <a:gd name="T13" fmla="*/ 41 h 92"/>
                <a:gd name="T14" fmla="*/ 13 w 62"/>
                <a:gd name="T15" fmla="*/ 11 h 92"/>
                <a:gd name="T16" fmla="*/ 13 w 62"/>
                <a:gd name="T17" fmla="*/ 11 h 92"/>
                <a:gd name="T18" fmla="*/ 13 w 62"/>
                <a:gd name="T19" fmla="*/ 11 h 92"/>
                <a:gd name="T20" fmla="*/ 32 w 62"/>
                <a:gd name="T21" fmla="*/ 0 h 92"/>
                <a:gd name="T22" fmla="*/ 32 w 62"/>
                <a:gd name="T23" fmla="*/ 0 h 92"/>
                <a:gd name="T24" fmla="*/ 37 w 62"/>
                <a:gd name="T25" fmla="*/ 1 h 92"/>
                <a:gd name="T26" fmla="*/ 37 w 62"/>
                <a:gd name="T27" fmla="*/ 1 h 92"/>
                <a:gd name="T28" fmla="*/ 55 w 62"/>
                <a:gd name="T29" fmla="*/ 20 h 92"/>
                <a:gd name="T30" fmla="*/ 55 w 62"/>
                <a:gd name="T31" fmla="*/ 20 h 92"/>
                <a:gd name="T32" fmla="*/ 62 w 62"/>
                <a:gd name="T33" fmla="*/ 45 h 92"/>
                <a:gd name="T34" fmla="*/ 62 w 62"/>
                <a:gd name="T35" fmla="*/ 45 h 92"/>
                <a:gd name="T36" fmla="*/ 61 w 62"/>
                <a:gd name="T37" fmla="*/ 54 h 92"/>
                <a:gd name="T38" fmla="*/ 61 w 62"/>
                <a:gd name="T39" fmla="*/ 54 h 92"/>
                <a:gd name="T40" fmla="*/ 44 w 62"/>
                <a:gd name="T41" fmla="*/ 82 h 92"/>
                <a:gd name="T42" fmla="*/ 44 w 62"/>
                <a:gd name="T43" fmla="*/ 82 h 92"/>
                <a:gd name="T44" fmla="*/ 25 w 62"/>
                <a:gd name="T45" fmla="*/ 92 h 92"/>
                <a:gd name="T46" fmla="*/ 25 w 62"/>
                <a:gd name="T47" fmla="*/ 92 h 92"/>
                <a:gd name="T48" fmla="*/ 22 w 62"/>
                <a:gd name="T49" fmla="*/ 92 h 92"/>
                <a:gd name="T50" fmla="*/ 18 w 62"/>
                <a:gd name="T51" fmla="*/ 15 h 92"/>
                <a:gd name="T52" fmla="*/ 8 w 62"/>
                <a:gd name="T53" fmla="*/ 42 h 92"/>
                <a:gd name="T54" fmla="*/ 8 w 62"/>
                <a:gd name="T55" fmla="*/ 42 h 92"/>
                <a:gd name="T56" fmla="*/ 7 w 62"/>
                <a:gd name="T57" fmla="*/ 51 h 92"/>
                <a:gd name="T58" fmla="*/ 7 w 62"/>
                <a:gd name="T59" fmla="*/ 51 h 92"/>
                <a:gd name="T60" fmla="*/ 11 w 62"/>
                <a:gd name="T61" fmla="*/ 71 h 92"/>
                <a:gd name="T62" fmla="*/ 11 w 62"/>
                <a:gd name="T63" fmla="*/ 71 h 92"/>
                <a:gd name="T64" fmla="*/ 24 w 62"/>
                <a:gd name="T65" fmla="*/ 85 h 92"/>
                <a:gd name="T66" fmla="*/ 24 w 62"/>
                <a:gd name="T67" fmla="*/ 85 h 92"/>
                <a:gd name="T68" fmla="*/ 25 w 62"/>
                <a:gd name="T69" fmla="*/ 86 h 92"/>
                <a:gd name="T70" fmla="*/ 25 w 62"/>
                <a:gd name="T71" fmla="*/ 86 h 92"/>
                <a:gd name="T72" fmla="*/ 39 w 62"/>
                <a:gd name="T73" fmla="*/ 77 h 92"/>
                <a:gd name="T74" fmla="*/ 39 w 62"/>
                <a:gd name="T75" fmla="*/ 77 h 92"/>
                <a:gd name="T76" fmla="*/ 54 w 62"/>
                <a:gd name="T77" fmla="*/ 52 h 92"/>
                <a:gd name="T78" fmla="*/ 54 w 62"/>
                <a:gd name="T79" fmla="*/ 52 h 92"/>
                <a:gd name="T80" fmla="*/ 54 w 62"/>
                <a:gd name="T81" fmla="*/ 53 h 92"/>
                <a:gd name="T82" fmla="*/ 55 w 62"/>
                <a:gd name="T83" fmla="*/ 45 h 92"/>
                <a:gd name="T84" fmla="*/ 55 w 62"/>
                <a:gd name="T85" fmla="*/ 45 h 92"/>
                <a:gd name="T86" fmla="*/ 49 w 62"/>
                <a:gd name="T87" fmla="*/ 23 h 92"/>
                <a:gd name="T88" fmla="*/ 49 w 62"/>
                <a:gd name="T89" fmla="*/ 23 h 92"/>
                <a:gd name="T90" fmla="*/ 51 w 62"/>
                <a:gd name="T91" fmla="*/ 22 h 92"/>
                <a:gd name="T92" fmla="*/ 49 w 62"/>
                <a:gd name="T93" fmla="*/ 23 h 92"/>
                <a:gd name="T94" fmla="*/ 36 w 62"/>
                <a:gd name="T95" fmla="*/ 8 h 92"/>
                <a:gd name="T96" fmla="*/ 36 w 62"/>
                <a:gd name="T97" fmla="*/ 8 h 92"/>
                <a:gd name="T98" fmla="*/ 32 w 62"/>
                <a:gd name="T99" fmla="*/ 7 h 92"/>
                <a:gd name="T100" fmla="*/ 32 w 62"/>
                <a:gd name="T101" fmla="*/ 7 h 92"/>
                <a:gd name="T102" fmla="*/ 18 w 62"/>
                <a:gd name="T103" fmla="*/ 15 h 92"/>
                <a:gd name="T104" fmla="*/ 15 w 62"/>
                <a:gd name="T105" fmla="*/ 13 h 92"/>
                <a:gd name="T106" fmla="*/ 15 w 62"/>
                <a:gd name="T107" fmla="*/ 13 h 92"/>
                <a:gd name="T108" fmla="*/ 15 w 62"/>
                <a:gd name="T109" fmla="*/ 13 h 92"/>
                <a:gd name="T110" fmla="*/ 14 w 62"/>
                <a:gd name="T111" fmla="*/ 13 h 92"/>
                <a:gd name="T112" fmla="*/ 15 w 62"/>
                <a:gd name="T113" fmla="*/ 1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" h="92">
                  <a:moveTo>
                    <a:pt x="22" y="92"/>
                  </a:moveTo>
                  <a:cubicBezTo>
                    <a:pt x="15" y="90"/>
                    <a:pt x="10" y="83"/>
                    <a:pt x="5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2" y="67"/>
                    <a:pt x="0" y="59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7"/>
                    <a:pt x="0" y="44"/>
                    <a:pt x="1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3" y="30"/>
                    <a:pt x="7" y="19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7" y="5"/>
                    <a:pt x="24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44" y="3"/>
                    <a:pt x="50" y="1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9" y="27"/>
                    <a:pt x="62" y="36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8"/>
                    <a:pt x="61" y="5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8" y="66"/>
                    <a:pt x="51" y="76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38" y="88"/>
                    <a:pt x="31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2"/>
                    <a:pt x="23" y="92"/>
                    <a:pt x="22" y="92"/>
                  </a:cubicBezTo>
                  <a:close/>
                  <a:moveTo>
                    <a:pt x="18" y="15"/>
                  </a:moveTo>
                  <a:cubicBezTo>
                    <a:pt x="13" y="22"/>
                    <a:pt x="10" y="3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5"/>
                    <a:pt x="7" y="48"/>
                    <a:pt x="7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8"/>
                    <a:pt x="9" y="65"/>
                    <a:pt x="11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5" y="79"/>
                    <a:pt x="21" y="85"/>
                    <a:pt x="24" y="85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4" y="86"/>
                    <a:pt x="24" y="86"/>
                    <a:pt x="25" y="86"/>
                  </a:cubicBezTo>
                  <a:cubicBezTo>
                    <a:pt x="25" y="86"/>
                    <a:pt x="25" y="86"/>
                    <a:pt x="25" y="86"/>
                  </a:cubicBezTo>
                  <a:cubicBezTo>
                    <a:pt x="28" y="86"/>
                    <a:pt x="34" y="83"/>
                    <a:pt x="39" y="77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6" y="71"/>
                    <a:pt x="52" y="63"/>
                    <a:pt x="54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38"/>
                    <a:pt x="53" y="30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5" y="14"/>
                    <a:pt x="38" y="8"/>
                    <a:pt x="36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3" y="7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6" y="7"/>
                    <a:pt x="22" y="10"/>
                    <a:pt x="18" y="15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Freeform 1316"/>
            <p:cNvSpPr/>
            <p:nvPr>
              <p:custDataLst>
                <p:tags r:id="rId48"/>
              </p:custDataLst>
            </p:nvPr>
          </p:nvSpPr>
          <p:spPr bwMode="auto">
            <a:xfrm>
              <a:off x="7502526" y="7791451"/>
              <a:ext cx="92075" cy="11113"/>
            </a:xfrm>
            <a:custGeom>
              <a:avLst/>
              <a:gdLst>
                <a:gd name="T0" fmla="*/ 58 w 58"/>
                <a:gd name="T1" fmla="*/ 0 h 7"/>
                <a:gd name="T2" fmla="*/ 58 w 58"/>
                <a:gd name="T3" fmla="*/ 3 h 7"/>
                <a:gd name="T4" fmla="*/ 0 w 58"/>
                <a:gd name="T5" fmla="*/ 7 h 7"/>
                <a:gd name="T6" fmla="*/ 0 w 58"/>
                <a:gd name="T7" fmla="*/ 3 h 7"/>
                <a:gd name="T8" fmla="*/ 58 w 58"/>
                <a:gd name="T9" fmla="*/ 0 h 7"/>
                <a:gd name="T10" fmla="*/ 58 w 5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">
                  <a:moveTo>
                    <a:pt x="58" y="0"/>
                  </a:moveTo>
                  <a:lnTo>
                    <a:pt x="58" y="3"/>
                  </a:lnTo>
                  <a:lnTo>
                    <a:pt x="0" y="7"/>
                  </a:lnTo>
                  <a:lnTo>
                    <a:pt x="0" y="3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1317"/>
            <p:cNvSpPr/>
            <p:nvPr>
              <p:custDataLst>
                <p:tags r:id="rId49"/>
              </p:custDataLst>
            </p:nvPr>
          </p:nvSpPr>
          <p:spPr bwMode="auto">
            <a:xfrm>
              <a:off x="7499351" y="7788276"/>
              <a:ext cx="100013" cy="17463"/>
            </a:xfrm>
            <a:custGeom>
              <a:avLst/>
              <a:gdLst>
                <a:gd name="T0" fmla="*/ 0 w 63"/>
                <a:gd name="T1" fmla="*/ 9 h 11"/>
                <a:gd name="T2" fmla="*/ 0 w 63"/>
                <a:gd name="T3" fmla="*/ 3 h 11"/>
                <a:gd name="T4" fmla="*/ 60 w 63"/>
                <a:gd name="T5" fmla="*/ 0 h 11"/>
                <a:gd name="T6" fmla="*/ 63 w 63"/>
                <a:gd name="T7" fmla="*/ 0 h 11"/>
                <a:gd name="T8" fmla="*/ 63 w 63"/>
                <a:gd name="T9" fmla="*/ 2 h 11"/>
                <a:gd name="T10" fmla="*/ 63 w 63"/>
                <a:gd name="T11" fmla="*/ 8 h 11"/>
                <a:gd name="T12" fmla="*/ 1 w 63"/>
                <a:gd name="T13" fmla="*/ 11 h 11"/>
                <a:gd name="T14" fmla="*/ 0 w 63"/>
                <a:gd name="T15" fmla="*/ 9 h 11"/>
                <a:gd name="T16" fmla="*/ 0 w 63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11">
                  <a:moveTo>
                    <a:pt x="0" y="9"/>
                  </a:moveTo>
                  <a:lnTo>
                    <a:pt x="0" y="3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3" y="2"/>
                  </a:lnTo>
                  <a:lnTo>
                    <a:pt x="63" y="8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1318"/>
            <p:cNvSpPr>
              <a:spLocks noEditPoints="1"/>
            </p:cNvSpPr>
            <p:nvPr>
              <p:custDataLst>
                <p:tags r:id="rId50"/>
              </p:custDataLst>
            </p:nvPr>
          </p:nvSpPr>
          <p:spPr bwMode="auto">
            <a:xfrm>
              <a:off x="7573964" y="7661276"/>
              <a:ext cx="128588" cy="90488"/>
            </a:xfrm>
            <a:custGeom>
              <a:avLst/>
              <a:gdLst>
                <a:gd name="T0" fmla="*/ 1 w 74"/>
                <a:gd name="T1" fmla="*/ 48 h 52"/>
                <a:gd name="T2" fmla="*/ 42 w 74"/>
                <a:gd name="T3" fmla="*/ 31 h 52"/>
                <a:gd name="T4" fmla="*/ 42 w 74"/>
                <a:gd name="T5" fmla="*/ 31 h 52"/>
                <a:gd name="T6" fmla="*/ 70 w 74"/>
                <a:gd name="T7" fmla="*/ 11 h 52"/>
                <a:gd name="T8" fmla="*/ 70 w 74"/>
                <a:gd name="T9" fmla="*/ 11 h 52"/>
                <a:gd name="T10" fmla="*/ 71 w 74"/>
                <a:gd name="T11" fmla="*/ 0 h 52"/>
                <a:gd name="T12" fmla="*/ 74 w 74"/>
                <a:gd name="T13" fmla="*/ 0 h 52"/>
                <a:gd name="T14" fmla="*/ 73 w 74"/>
                <a:gd name="T15" fmla="*/ 12 h 52"/>
                <a:gd name="T16" fmla="*/ 73 w 74"/>
                <a:gd name="T17" fmla="*/ 12 h 52"/>
                <a:gd name="T18" fmla="*/ 44 w 74"/>
                <a:gd name="T19" fmla="*/ 33 h 52"/>
                <a:gd name="T20" fmla="*/ 44 w 74"/>
                <a:gd name="T21" fmla="*/ 33 h 52"/>
                <a:gd name="T22" fmla="*/ 0 w 74"/>
                <a:gd name="T23" fmla="*/ 50 h 52"/>
                <a:gd name="T24" fmla="*/ 0 w 74"/>
                <a:gd name="T25" fmla="*/ 50 h 52"/>
                <a:gd name="T26" fmla="*/ 0 w 74"/>
                <a:gd name="T27" fmla="*/ 50 h 52"/>
                <a:gd name="T28" fmla="*/ 1 w 74"/>
                <a:gd name="T29" fmla="*/ 48 h 52"/>
                <a:gd name="T30" fmla="*/ 1 w 74"/>
                <a:gd name="T31" fmla="*/ 48 h 52"/>
                <a:gd name="T32" fmla="*/ 71 w 74"/>
                <a:gd name="T33" fmla="*/ 0 h 52"/>
                <a:gd name="T34" fmla="*/ 71 w 74"/>
                <a:gd name="T35" fmla="*/ 0 h 52"/>
                <a:gd name="T36" fmla="*/ 71 w 74"/>
                <a:gd name="T37" fmla="*/ 0 h 52"/>
                <a:gd name="T38" fmla="*/ 71 w 74"/>
                <a:gd name="T3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" h="52">
                  <a:moveTo>
                    <a:pt x="1" y="48"/>
                  </a:moveTo>
                  <a:cubicBezTo>
                    <a:pt x="9" y="50"/>
                    <a:pt x="27" y="40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56" y="22"/>
                    <a:pt x="68" y="13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59" y="23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28" y="43"/>
                    <a:pt x="10" y="52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lose/>
                  <a:moveTo>
                    <a:pt x="71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Freeform 1319"/>
            <p:cNvSpPr>
              <a:spLocks noEditPoints="1"/>
            </p:cNvSpPr>
            <p:nvPr>
              <p:custDataLst>
                <p:tags r:id="rId51"/>
              </p:custDataLst>
            </p:nvPr>
          </p:nvSpPr>
          <p:spPr bwMode="auto">
            <a:xfrm>
              <a:off x="7570789" y="7656513"/>
              <a:ext cx="136525" cy="96838"/>
            </a:xfrm>
            <a:custGeom>
              <a:avLst/>
              <a:gdLst>
                <a:gd name="T0" fmla="*/ 2 w 78"/>
                <a:gd name="T1" fmla="*/ 55 h 56"/>
                <a:gd name="T2" fmla="*/ 0 w 78"/>
                <a:gd name="T3" fmla="*/ 55 h 56"/>
                <a:gd name="T4" fmla="*/ 1 w 78"/>
                <a:gd name="T5" fmla="*/ 48 h 56"/>
                <a:gd name="T6" fmla="*/ 3 w 78"/>
                <a:gd name="T7" fmla="*/ 49 h 56"/>
                <a:gd name="T8" fmla="*/ 3 w 78"/>
                <a:gd name="T9" fmla="*/ 49 h 56"/>
                <a:gd name="T10" fmla="*/ 3 w 78"/>
                <a:gd name="T11" fmla="*/ 49 h 56"/>
                <a:gd name="T12" fmla="*/ 3 w 78"/>
                <a:gd name="T13" fmla="*/ 49 h 56"/>
                <a:gd name="T14" fmla="*/ 3 w 78"/>
                <a:gd name="T15" fmla="*/ 49 h 56"/>
                <a:gd name="T16" fmla="*/ 3 w 78"/>
                <a:gd name="T17" fmla="*/ 49 h 56"/>
                <a:gd name="T18" fmla="*/ 3 w 78"/>
                <a:gd name="T19" fmla="*/ 49 h 56"/>
                <a:gd name="T20" fmla="*/ 3 w 78"/>
                <a:gd name="T21" fmla="*/ 49 h 56"/>
                <a:gd name="T22" fmla="*/ 3 w 78"/>
                <a:gd name="T23" fmla="*/ 49 h 56"/>
                <a:gd name="T24" fmla="*/ 3 w 78"/>
                <a:gd name="T25" fmla="*/ 49 h 56"/>
                <a:gd name="T26" fmla="*/ 3 w 78"/>
                <a:gd name="T27" fmla="*/ 49 h 56"/>
                <a:gd name="T28" fmla="*/ 5 w 78"/>
                <a:gd name="T29" fmla="*/ 49 h 56"/>
                <a:gd name="T30" fmla="*/ 5 w 78"/>
                <a:gd name="T31" fmla="*/ 49 h 56"/>
                <a:gd name="T32" fmla="*/ 43 w 78"/>
                <a:gd name="T33" fmla="*/ 32 h 56"/>
                <a:gd name="T34" fmla="*/ 43 w 78"/>
                <a:gd name="T35" fmla="*/ 32 h 56"/>
                <a:gd name="T36" fmla="*/ 70 w 78"/>
                <a:gd name="T37" fmla="*/ 13 h 56"/>
                <a:gd name="T38" fmla="*/ 70 w 78"/>
                <a:gd name="T39" fmla="*/ 13 h 56"/>
                <a:gd name="T40" fmla="*/ 71 w 78"/>
                <a:gd name="T41" fmla="*/ 4 h 56"/>
                <a:gd name="T42" fmla="*/ 68 w 78"/>
                <a:gd name="T43" fmla="*/ 3 h 56"/>
                <a:gd name="T44" fmla="*/ 71 w 78"/>
                <a:gd name="T45" fmla="*/ 2 h 56"/>
                <a:gd name="T46" fmla="*/ 71 w 78"/>
                <a:gd name="T47" fmla="*/ 1 h 56"/>
                <a:gd name="T48" fmla="*/ 73 w 78"/>
                <a:gd name="T49" fmla="*/ 1 h 56"/>
                <a:gd name="T50" fmla="*/ 75 w 78"/>
                <a:gd name="T51" fmla="*/ 0 h 56"/>
                <a:gd name="T52" fmla="*/ 75 w 78"/>
                <a:gd name="T53" fmla="*/ 1 h 56"/>
                <a:gd name="T54" fmla="*/ 78 w 78"/>
                <a:gd name="T55" fmla="*/ 1 h 56"/>
                <a:gd name="T56" fmla="*/ 77 w 78"/>
                <a:gd name="T57" fmla="*/ 16 h 56"/>
                <a:gd name="T58" fmla="*/ 76 w 78"/>
                <a:gd name="T59" fmla="*/ 17 h 56"/>
                <a:gd name="T60" fmla="*/ 76 w 78"/>
                <a:gd name="T61" fmla="*/ 17 h 56"/>
                <a:gd name="T62" fmla="*/ 47 w 78"/>
                <a:gd name="T63" fmla="*/ 38 h 56"/>
                <a:gd name="T64" fmla="*/ 47 w 78"/>
                <a:gd name="T65" fmla="*/ 38 h 56"/>
                <a:gd name="T66" fmla="*/ 5 w 78"/>
                <a:gd name="T67" fmla="*/ 56 h 56"/>
                <a:gd name="T68" fmla="*/ 5 w 78"/>
                <a:gd name="T69" fmla="*/ 56 h 56"/>
                <a:gd name="T70" fmla="*/ 2 w 78"/>
                <a:gd name="T71" fmla="*/ 55 h 56"/>
                <a:gd name="T72" fmla="*/ 3 w 78"/>
                <a:gd name="T73" fmla="*/ 53 h 56"/>
                <a:gd name="T74" fmla="*/ 3 w 78"/>
                <a:gd name="T75" fmla="*/ 53 h 56"/>
                <a:gd name="T76" fmla="*/ 3 w 78"/>
                <a:gd name="T77" fmla="*/ 53 h 56"/>
                <a:gd name="T78" fmla="*/ 2 w 78"/>
                <a:gd name="T79" fmla="*/ 53 h 56"/>
                <a:gd name="T80" fmla="*/ 2 w 78"/>
                <a:gd name="T81" fmla="*/ 53 h 56"/>
                <a:gd name="T82" fmla="*/ 2 w 78"/>
                <a:gd name="T83" fmla="*/ 53 h 56"/>
                <a:gd name="T84" fmla="*/ 2 w 78"/>
                <a:gd name="T85" fmla="*/ 53 h 56"/>
                <a:gd name="T86" fmla="*/ 2 w 78"/>
                <a:gd name="T87" fmla="*/ 53 h 56"/>
                <a:gd name="T88" fmla="*/ 2 w 78"/>
                <a:gd name="T89" fmla="*/ 53 h 56"/>
                <a:gd name="T90" fmla="*/ 3 w 78"/>
                <a:gd name="T91" fmla="*/ 53 h 56"/>
                <a:gd name="T92" fmla="*/ 3 w 78"/>
                <a:gd name="T93" fmla="*/ 49 h 56"/>
                <a:gd name="T94" fmla="*/ 3 w 78"/>
                <a:gd name="T95" fmla="*/ 49 h 56"/>
                <a:gd name="T96" fmla="*/ 3 w 78"/>
                <a:gd name="T97" fmla="*/ 49 h 56"/>
                <a:gd name="T98" fmla="*/ 3 w 78"/>
                <a:gd name="T99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" h="56">
                  <a:moveTo>
                    <a:pt x="2" y="55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3" y="49"/>
                    <a:pt x="29" y="41"/>
                    <a:pt x="43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56" y="24"/>
                    <a:pt x="67" y="15"/>
                    <a:pt x="70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62" y="28"/>
                    <a:pt x="47" y="38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32" y="47"/>
                    <a:pt x="16" y="56"/>
                    <a:pt x="5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4" y="56"/>
                    <a:pt x="3" y="56"/>
                    <a:pt x="2" y="55"/>
                  </a:cubicBezTo>
                  <a:close/>
                  <a:moveTo>
                    <a:pt x="3" y="53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3" y="53"/>
                  </a:cubicBezTo>
                  <a:close/>
                  <a:moveTo>
                    <a:pt x="3" y="49"/>
                  </a:move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1" name="Freeform 1320"/>
            <p:cNvSpPr/>
            <p:nvPr>
              <p:custDataLst>
                <p:tags r:id="rId52"/>
              </p:custDataLst>
            </p:nvPr>
          </p:nvSpPr>
          <p:spPr bwMode="auto">
            <a:xfrm>
              <a:off x="7696201" y="7675563"/>
              <a:ext cx="25400" cy="9525"/>
            </a:xfrm>
            <a:custGeom>
              <a:avLst/>
              <a:gdLst>
                <a:gd name="T0" fmla="*/ 16 w 16"/>
                <a:gd name="T1" fmla="*/ 0 h 6"/>
                <a:gd name="T2" fmla="*/ 16 w 16"/>
                <a:gd name="T3" fmla="*/ 3 h 6"/>
                <a:gd name="T4" fmla="*/ 1 w 16"/>
                <a:gd name="T5" fmla="*/ 6 h 6"/>
                <a:gd name="T6" fmla="*/ 0 w 16"/>
                <a:gd name="T7" fmla="*/ 3 h 6"/>
                <a:gd name="T8" fmla="*/ 16 w 16"/>
                <a:gd name="T9" fmla="*/ 0 h 6"/>
                <a:gd name="T10" fmla="*/ 16 w 1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0"/>
                  </a:moveTo>
                  <a:lnTo>
                    <a:pt x="16" y="3"/>
                  </a:lnTo>
                  <a:lnTo>
                    <a:pt x="1" y="6"/>
                  </a:lnTo>
                  <a:lnTo>
                    <a:pt x="0" y="3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2" name="Freeform 1321"/>
            <p:cNvSpPr/>
            <p:nvPr>
              <p:custDataLst>
                <p:tags r:id="rId53"/>
              </p:custDataLst>
            </p:nvPr>
          </p:nvSpPr>
          <p:spPr bwMode="auto">
            <a:xfrm>
              <a:off x="7693026" y="7670801"/>
              <a:ext cx="34925" cy="17463"/>
            </a:xfrm>
            <a:custGeom>
              <a:avLst/>
              <a:gdLst>
                <a:gd name="T0" fmla="*/ 0 w 22"/>
                <a:gd name="T1" fmla="*/ 5 h 11"/>
                <a:gd name="T2" fmla="*/ 18 w 22"/>
                <a:gd name="T3" fmla="*/ 0 h 11"/>
                <a:gd name="T4" fmla="*/ 21 w 22"/>
                <a:gd name="T5" fmla="*/ 0 h 11"/>
                <a:gd name="T6" fmla="*/ 22 w 22"/>
                <a:gd name="T7" fmla="*/ 8 h 11"/>
                <a:gd name="T8" fmla="*/ 1 w 22"/>
                <a:gd name="T9" fmla="*/ 11 h 11"/>
                <a:gd name="T10" fmla="*/ 0 w 22"/>
                <a:gd name="T11" fmla="*/ 5 h 11"/>
                <a:gd name="T12" fmla="*/ 0 w 22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11">
                  <a:moveTo>
                    <a:pt x="0" y="5"/>
                  </a:moveTo>
                  <a:lnTo>
                    <a:pt x="18" y="0"/>
                  </a:lnTo>
                  <a:lnTo>
                    <a:pt x="21" y="0"/>
                  </a:lnTo>
                  <a:lnTo>
                    <a:pt x="22" y="8"/>
                  </a:lnTo>
                  <a:lnTo>
                    <a:pt x="1" y="11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3" name="Freeform 1322"/>
            <p:cNvSpPr/>
            <p:nvPr>
              <p:custDataLst>
                <p:tags r:id="rId54"/>
              </p:custDataLst>
            </p:nvPr>
          </p:nvSpPr>
          <p:spPr bwMode="auto">
            <a:xfrm>
              <a:off x="7697789" y="7662863"/>
              <a:ext cx="17463" cy="19050"/>
            </a:xfrm>
            <a:custGeom>
              <a:avLst/>
              <a:gdLst>
                <a:gd name="T0" fmla="*/ 9 w 11"/>
                <a:gd name="T1" fmla="*/ 0 h 12"/>
                <a:gd name="T2" fmla="*/ 11 w 11"/>
                <a:gd name="T3" fmla="*/ 2 h 12"/>
                <a:gd name="T4" fmla="*/ 2 w 11"/>
                <a:gd name="T5" fmla="*/ 12 h 12"/>
                <a:gd name="T6" fmla="*/ 0 w 11"/>
                <a:gd name="T7" fmla="*/ 10 h 12"/>
                <a:gd name="T8" fmla="*/ 9 w 11"/>
                <a:gd name="T9" fmla="*/ 0 h 12"/>
                <a:gd name="T10" fmla="*/ 9 w 1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2">
                  <a:moveTo>
                    <a:pt x="9" y="0"/>
                  </a:moveTo>
                  <a:lnTo>
                    <a:pt x="11" y="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4" name="Freeform 1323"/>
            <p:cNvSpPr/>
            <p:nvPr>
              <p:custDataLst>
                <p:tags r:id="rId55"/>
              </p:custDataLst>
            </p:nvPr>
          </p:nvSpPr>
          <p:spPr bwMode="auto">
            <a:xfrm>
              <a:off x="7693026" y="7658101"/>
              <a:ext cx="26988" cy="28575"/>
            </a:xfrm>
            <a:custGeom>
              <a:avLst/>
              <a:gdLst>
                <a:gd name="T0" fmla="*/ 0 w 17"/>
                <a:gd name="T1" fmla="*/ 14 h 18"/>
                <a:gd name="T2" fmla="*/ 10 w 17"/>
                <a:gd name="T3" fmla="*/ 2 h 18"/>
                <a:gd name="T4" fmla="*/ 11 w 17"/>
                <a:gd name="T5" fmla="*/ 0 h 18"/>
                <a:gd name="T6" fmla="*/ 17 w 17"/>
                <a:gd name="T7" fmla="*/ 5 h 18"/>
                <a:gd name="T8" fmla="*/ 5 w 17"/>
                <a:gd name="T9" fmla="*/ 18 h 18"/>
                <a:gd name="T10" fmla="*/ 0 w 17"/>
                <a:gd name="T11" fmla="*/ 14 h 18"/>
                <a:gd name="T12" fmla="*/ 0 w 17"/>
                <a:gd name="T13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8">
                  <a:moveTo>
                    <a:pt x="0" y="14"/>
                  </a:moveTo>
                  <a:lnTo>
                    <a:pt x="10" y="2"/>
                  </a:lnTo>
                  <a:lnTo>
                    <a:pt x="11" y="0"/>
                  </a:lnTo>
                  <a:lnTo>
                    <a:pt x="17" y="5"/>
                  </a:lnTo>
                  <a:lnTo>
                    <a:pt x="5" y="18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5" name="Freeform 1324"/>
            <p:cNvSpPr/>
            <p:nvPr>
              <p:custDataLst>
                <p:tags r:id="rId56"/>
              </p:custDataLst>
            </p:nvPr>
          </p:nvSpPr>
          <p:spPr bwMode="auto">
            <a:xfrm>
              <a:off x="7459664" y="7753351"/>
              <a:ext cx="60325" cy="88900"/>
            </a:xfrm>
            <a:custGeom>
              <a:avLst/>
              <a:gdLst>
                <a:gd name="T0" fmla="*/ 0 w 35"/>
                <a:gd name="T1" fmla="*/ 39 h 51"/>
                <a:gd name="T2" fmla="*/ 33 w 35"/>
                <a:gd name="T3" fmla="*/ 0 h 51"/>
                <a:gd name="T4" fmla="*/ 33 w 35"/>
                <a:gd name="T5" fmla="*/ 0 h 51"/>
                <a:gd name="T6" fmla="*/ 35 w 35"/>
                <a:gd name="T7" fmla="*/ 3 h 51"/>
                <a:gd name="T8" fmla="*/ 20 w 35"/>
                <a:gd name="T9" fmla="*/ 16 h 51"/>
                <a:gd name="T10" fmla="*/ 20 w 35"/>
                <a:gd name="T11" fmla="*/ 16 h 51"/>
                <a:gd name="T12" fmla="*/ 3 w 35"/>
                <a:gd name="T13" fmla="*/ 39 h 51"/>
                <a:gd name="T14" fmla="*/ 3 w 35"/>
                <a:gd name="T15" fmla="*/ 39 h 51"/>
                <a:gd name="T16" fmla="*/ 6 w 35"/>
                <a:gd name="T17" fmla="*/ 51 h 51"/>
                <a:gd name="T18" fmla="*/ 6 w 35"/>
                <a:gd name="T19" fmla="*/ 51 h 51"/>
                <a:gd name="T20" fmla="*/ 4 w 35"/>
                <a:gd name="T21" fmla="*/ 51 h 51"/>
                <a:gd name="T22" fmla="*/ 0 w 35"/>
                <a:gd name="T23" fmla="*/ 39 h 51"/>
                <a:gd name="T24" fmla="*/ 0 w 35"/>
                <a:gd name="T25" fmla="*/ 39 h 51"/>
                <a:gd name="T26" fmla="*/ 0 w 35"/>
                <a:gd name="T27" fmla="*/ 39 h 51"/>
                <a:gd name="T28" fmla="*/ 0 w 35"/>
                <a:gd name="T29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" h="51">
                  <a:moveTo>
                    <a:pt x="0" y="39"/>
                  </a:moveTo>
                  <a:cubicBezTo>
                    <a:pt x="4" y="25"/>
                    <a:pt x="33" y="1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3"/>
                    <a:pt x="28" y="9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2" y="24"/>
                    <a:pt x="4" y="33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1"/>
                    <a:pt x="6" y="48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4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6" name="Freeform 1325"/>
            <p:cNvSpPr/>
            <p:nvPr>
              <p:custDataLst>
                <p:tags r:id="rId57"/>
              </p:custDataLst>
            </p:nvPr>
          </p:nvSpPr>
          <p:spPr bwMode="auto">
            <a:xfrm>
              <a:off x="7456489" y="7747001"/>
              <a:ext cx="68263" cy="98425"/>
            </a:xfrm>
            <a:custGeom>
              <a:avLst/>
              <a:gdLst>
                <a:gd name="T0" fmla="*/ 4 w 40"/>
                <a:gd name="T1" fmla="*/ 55 h 57"/>
                <a:gd name="T2" fmla="*/ 1 w 40"/>
                <a:gd name="T3" fmla="*/ 45 h 57"/>
                <a:gd name="T4" fmla="*/ 1 w 40"/>
                <a:gd name="T5" fmla="*/ 45 h 57"/>
                <a:gd name="T6" fmla="*/ 1 w 40"/>
                <a:gd name="T7" fmla="*/ 45 h 57"/>
                <a:gd name="T8" fmla="*/ 0 w 40"/>
                <a:gd name="T9" fmla="*/ 44 h 57"/>
                <a:gd name="T10" fmla="*/ 0 w 40"/>
                <a:gd name="T11" fmla="*/ 44 h 57"/>
                <a:gd name="T12" fmla="*/ 0 w 40"/>
                <a:gd name="T13" fmla="*/ 44 h 57"/>
                <a:gd name="T14" fmla="*/ 0 w 40"/>
                <a:gd name="T15" fmla="*/ 44 h 57"/>
                <a:gd name="T16" fmla="*/ 0 w 40"/>
                <a:gd name="T17" fmla="*/ 44 h 57"/>
                <a:gd name="T18" fmla="*/ 0 w 40"/>
                <a:gd name="T19" fmla="*/ 43 h 57"/>
                <a:gd name="T20" fmla="*/ 0 w 40"/>
                <a:gd name="T21" fmla="*/ 42 h 57"/>
                <a:gd name="T22" fmla="*/ 0 w 40"/>
                <a:gd name="T23" fmla="*/ 42 h 57"/>
                <a:gd name="T24" fmla="*/ 2 w 40"/>
                <a:gd name="T25" fmla="*/ 43 h 57"/>
                <a:gd name="T26" fmla="*/ 0 w 40"/>
                <a:gd name="T27" fmla="*/ 42 h 57"/>
                <a:gd name="T28" fmla="*/ 34 w 40"/>
                <a:gd name="T29" fmla="*/ 3 h 57"/>
                <a:gd name="T30" fmla="*/ 34 w 40"/>
                <a:gd name="T31" fmla="*/ 3 h 57"/>
                <a:gd name="T32" fmla="*/ 35 w 40"/>
                <a:gd name="T33" fmla="*/ 0 h 57"/>
                <a:gd name="T34" fmla="*/ 40 w 40"/>
                <a:gd name="T35" fmla="*/ 7 h 57"/>
                <a:gd name="T36" fmla="*/ 39 w 40"/>
                <a:gd name="T37" fmla="*/ 8 h 57"/>
                <a:gd name="T38" fmla="*/ 23 w 40"/>
                <a:gd name="T39" fmla="*/ 22 h 57"/>
                <a:gd name="T40" fmla="*/ 23 w 40"/>
                <a:gd name="T41" fmla="*/ 22 h 57"/>
                <a:gd name="T42" fmla="*/ 7 w 40"/>
                <a:gd name="T43" fmla="*/ 43 h 57"/>
                <a:gd name="T44" fmla="*/ 7 w 40"/>
                <a:gd name="T45" fmla="*/ 43 h 57"/>
                <a:gd name="T46" fmla="*/ 10 w 40"/>
                <a:gd name="T47" fmla="*/ 54 h 57"/>
                <a:gd name="T48" fmla="*/ 10 w 40"/>
                <a:gd name="T49" fmla="*/ 54 h 57"/>
                <a:gd name="T50" fmla="*/ 11 w 40"/>
                <a:gd name="T51" fmla="*/ 56 h 57"/>
                <a:gd name="T52" fmla="*/ 9 w 40"/>
                <a:gd name="T53" fmla="*/ 57 h 57"/>
                <a:gd name="T54" fmla="*/ 4 w 40"/>
                <a:gd name="T55" fmla="*/ 57 h 57"/>
                <a:gd name="T56" fmla="*/ 4 w 40"/>
                <a:gd name="T57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0" h="57">
                  <a:moveTo>
                    <a:pt x="4" y="55"/>
                  </a:moveTo>
                  <a:cubicBezTo>
                    <a:pt x="4" y="54"/>
                    <a:pt x="2" y="47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" y="28"/>
                    <a:pt x="30" y="6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8" y="8"/>
                    <a:pt x="31" y="14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6" y="29"/>
                    <a:pt x="9" y="38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5"/>
                    <a:pt x="10" y="51"/>
                    <a:pt x="1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4" y="55"/>
                    <a:pt x="4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7" name="Freeform 1326"/>
            <p:cNvSpPr/>
            <p:nvPr>
              <p:custDataLst>
                <p:tags r:id="rId58"/>
              </p:custDataLst>
            </p:nvPr>
          </p:nvSpPr>
          <p:spPr bwMode="auto">
            <a:xfrm>
              <a:off x="7448551" y="7813676"/>
              <a:ext cx="17463" cy="26988"/>
            </a:xfrm>
            <a:custGeom>
              <a:avLst/>
              <a:gdLst>
                <a:gd name="T0" fmla="*/ 11 w 11"/>
                <a:gd name="T1" fmla="*/ 0 h 17"/>
                <a:gd name="T2" fmla="*/ 8 w 11"/>
                <a:gd name="T3" fmla="*/ 17 h 17"/>
                <a:gd name="T4" fmla="*/ 5 w 11"/>
                <a:gd name="T5" fmla="*/ 16 h 17"/>
                <a:gd name="T6" fmla="*/ 6 w 11"/>
                <a:gd name="T7" fmla="*/ 8 h 17"/>
                <a:gd name="T8" fmla="*/ 2 w 11"/>
                <a:gd name="T9" fmla="*/ 11 h 17"/>
                <a:gd name="T10" fmla="*/ 0 w 11"/>
                <a:gd name="T11" fmla="*/ 9 h 17"/>
                <a:gd name="T12" fmla="*/ 11 w 11"/>
                <a:gd name="T13" fmla="*/ 0 h 17"/>
                <a:gd name="T14" fmla="*/ 11 w 11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lnTo>
                    <a:pt x="8" y="17"/>
                  </a:lnTo>
                  <a:lnTo>
                    <a:pt x="5" y="16"/>
                  </a:lnTo>
                  <a:lnTo>
                    <a:pt x="6" y="8"/>
                  </a:lnTo>
                  <a:lnTo>
                    <a:pt x="2" y="11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8" name="Freeform 1327"/>
            <p:cNvSpPr/>
            <p:nvPr>
              <p:custDataLst>
                <p:tags r:id="rId59"/>
              </p:custDataLst>
            </p:nvPr>
          </p:nvSpPr>
          <p:spPr bwMode="auto">
            <a:xfrm>
              <a:off x="7443789" y="7805738"/>
              <a:ext cx="26988" cy="38100"/>
            </a:xfrm>
            <a:custGeom>
              <a:avLst/>
              <a:gdLst>
                <a:gd name="T0" fmla="*/ 4 w 17"/>
                <a:gd name="T1" fmla="*/ 23 h 24"/>
                <a:gd name="T2" fmla="*/ 5 w 17"/>
                <a:gd name="T3" fmla="*/ 21 h 24"/>
                <a:gd name="T4" fmla="*/ 5 w 17"/>
                <a:gd name="T5" fmla="*/ 19 h 24"/>
                <a:gd name="T6" fmla="*/ 4 w 17"/>
                <a:gd name="T7" fmla="*/ 20 h 24"/>
                <a:gd name="T8" fmla="*/ 0 w 17"/>
                <a:gd name="T9" fmla="*/ 14 h 24"/>
                <a:gd name="T10" fmla="*/ 12 w 17"/>
                <a:gd name="T11" fmla="*/ 4 h 24"/>
                <a:gd name="T12" fmla="*/ 17 w 17"/>
                <a:gd name="T13" fmla="*/ 0 h 24"/>
                <a:gd name="T14" fmla="*/ 12 w 17"/>
                <a:gd name="T15" fmla="*/ 24 h 24"/>
                <a:gd name="T16" fmla="*/ 4 w 17"/>
                <a:gd name="T17" fmla="*/ 23 h 24"/>
                <a:gd name="T18" fmla="*/ 4 w 17"/>
                <a:gd name="T1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4">
                  <a:moveTo>
                    <a:pt x="4" y="23"/>
                  </a:moveTo>
                  <a:lnTo>
                    <a:pt x="5" y="21"/>
                  </a:lnTo>
                  <a:lnTo>
                    <a:pt x="5" y="19"/>
                  </a:lnTo>
                  <a:lnTo>
                    <a:pt x="4" y="20"/>
                  </a:lnTo>
                  <a:lnTo>
                    <a:pt x="0" y="14"/>
                  </a:lnTo>
                  <a:lnTo>
                    <a:pt x="12" y="4"/>
                  </a:lnTo>
                  <a:lnTo>
                    <a:pt x="17" y="0"/>
                  </a:lnTo>
                  <a:lnTo>
                    <a:pt x="12" y="24"/>
                  </a:lnTo>
                  <a:lnTo>
                    <a:pt x="4" y="23"/>
                  </a:lnTo>
                  <a:lnTo>
                    <a:pt x="4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9" name="Freeform 1328"/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7448551" y="7534276"/>
              <a:ext cx="209550" cy="207963"/>
            </a:xfrm>
            <a:custGeom>
              <a:avLst/>
              <a:gdLst>
                <a:gd name="T0" fmla="*/ 72 w 120"/>
                <a:gd name="T1" fmla="*/ 6 h 120"/>
                <a:gd name="T2" fmla="*/ 113 w 120"/>
                <a:gd name="T3" fmla="*/ 72 h 120"/>
                <a:gd name="T4" fmla="*/ 113 w 120"/>
                <a:gd name="T5" fmla="*/ 72 h 120"/>
                <a:gd name="T6" fmla="*/ 48 w 120"/>
                <a:gd name="T7" fmla="*/ 113 h 120"/>
                <a:gd name="T8" fmla="*/ 48 w 120"/>
                <a:gd name="T9" fmla="*/ 113 h 120"/>
                <a:gd name="T10" fmla="*/ 6 w 120"/>
                <a:gd name="T11" fmla="*/ 48 h 120"/>
                <a:gd name="T12" fmla="*/ 6 w 120"/>
                <a:gd name="T13" fmla="*/ 48 h 120"/>
                <a:gd name="T14" fmla="*/ 72 w 120"/>
                <a:gd name="T15" fmla="*/ 6 h 120"/>
                <a:gd name="T16" fmla="*/ 71 w 120"/>
                <a:gd name="T17" fmla="*/ 9 h 120"/>
                <a:gd name="T18" fmla="*/ 9 w 120"/>
                <a:gd name="T19" fmla="*/ 48 h 120"/>
                <a:gd name="T20" fmla="*/ 9 w 120"/>
                <a:gd name="T21" fmla="*/ 48 h 120"/>
                <a:gd name="T22" fmla="*/ 49 w 120"/>
                <a:gd name="T23" fmla="*/ 111 h 120"/>
                <a:gd name="T24" fmla="*/ 49 w 120"/>
                <a:gd name="T25" fmla="*/ 111 h 120"/>
                <a:gd name="T26" fmla="*/ 111 w 120"/>
                <a:gd name="T27" fmla="*/ 71 h 120"/>
                <a:gd name="T28" fmla="*/ 111 w 120"/>
                <a:gd name="T29" fmla="*/ 71 h 120"/>
                <a:gd name="T30" fmla="*/ 71 w 120"/>
                <a:gd name="T31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0" h="120">
                  <a:moveTo>
                    <a:pt x="72" y="6"/>
                  </a:moveTo>
                  <a:cubicBezTo>
                    <a:pt x="101" y="13"/>
                    <a:pt x="120" y="42"/>
                    <a:pt x="11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07" y="101"/>
                    <a:pt x="77" y="120"/>
                    <a:pt x="48" y="113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18" y="107"/>
                    <a:pt x="0" y="77"/>
                    <a:pt x="6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3" y="18"/>
                    <a:pt x="42" y="0"/>
                    <a:pt x="72" y="6"/>
                  </a:cubicBezTo>
                  <a:close/>
                  <a:moveTo>
                    <a:pt x="71" y="9"/>
                  </a:moveTo>
                  <a:cubicBezTo>
                    <a:pt x="43" y="3"/>
                    <a:pt x="15" y="20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3" y="77"/>
                    <a:pt x="20" y="104"/>
                    <a:pt x="49" y="111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77" y="117"/>
                    <a:pt x="104" y="99"/>
                    <a:pt x="111" y="71"/>
                  </a:cubicBezTo>
                  <a:cubicBezTo>
                    <a:pt x="111" y="71"/>
                    <a:pt x="111" y="71"/>
                    <a:pt x="111" y="71"/>
                  </a:cubicBezTo>
                  <a:cubicBezTo>
                    <a:pt x="117" y="43"/>
                    <a:pt x="99" y="15"/>
                    <a:pt x="7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0" name="Freeform 1329"/>
            <p:cNvSpPr>
              <a:spLocks noEditPoints="1"/>
            </p:cNvSpPr>
            <p:nvPr>
              <p:custDataLst>
                <p:tags r:id="rId61"/>
              </p:custDataLst>
            </p:nvPr>
          </p:nvSpPr>
          <p:spPr bwMode="auto">
            <a:xfrm>
              <a:off x="7453314" y="7539038"/>
              <a:ext cx="200025" cy="198438"/>
            </a:xfrm>
            <a:custGeom>
              <a:avLst/>
              <a:gdLst>
                <a:gd name="T0" fmla="*/ 44 w 114"/>
                <a:gd name="T1" fmla="*/ 112 h 114"/>
                <a:gd name="T2" fmla="*/ 0 w 114"/>
                <a:gd name="T3" fmla="*/ 57 h 114"/>
                <a:gd name="T4" fmla="*/ 0 w 114"/>
                <a:gd name="T5" fmla="*/ 57 h 114"/>
                <a:gd name="T6" fmla="*/ 1 w 114"/>
                <a:gd name="T7" fmla="*/ 44 h 114"/>
                <a:gd name="T8" fmla="*/ 1 w 114"/>
                <a:gd name="T9" fmla="*/ 44 h 114"/>
                <a:gd name="T10" fmla="*/ 57 w 114"/>
                <a:gd name="T11" fmla="*/ 0 h 114"/>
                <a:gd name="T12" fmla="*/ 57 w 114"/>
                <a:gd name="T13" fmla="*/ 0 h 114"/>
                <a:gd name="T14" fmla="*/ 69 w 114"/>
                <a:gd name="T15" fmla="*/ 1 h 114"/>
                <a:gd name="T16" fmla="*/ 69 w 114"/>
                <a:gd name="T17" fmla="*/ 1 h 114"/>
                <a:gd name="T18" fmla="*/ 69 w 114"/>
                <a:gd name="T19" fmla="*/ 3 h 114"/>
                <a:gd name="T20" fmla="*/ 69 w 114"/>
                <a:gd name="T21" fmla="*/ 4 h 114"/>
                <a:gd name="T22" fmla="*/ 69 w 114"/>
                <a:gd name="T23" fmla="*/ 3 h 114"/>
                <a:gd name="T24" fmla="*/ 69 w 114"/>
                <a:gd name="T25" fmla="*/ 1 h 114"/>
                <a:gd name="T26" fmla="*/ 114 w 114"/>
                <a:gd name="T27" fmla="*/ 57 h 114"/>
                <a:gd name="T28" fmla="*/ 114 w 114"/>
                <a:gd name="T29" fmla="*/ 57 h 114"/>
                <a:gd name="T30" fmla="*/ 112 w 114"/>
                <a:gd name="T31" fmla="*/ 69 h 114"/>
                <a:gd name="T32" fmla="*/ 112 w 114"/>
                <a:gd name="T33" fmla="*/ 69 h 114"/>
                <a:gd name="T34" fmla="*/ 57 w 114"/>
                <a:gd name="T35" fmla="*/ 114 h 114"/>
                <a:gd name="T36" fmla="*/ 57 w 114"/>
                <a:gd name="T37" fmla="*/ 114 h 114"/>
                <a:gd name="T38" fmla="*/ 44 w 114"/>
                <a:gd name="T39" fmla="*/ 112 h 114"/>
                <a:gd name="T40" fmla="*/ 8 w 114"/>
                <a:gd name="T41" fmla="*/ 46 h 114"/>
                <a:gd name="T42" fmla="*/ 7 w 114"/>
                <a:gd name="T43" fmla="*/ 57 h 114"/>
                <a:gd name="T44" fmla="*/ 7 w 114"/>
                <a:gd name="T45" fmla="*/ 57 h 114"/>
                <a:gd name="T46" fmla="*/ 46 w 114"/>
                <a:gd name="T47" fmla="*/ 106 h 114"/>
                <a:gd name="T48" fmla="*/ 46 w 114"/>
                <a:gd name="T49" fmla="*/ 106 h 114"/>
                <a:gd name="T50" fmla="*/ 57 w 114"/>
                <a:gd name="T51" fmla="*/ 107 h 114"/>
                <a:gd name="T52" fmla="*/ 57 w 114"/>
                <a:gd name="T53" fmla="*/ 107 h 114"/>
                <a:gd name="T54" fmla="*/ 106 w 114"/>
                <a:gd name="T55" fmla="*/ 68 h 114"/>
                <a:gd name="T56" fmla="*/ 106 w 114"/>
                <a:gd name="T57" fmla="*/ 68 h 114"/>
                <a:gd name="T58" fmla="*/ 107 w 114"/>
                <a:gd name="T59" fmla="*/ 57 h 114"/>
                <a:gd name="T60" fmla="*/ 107 w 114"/>
                <a:gd name="T61" fmla="*/ 57 h 114"/>
                <a:gd name="T62" fmla="*/ 68 w 114"/>
                <a:gd name="T63" fmla="*/ 8 h 114"/>
                <a:gd name="T64" fmla="*/ 68 w 114"/>
                <a:gd name="T65" fmla="*/ 8 h 114"/>
                <a:gd name="T66" fmla="*/ 68 w 114"/>
                <a:gd name="T67" fmla="*/ 8 h 114"/>
                <a:gd name="T68" fmla="*/ 57 w 114"/>
                <a:gd name="T69" fmla="*/ 7 h 114"/>
                <a:gd name="T70" fmla="*/ 57 w 114"/>
                <a:gd name="T71" fmla="*/ 7 h 114"/>
                <a:gd name="T72" fmla="*/ 8 w 114"/>
                <a:gd name="T73" fmla="*/ 46 h 114"/>
                <a:gd name="T74" fmla="*/ 68 w 114"/>
                <a:gd name="T75" fmla="*/ 6 h 114"/>
                <a:gd name="T76" fmla="*/ 68 w 114"/>
                <a:gd name="T77" fmla="*/ 5 h 114"/>
                <a:gd name="T78" fmla="*/ 68 w 114"/>
                <a:gd name="T79" fmla="*/ 5 h 114"/>
                <a:gd name="T80" fmla="*/ 68 w 114"/>
                <a:gd name="T81" fmla="*/ 5 h 114"/>
                <a:gd name="T82" fmla="*/ 68 w 114"/>
                <a:gd name="T83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4" h="114">
                  <a:moveTo>
                    <a:pt x="44" y="112"/>
                  </a:moveTo>
                  <a:cubicBezTo>
                    <a:pt x="18" y="106"/>
                    <a:pt x="0" y="83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3"/>
                    <a:pt x="0" y="49"/>
                    <a:pt x="1" y="4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7" y="18"/>
                    <a:pt x="31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1" y="0"/>
                    <a:pt x="65" y="0"/>
                    <a:pt x="69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96" y="7"/>
                    <a:pt x="114" y="31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61"/>
                    <a:pt x="113" y="65"/>
                    <a:pt x="112" y="69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06" y="96"/>
                    <a:pt x="83" y="114"/>
                    <a:pt x="57" y="114"/>
                  </a:cubicBezTo>
                  <a:cubicBezTo>
                    <a:pt x="57" y="114"/>
                    <a:pt x="57" y="114"/>
                    <a:pt x="57" y="114"/>
                  </a:cubicBezTo>
                  <a:cubicBezTo>
                    <a:pt x="53" y="114"/>
                    <a:pt x="49" y="113"/>
                    <a:pt x="44" y="112"/>
                  </a:cubicBezTo>
                  <a:close/>
                  <a:moveTo>
                    <a:pt x="8" y="46"/>
                  </a:moveTo>
                  <a:cubicBezTo>
                    <a:pt x="7" y="49"/>
                    <a:pt x="7" y="53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80"/>
                    <a:pt x="23" y="100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50" y="106"/>
                    <a:pt x="53" y="107"/>
                    <a:pt x="57" y="107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80" y="107"/>
                    <a:pt x="101" y="91"/>
                    <a:pt x="106" y="6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7" y="64"/>
                    <a:pt x="107" y="60"/>
                    <a:pt x="107" y="57"/>
                  </a:cubicBezTo>
                  <a:cubicBezTo>
                    <a:pt x="107" y="57"/>
                    <a:pt x="107" y="57"/>
                    <a:pt x="107" y="57"/>
                  </a:cubicBezTo>
                  <a:cubicBezTo>
                    <a:pt x="107" y="34"/>
                    <a:pt x="91" y="13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4" y="7"/>
                    <a:pt x="60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34" y="7"/>
                    <a:pt x="13" y="22"/>
                    <a:pt x="8" y="46"/>
                  </a:cubicBezTo>
                  <a:close/>
                  <a:moveTo>
                    <a:pt x="68" y="6"/>
                  </a:move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6"/>
                    <a:pt x="68" y="6"/>
                    <a:pt x="6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1" name="Freeform 1330"/>
            <p:cNvSpPr/>
            <p:nvPr>
              <p:custDataLst>
                <p:tags r:id="rId62"/>
              </p:custDataLst>
            </p:nvPr>
          </p:nvSpPr>
          <p:spPr bwMode="auto">
            <a:xfrm>
              <a:off x="7461251" y="7540626"/>
              <a:ext cx="158750" cy="90488"/>
            </a:xfrm>
            <a:custGeom>
              <a:avLst/>
              <a:gdLst>
                <a:gd name="T0" fmla="*/ 1 w 91"/>
                <a:gd name="T1" fmla="*/ 52 h 52"/>
                <a:gd name="T2" fmla="*/ 14 w 91"/>
                <a:gd name="T3" fmla="*/ 34 h 52"/>
                <a:gd name="T4" fmla="*/ 19 w 91"/>
                <a:gd name="T5" fmla="*/ 15 h 52"/>
                <a:gd name="T6" fmla="*/ 56 w 91"/>
                <a:gd name="T7" fmla="*/ 23 h 52"/>
                <a:gd name="T8" fmla="*/ 91 w 91"/>
                <a:gd name="T9" fmla="*/ 19 h 52"/>
                <a:gd name="T10" fmla="*/ 54 w 91"/>
                <a:gd name="T11" fmla="*/ 2 h 52"/>
                <a:gd name="T12" fmla="*/ 21 w 91"/>
                <a:gd name="T13" fmla="*/ 13 h 52"/>
                <a:gd name="T14" fmla="*/ 2 w 91"/>
                <a:gd name="T15" fmla="*/ 39 h 52"/>
                <a:gd name="T16" fmla="*/ 1 w 91"/>
                <a:gd name="T1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52">
                  <a:moveTo>
                    <a:pt x="1" y="52"/>
                  </a:moveTo>
                  <a:cubicBezTo>
                    <a:pt x="1" y="52"/>
                    <a:pt x="10" y="44"/>
                    <a:pt x="14" y="34"/>
                  </a:cubicBezTo>
                  <a:cubicBezTo>
                    <a:pt x="18" y="24"/>
                    <a:pt x="19" y="15"/>
                    <a:pt x="19" y="15"/>
                  </a:cubicBezTo>
                  <a:cubicBezTo>
                    <a:pt x="19" y="15"/>
                    <a:pt x="46" y="21"/>
                    <a:pt x="56" y="23"/>
                  </a:cubicBezTo>
                  <a:cubicBezTo>
                    <a:pt x="65" y="25"/>
                    <a:pt x="91" y="19"/>
                    <a:pt x="91" y="19"/>
                  </a:cubicBezTo>
                  <a:cubicBezTo>
                    <a:pt x="91" y="19"/>
                    <a:pt x="69" y="0"/>
                    <a:pt x="54" y="2"/>
                  </a:cubicBezTo>
                  <a:cubicBezTo>
                    <a:pt x="38" y="4"/>
                    <a:pt x="21" y="13"/>
                    <a:pt x="21" y="13"/>
                  </a:cubicBezTo>
                  <a:cubicBezTo>
                    <a:pt x="21" y="13"/>
                    <a:pt x="4" y="30"/>
                    <a:pt x="2" y="39"/>
                  </a:cubicBezTo>
                  <a:cubicBezTo>
                    <a:pt x="0" y="49"/>
                    <a:pt x="1" y="52"/>
                    <a:pt x="1" y="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2" name="Freeform 1331"/>
            <p:cNvSpPr>
              <a:spLocks noEditPoints="1"/>
            </p:cNvSpPr>
            <p:nvPr>
              <p:custDataLst>
                <p:tags r:id="rId63"/>
              </p:custDataLst>
            </p:nvPr>
          </p:nvSpPr>
          <p:spPr bwMode="auto">
            <a:xfrm>
              <a:off x="7459664" y="7540626"/>
              <a:ext cx="168275" cy="92075"/>
            </a:xfrm>
            <a:custGeom>
              <a:avLst/>
              <a:gdLst>
                <a:gd name="T0" fmla="*/ 2 w 97"/>
                <a:gd name="T1" fmla="*/ 52 h 53"/>
                <a:gd name="T2" fmla="*/ 1 w 97"/>
                <a:gd name="T3" fmla="*/ 53 h 53"/>
                <a:gd name="T4" fmla="*/ 0 w 97"/>
                <a:gd name="T5" fmla="*/ 48 h 53"/>
                <a:gd name="T6" fmla="*/ 0 w 97"/>
                <a:gd name="T7" fmla="*/ 48 h 53"/>
                <a:gd name="T8" fmla="*/ 1 w 97"/>
                <a:gd name="T9" fmla="*/ 39 h 53"/>
                <a:gd name="T10" fmla="*/ 1 w 97"/>
                <a:gd name="T11" fmla="*/ 39 h 53"/>
                <a:gd name="T12" fmla="*/ 18 w 97"/>
                <a:gd name="T13" fmla="*/ 14 h 53"/>
                <a:gd name="T14" fmla="*/ 18 w 97"/>
                <a:gd name="T15" fmla="*/ 14 h 53"/>
                <a:gd name="T16" fmla="*/ 18 w 97"/>
                <a:gd name="T17" fmla="*/ 12 h 53"/>
                <a:gd name="T18" fmla="*/ 19 w 97"/>
                <a:gd name="T19" fmla="*/ 13 h 53"/>
                <a:gd name="T20" fmla="*/ 20 w 97"/>
                <a:gd name="T21" fmla="*/ 12 h 53"/>
                <a:gd name="T22" fmla="*/ 20 w 97"/>
                <a:gd name="T23" fmla="*/ 12 h 53"/>
                <a:gd name="T24" fmla="*/ 21 w 97"/>
                <a:gd name="T25" fmla="*/ 11 h 53"/>
                <a:gd name="T26" fmla="*/ 21 w 97"/>
                <a:gd name="T27" fmla="*/ 11 h 53"/>
                <a:gd name="T28" fmla="*/ 54 w 97"/>
                <a:gd name="T29" fmla="*/ 0 h 53"/>
                <a:gd name="T30" fmla="*/ 54 w 97"/>
                <a:gd name="T31" fmla="*/ 0 h 53"/>
                <a:gd name="T32" fmla="*/ 57 w 97"/>
                <a:gd name="T33" fmla="*/ 0 h 53"/>
                <a:gd name="T34" fmla="*/ 57 w 97"/>
                <a:gd name="T35" fmla="*/ 0 h 53"/>
                <a:gd name="T36" fmla="*/ 94 w 97"/>
                <a:gd name="T37" fmla="*/ 17 h 53"/>
                <a:gd name="T38" fmla="*/ 94 w 97"/>
                <a:gd name="T39" fmla="*/ 17 h 53"/>
                <a:gd name="T40" fmla="*/ 97 w 97"/>
                <a:gd name="T41" fmla="*/ 20 h 53"/>
                <a:gd name="T42" fmla="*/ 93 w 97"/>
                <a:gd name="T43" fmla="*/ 21 h 53"/>
                <a:gd name="T44" fmla="*/ 62 w 97"/>
                <a:gd name="T45" fmla="*/ 25 h 53"/>
                <a:gd name="T46" fmla="*/ 62 w 97"/>
                <a:gd name="T47" fmla="*/ 25 h 53"/>
                <a:gd name="T48" fmla="*/ 56 w 97"/>
                <a:gd name="T49" fmla="*/ 25 h 53"/>
                <a:gd name="T50" fmla="*/ 56 w 97"/>
                <a:gd name="T51" fmla="*/ 25 h 53"/>
                <a:gd name="T52" fmla="*/ 21 w 97"/>
                <a:gd name="T53" fmla="*/ 17 h 53"/>
                <a:gd name="T54" fmla="*/ 21 w 97"/>
                <a:gd name="T55" fmla="*/ 17 h 53"/>
                <a:gd name="T56" fmla="*/ 17 w 97"/>
                <a:gd name="T57" fmla="*/ 35 h 53"/>
                <a:gd name="T58" fmla="*/ 17 w 97"/>
                <a:gd name="T59" fmla="*/ 35 h 53"/>
                <a:gd name="T60" fmla="*/ 4 w 97"/>
                <a:gd name="T61" fmla="*/ 53 h 53"/>
                <a:gd name="T62" fmla="*/ 4 w 97"/>
                <a:gd name="T63" fmla="*/ 53 h 53"/>
                <a:gd name="T64" fmla="*/ 4 w 97"/>
                <a:gd name="T65" fmla="*/ 53 h 53"/>
                <a:gd name="T66" fmla="*/ 2 w 97"/>
                <a:gd name="T67" fmla="*/ 52 h 53"/>
                <a:gd name="T68" fmla="*/ 15 w 97"/>
                <a:gd name="T69" fmla="*/ 24 h 53"/>
                <a:gd name="T70" fmla="*/ 5 w 97"/>
                <a:gd name="T71" fmla="*/ 40 h 53"/>
                <a:gd name="T72" fmla="*/ 5 w 97"/>
                <a:gd name="T73" fmla="*/ 40 h 53"/>
                <a:gd name="T74" fmla="*/ 4 w 97"/>
                <a:gd name="T75" fmla="*/ 47 h 53"/>
                <a:gd name="T76" fmla="*/ 4 w 97"/>
                <a:gd name="T77" fmla="*/ 47 h 53"/>
                <a:gd name="T78" fmla="*/ 6 w 97"/>
                <a:gd name="T79" fmla="*/ 45 h 53"/>
                <a:gd name="T80" fmla="*/ 6 w 97"/>
                <a:gd name="T81" fmla="*/ 45 h 53"/>
                <a:gd name="T82" fmla="*/ 13 w 97"/>
                <a:gd name="T83" fmla="*/ 33 h 53"/>
                <a:gd name="T84" fmla="*/ 13 w 97"/>
                <a:gd name="T85" fmla="*/ 33 h 53"/>
                <a:gd name="T86" fmla="*/ 17 w 97"/>
                <a:gd name="T87" fmla="*/ 21 h 53"/>
                <a:gd name="T88" fmla="*/ 17 w 97"/>
                <a:gd name="T89" fmla="*/ 21 h 53"/>
                <a:gd name="T90" fmla="*/ 15 w 97"/>
                <a:gd name="T91" fmla="*/ 24 h 53"/>
                <a:gd name="T92" fmla="*/ 57 w 97"/>
                <a:gd name="T93" fmla="*/ 21 h 53"/>
                <a:gd name="T94" fmla="*/ 62 w 97"/>
                <a:gd name="T95" fmla="*/ 21 h 53"/>
                <a:gd name="T96" fmla="*/ 62 w 97"/>
                <a:gd name="T97" fmla="*/ 21 h 53"/>
                <a:gd name="T98" fmla="*/ 88 w 97"/>
                <a:gd name="T99" fmla="*/ 18 h 53"/>
                <a:gd name="T100" fmla="*/ 88 w 97"/>
                <a:gd name="T101" fmla="*/ 18 h 53"/>
                <a:gd name="T102" fmla="*/ 79 w 97"/>
                <a:gd name="T103" fmla="*/ 12 h 53"/>
                <a:gd name="T104" fmla="*/ 79 w 97"/>
                <a:gd name="T105" fmla="*/ 12 h 53"/>
                <a:gd name="T106" fmla="*/ 57 w 97"/>
                <a:gd name="T107" fmla="*/ 4 h 53"/>
                <a:gd name="T108" fmla="*/ 57 w 97"/>
                <a:gd name="T109" fmla="*/ 4 h 53"/>
                <a:gd name="T110" fmla="*/ 55 w 97"/>
                <a:gd name="T111" fmla="*/ 4 h 53"/>
                <a:gd name="T112" fmla="*/ 55 w 97"/>
                <a:gd name="T113" fmla="*/ 4 h 53"/>
                <a:gd name="T114" fmla="*/ 25 w 97"/>
                <a:gd name="T115" fmla="*/ 14 h 53"/>
                <a:gd name="T116" fmla="*/ 25 w 97"/>
                <a:gd name="T117" fmla="*/ 14 h 53"/>
                <a:gd name="T118" fmla="*/ 57 w 97"/>
                <a:gd name="T119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7" h="53">
                  <a:moveTo>
                    <a:pt x="2" y="52"/>
                  </a:moveTo>
                  <a:cubicBezTo>
                    <a:pt x="1" y="53"/>
                    <a:pt x="1" y="53"/>
                    <a:pt x="1" y="53"/>
                  </a:cubicBezTo>
                  <a:cubicBezTo>
                    <a:pt x="0" y="52"/>
                    <a:pt x="0" y="51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6"/>
                    <a:pt x="0" y="43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3" y="31"/>
                    <a:pt x="13" y="20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38" y="2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4" y="0"/>
                    <a:pt x="93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93" y="21"/>
                    <a:pt x="74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0" y="25"/>
                    <a:pt x="58" y="25"/>
                    <a:pt x="56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49" y="23"/>
                    <a:pt x="28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21"/>
                    <a:pt x="20" y="28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3" y="45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2" y="52"/>
                    <a:pt x="2" y="52"/>
                    <a:pt x="2" y="52"/>
                  </a:cubicBezTo>
                  <a:close/>
                  <a:moveTo>
                    <a:pt x="15" y="24"/>
                  </a:moveTo>
                  <a:cubicBezTo>
                    <a:pt x="10" y="29"/>
                    <a:pt x="6" y="36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43"/>
                    <a:pt x="4" y="46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7"/>
                    <a:pt x="5" y="46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8" y="42"/>
                    <a:pt x="12" y="38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29"/>
                    <a:pt x="16" y="25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2"/>
                    <a:pt x="15" y="23"/>
                    <a:pt x="15" y="24"/>
                  </a:cubicBezTo>
                  <a:close/>
                  <a:moveTo>
                    <a:pt x="57" y="21"/>
                  </a:moveTo>
                  <a:cubicBezTo>
                    <a:pt x="58" y="21"/>
                    <a:pt x="60" y="21"/>
                    <a:pt x="62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70" y="21"/>
                    <a:pt x="81" y="19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6" y="16"/>
                    <a:pt x="83" y="14"/>
                    <a:pt x="79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3" y="8"/>
                    <a:pt x="64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6" y="4"/>
                    <a:pt x="56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3" y="6"/>
                    <a:pt x="30" y="11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33" y="15"/>
                    <a:pt x="50" y="19"/>
                    <a:pt x="5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3" name="Freeform 1332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7458076" y="7542213"/>
              <a:ext cx="166688" cy="92075"/>
            </a:xfrm>
            <a:custGeom>
              <a:avLst/>
              <a:gdLst>
                <a:gd name="T0" fmla="*/ 19 w 96"/>
                <a:gd name="T1" fmla="*/ 14 h 53"/>
                <a:gd name="T2" fmla="*/ 19 w 96"/>
                <a:gd name="T3" fmla="*/ 14 h 53"/>
                <a:gd name="T4" fmla="*/ 19 w 96"/>
                <a:gd name="T5" fmla="*/ 14 h 53"/>
                <a:gd name="T6" fmla="*/ 19 w 96"/>
                <a:gd name="T7" fmla="*/ 12 h 53"/>
                <a:gd name="T8" fmla="*/ 21 w 96"/>
                <a:gd name="T9" fmla="*/ 12 h 53"/>
                <a:gd name="T10" fmla="*/ 22 w 96"/>
                <a:gd name="T11" fmla="*/ 11 h 53"/>
                <a:gd name="T12" fmla="*/ 22 w 96"/>
                <a:gd name="T13" fmla="*/ 11 h 53"/>
                <a:gd name="T14" fmla="*/ 22 w 96"/>
                <a:gd name="T15" fmla="*/ 11 h 53"/>
                <a:gd name="T16" fmla="*/ 22 w 96"/>
                <a:gd name="T17" fmla="*/ 11 h 53"/>
                <a:gd name="T18" fmla="*/ 55 w 96"/>
                <a:gd name="T19" fmla="*/ 0 h 53"/>
                <a:gd name="T20" fmla="*/ 55 w 96"/>
                <a:gd name="T21" fmla="*/ 0 h 53"/>
                <a:gd name="T22" fmla="*/ 64 w 96"/>
                <a:gd name="T23" fmla="*/ 0 h 53"/>
                <a:gd name="T24" fmla="*/ 64 w 96"/>
                <a:gd name="T25" fmla="*/ 0 h 53"/>
                <a:gd name="T26" fmla="*/ 94 w 96"/>
                <a:gd name="T27" fmla="*/ 17 h 53"/>
                <a:gd name="T28" fmla="*/ 94 w 96"/>
                <a:gd name="T29" fmla="*/ 17 h 53"/>
                <a:gd name="T30" fmla="*/ 96 w 96"/>
                <a:gd name="T31" fmla="*/ 18 h 53"/>
                <a:gd name="T32" fmla="*/ 94 w 96"/>
                <a:gd name="T33" fmla="*/ 19 h 53"/>
                <a:gd name="T34" fmla="*/ 58 w 96"/>
                <a:gd name="T35" fmla="*/ 23 h 53"/>
                <a:gd name="T36" fmla="*/ 58 w 96"/>
                <a:gd name="T37" fmla="*/ 23 h 53"/>
                <a:gd name="T38" fmla="*/ 22 w 96"/>
                <a:gd name="T39" fmla="*/ 15 h 53"/>
                <a:gd name="T40" fmla="*/ 22 w 96"/>
                <a:gd name="T41" fmla="*/ 15 h 53"/>
                <a:gd name="T42" fmla="*/ 21 w 96"/>
                <a:gd name="T43" fmla="*/ 24 h 53"/>
                <a:gd name="T44" fmla="*/ 21 w 96"/>
                <a:gd name="T45" fmla="*/ 24 h 53"/>
                <a:gd name="T46" fmla="*/ 18 w 96"/>
                <a:gd name="T47" fmla="*/ 33 h 53"/>
                <a:gd name="T48" fmla="*/ 18 w 96"/>
                <a:gd name="T49" fmla="*/ 33 h 53"/>
                <a:gd name="T50" fmla="*/ 4 w 96"/>
                <a:gd name="T51" fmla="*/ 52 h 53"/>
                <a:gd name="T52" fmla="*/ 4 w 96"/>
                <a:gd name="T53" fmla="*/ 52 h 53"/>
                <a:gd name="T54" fmla="*/ 3 w 96"/>
                <a:gd name="T55" fmla="*/ 51 h 53"/>
                <a:gd name="T56" fmla="*/ 4 w 96"/>
                <a:gd name="T57" fmla="*/ 52 h 53"/>
                <a:gd name="T58" fmla="*/ 3 w 96"/>
                <a:gd name="T59" fmla="*/ 53 h 53"/>
                <a:gd name="T60" fmla="*/ 2 w 96"/>
                <a:gd name="T61" fmla="*/ 51 h 53"/>
                <a:gd name="T62" fmla="*/ 3 w 96"/>
                <a:gd name="T63" fmla="*/ 38 h 53"/>
                <a:gd name="T64" fmla="*/ 3 w 96"/>
                <a:gd name="T65" fmla="*/ 38 h 53"/>
                <a:gd name="T66" fmla="*/ 3 w 96"/>
                <a:gd name="T67" fmla="*/ 38 h 53"/>
                <a:gd name="T68" fmla="*/ 3 w 96"/>
                <a:gd name="T69" fmla="*/ 38 h 53"/>
                <a:gd name="T70" fmla="*/ 19 w 96"/>
                <a:gd name="T71" fmla="*/ 14 h 53"/>
                <a:gd name="T72" fmla="*/ 15 w 96"/>
                <a:gd name="T73" fmla="*/ 22 h 53"/>
                <a:gd name="T74" fmla="*/ 5 w 96"/>
                <a:gd name="T75" fmla="*/ 38 h 53"/>
                <a:gd name="T76" fmla="*/ 5 w 96"/>
                <a:gd name="T77" fmla="*/ 38 h 53"/>
                <a:gd name="T78" fmla="*/ 5 w 96"/>
                <a:gd name="T79" fmla="*/ 39 h 53"/>
                <a:gd name="T80" fmla="*/ 5 w 96"/>
                <a:gd name="T81" fmla="*/ 39 h 53"/>
                <a:gd name="T82" fmla="*/ 4 w 96"/>
                <a:gd name="T83" fmla="*/ 48 h 53"/>
                <a:gd name="T84" fmla="*/ 4 w 96"/>
                <a:gd name="T85" fmla="*/ 48 h 53"/>
                <a:gd name="T86" fmla="*/ 15 w 96"/>
                <a:gd name="T87" fmla="*/ 32 h 53"/>
                <a:gd name="T88" fmla="*/ 15 w 96"/>
                <a:gd name="T89" fmla="*/ 32 h 53"/>
                <a:gd name="T90" fmla="*/ 18 w 96"/>
                <a:gd name="T91" fmla="*/ 23 h 53"/>
                <a:gd name="T92" fmla="*/ 18 w 96"/>
                <a:gd name="T93" fmla="*/ 23 h 53"/>
                <a:gd name="T94" fmla="*/ 19 w 96"/>
                <a:gd name="T95" fmla="*/ 18 h 53"/>
                <a:gd name="T96" fmla="*/ 19 w 96"/>
                <a:gd name="T97" fmla="*/ 18 h 53"/>
                <a:gd name="T98" fmla="*/ 15 w 96"/>
                <a:gd name="T99" fmla="*/ 22 h 53"/>
                <a:gd name="T100" fmla="*/ 64 w 96"/>
                <a:gd name="T101" fmla="*/ 3 h 53"/>
                <a:gd name="T102" fmla="*/ 56 w 96"/>
                <a:gd name="T103" fmla="*/ 3 h 53"/>
                <a:gd name="T104" fmla="*/ 56 w 96"/>
                <a:gd name="T105" fmla="*/ 3 h 53"/>
                <a:gd name="T106" fmla="*/ 24 w 96"/>
                <a:gd name="T107" fmla="*/ 13 h 53"/>
                <a:gd name="T108" fmla="*/ 24 w 96"/>
                <a:gd name="T109" fmla="*/ 13 h 53"/>
                <a:gd name="T110" fmla="*/ 58 w 96"/>
                <a:gd name="T111" fmla="*/ 20 h 53"/>
                <a:gd name="T112" fmla="*/ 58 w 96"/>
                <a:gd name="T113" fmla="*/ 20 h 53"/>
                <a:gd name="T114" fmla="*/ 79 w 96"/>
                <a:gd name="T115" fmla="*/ 19 h 53"/>
                <a:gd name="T116" fmla="*/ 79 w 96"/>
                <a:gd name="T117" fmla="*/ 19 h 53"/>
                <a:gd name="T118" fmla="*/ 90 w 96"/>
                <a:gd name="T119" fmla="*/ 17 h 53"/>
                <a:gd name="T120" fmla="*/ 90 w 96"/>
                <a:gd name="T121" fmla="*/ 17 h 53"/>
                <a:gd name="T122" fmla="*/ 64 w 96"/>
                <a:gd name="T123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6" h="53">
                  <a:moveTo>
                    <a:pt x="19" y="14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40" y="2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6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9" y="4"/>
                    <a:pt x="94" y="16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3" y="19"/>
                    <a:pt x="68" y="25"/>
                    <a:pt x="58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49" y="21"/>
                    <a:pt x="28" y="17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7"/>
                    <a:pt x="21" y="20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7"/>
                    <a:pt x="19" y="30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3" y="44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0" y="4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0"/>
                    <a:pt x="14" y="19"/>
                    <a:pt x="19" y="14"/>
                  </a:cubicBezTo>
                  <a:close/>
                  <a:moveTo>
                    <a:pt x="15" y="22"/>
                  </a:moveTo>
                  <a:cubicBezTo>
                    <a:pt x="11" y="28"/>
                    <a:pt x="6" y="34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43"/>
                    <a:pt x="4" y="46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7" y="45"/>
                    <a:pt x="12" y="39"/>
                    <a:pt x="15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29"/>
                    <a:pt x="17" y="26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1"/>
                    <a:pt x="19" y="20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9"/>
                    <a:pt x="16" y="21"/>
                    <a:pt x="15" y="22"/>
                  </a:cubicBezTo>
                  <a:close/>
                  <a:moveTo>
                    <a:pt x="64" y="3"/>
                  </a:moveTo>
                  <a:cubicBezTo>
                    <a:pt x="61" y="2"/>
                    <a:pt x="58" y="2"/>
                    <a:pt x="56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42" y="4"/>
                    <a:pt x="27" y="12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1" y="14"/>
                    <a:pt x="50" y="19"/>
                    <a:pt x="58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2" y="21"/>
                    <a:pt x="71" y="20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83" y="18"/>
                    <a:pt x="88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5" y="13"/>
                    <a:pt x="74" y="5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4" name="Freeform 1333"/>
            <p:cNvSpPr>
              <a:spLocks noEditPoints="1"/>
            </p:cNvSpPr>
            <p:nvPr>
              <p:custDataLst>
                <p:tags r:id="rId65"/>
              </p:custDataLst>
            </p:nvPr>
          </p:nvSpPr>
          <p:spPr bwMode="auto">
            <a:xfrm>
              <a:off x="7456489" y="7539038"/>
              <a:ext cx="176213" cy="101600"/>
            </a:xfrm>
            <a:custGeom>
              <a:avLst/>
              <a:gdLst>
                <a:gd name="T0" fmla="*/ 1 w 102"/>
                <a:gd name="T1" fmla="*/ 54 h 58"/>
                <a:gd name="T2" fmla="*/ 0 w 102"/>
                <a:gd name="T3" fmla="*/ 49 h 58"/>
                <a:gd name="T4" fmla="*/ 2 w 102"/>
                <a:gd name="T5" fmla="*/ 40 h 58"/>
                <a:gd name="T6" fmla="*/ 2 w 102"/>
                <a:gd name="T7" fmla="*/ 39 h 58"/>
                <a:gd name="T8" fmla="*/ 18 w 102"/>
                <a:gd name="T9" fmla="*/ 15 h 58"/>
                <a:gd name="T10" fmla="*/ 21 w 102"/>
                <a:gd name="T11" fmla="*/ 12 h 58"/>
                <a:gd name="T12" fmla="*/ 21 w 102"/>
                <a:gd name="T13" fmla="*/ 12 h 58"/>
                <a:gd name="T14" fmla="*/ 21 w 102"/>
                <a:gd name="T15" fmla="*/ 12 h 58"/>
                <a:gd name="T16" fmla="*/ 22 w 102"/>
                <a:gd name="T17" fmla="*/ 11 h 58"/>
                <a:gd name="T18" fmla="*/ 22 w 102"/>
                <a:gd name="T19" fmla="*/ 11 h 58"/>
                <a:gd name="T20" fmla="*/ 23 w 102"/>
                <a:gd name="T21" fmla="*/ 10 h 58"/>
                <a:gd name="T22" fmla="*/ 25 w 102"/>
                <a:gd name="T23" fmla="*/ 9 h 58"/>
                <a:gd name="T24" fmla="*/ 33 w 102"/>
                <a:gd name="T25" fmla="*/ 6 h 58"/>
                <a:gd name="T26" fmla="*/ 56 w 102"/>
                <a:gd name="T27" fmla="*/ 0 h 58"/>
                <a:gd name="T28" fmla="*/ 59 w 102"/>
                <a:gd name="T29" fmla="*/ 0 h 58"/>
                <a:gd name="T30" fmla="*/ 66 w 102"/>
                <a:gd name="T31" fmla="*/ 0 h 58"/>
                <a:gd name="T32" fmla="*/ 96 w 102"/>
                <a:gd name="T33" fmla="*/ 17 h 58"/>
                <a:gd name="T34" fmla="*/ 96 w 102"/>
                <a:gd name="T35" fmla="*/ 17 h 58"/>
                <a:gd name="T36" fmla="*/ 98 w 102"/>
                <a:gd name="T37" fmla="*/ 22 h 58"/>
                <a:gd name="T38" fmla="*/ 94 w 102"/>
                <a:gd name="T39" fmla="*/ 23 h 58"/>
                <a:gd name="T40" fmla="*/ 92 w 102"/>
                <a:gd name="T41" fmla="*/ 24 h 58"/>
                <a:gd name="T42" fmla="*/ 84 w 102"/>
                <a:gd name="T43" fmla="*/ 25 h 58"/>
                <a:gd name="T44" fmla="*/ 64 w 102"/>
                <a:gd name="T45" fmla="*/ 27 h 58"/>
                <a:gd name="T46" fmla="*/ 58 w 102"/>
                <a:gd name="T47" fmla="*/ 27 h 58"/>
                <a:gd name="T48" fmla="*/ 25 w 102"/>
                <a:gd name="T49" fmla="*/ 20 h 58"/>
                <a:gd name="T50" fmla="*/ 24 w 102"/>
                <a:gd name="T51" fmla="*/ 26 h 58"/>
                <a:gd name="T52" fmla="*/ 20 w 102"/>
                <a:gd name="T53" fmla="*/ 36 h 58"/>
                <a:gd name="T54" fmla="*/ 8 w 102"/>
                <a:gd name="T55" fmla="*/ 54 h 58"/>
                <a:gd name="T56" fmla="*/ 7 w 102"/>
                <a:gd name="T57" fmla="*/ 55 h 58"/>
                <a:gd name="T58" fmla="*/ 7 w 102"/>
                <a:gd name="T59" fmla="*/ 55 h 58"/>
                <a:gd name="T60" fmla="*/ 5 w 102"/>
                <a:gd name="T61" fmla="*/ 57 h 58"/>
                <a:gd name="T62" fmla="*/ 2 w 102"/>
                <a:gd name="T63" fmla="*/ 56 h 58"/>
                <a:gd name="T64" fmla="*/ 8 w 102"/>
                <a:gd name="T65" fmla="*/ 41 h 58"/>
                <a:gd name="T66" fmla="*/ 8 w 102"/>
                <a:gd name="T67" fmla="*/ 44 h 58"/>
                <a:gd name="T68" fmla="*/ 14 w 102"/>
                <a:gd name="T69" fmla="*/ 34 h 58"/>
                <a:gd name="T70" fmla="*/ 16 w 102"/>
                <a:gd name="T71" fmla="*/ 27 h 58"/>
                <a:gd name="T72" fmla="*/ 8 w 102"/>
                <a:gd name="T73" fmla="*/ 41 h 58"/>
                <a:gd name="T74" fmla="*/ 64 w 102"/>
                <a:gd name="T75" fmla="*/ 21 h 58"/>
                <a:gd name="T76" fmla="*/ 80 w 102"/>
                <a:gd name="T77" fmla="*/ 19 h 58"/>
                <a:gd name="T78" fmla="*/ 86 w 102"/>
                <a:gd name="T79" fmla="*/ 18 h 58"/>
                <a:gd name="T80" fmla="*/ 64 w 102"/>
                <a:gd name="T81" fmla="*/ 7 h 58"/>
                <a:gd name="T82" fmla="*/ 65 w 102"/>
                <a:gd name="T83" fmla="*/ 5 h 58"/>
                <a:gd name="T84" fmla="*/ 59 w 102"/>
                <a:gd name="T85" fmla="*/ 6 h 58"/>
                <a:gd name="T86" fmla="*/ 57 w 102"/>
                <a:gd name="T87" fmla="*/ 7 h 58"/>
                <a:gd name="T88" fmla="*/ 31 w 102"/>
                <a:gd name="T89" fmla="*/ 14 h 58"/>
                <a:gd name="T90" fmla="*/ 60 w 102"/>
                <a:gd name="T91" fmla="*/ 20 h 58"/>
                <a:gd name="T92" fmla="*/ 18 w 102"/>
                <a:gd name="T93" fmla="*/ 15 h 58"/>
                <a:gd name="T94" fmla="*/ 18 w 102"/>
                <a:gd name="T95" fmla="*/ 1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2" h="58">
                  <a:moveTo>
                    <a:pt x="2" y="56"/>
                  </a:moveTo>
                  <a:cubicBezTo>
                    <a:pt x="1" y="54"/>
                    <a:pt x="1" y="54"/>
                    <a:pt x="1" y="54"/>
                  </a:cubicBezTo>
                  <a:cubicBezTo>
                    <a:pt x="1" y="54"/>
                    <a:pt x="0" y="52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7"/>
                    <a:pt x="1" y="44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4" y="31"/>
                    <a:pt x="13" y="20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0"/>
                    <a:pt x="24" y="10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9"/>
                    <a:pt x="30" y="7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40" y="4"/>
                    <a:pt x="48" y="1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1" y="0"/>
                    <a:pt x="64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0" y="4"/>
                    <a:pt x="95" y="15"/>
                    <a:pt x="96" y="17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3" y="23"/>
                    <a:pt x="93" y="23"/>
                    <a:pt x="92" y="24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90" y="24"/>
                    <a:pt x="87" y="25"/>
                    <a:pt x="84" y="25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78" y="26"/>
                    <a:pt x="70" y="27"/>
                    <a:pt x="64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2" y="27"/>
                    <a:pt x="60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1" y="25"/>
                    <a:pt x="33" y="21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1"/>
                    <a:pt x="24" y="24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9"/>
                    <a:pt x="22" y="33"/>
                    <a:pt x="20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7" y="44"/>
                    <a:pt x="11" y="51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2" y="56"/>
                    <a:pt x="2" y="56"/>
                    <a:pt x="2" y="56"/>
                  </a:cubicBezTo>
                  <a:close/>
                  <a:moveTo>
                    <a:pt x="8" y="41"/>
                  </a:move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2"/>
                    <a:pt x="8" y="43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10" y="41"/>
                    <a:pt x="13" y="38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2"/>
                    <a:pt x="16" y="29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2" y="32"/>
                    <a:pt x="9" y="38"/>
                    <a:pt x="8" y="41"/>
                  </a:cubicBezTo>
                  <a:close/>
                  <a:moveTo>
                    <a:pt x="60" y="20"/>
                  </a:moveTo>
                  <a:cubicBezTo>
                    <a:pt x="61" y="21"/>
                    <a:pt x="62" y="21"/>
                    <a:pt x="64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8" y="21"/>
                    <a:pt x="74" y="20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2" y="19"/>
                    <a:pt x="84" y="18"/>
                    <a:pt x="86" y="18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81" y="14"/>
                    <a:pt x="72" y="9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2" y="7"/>
                    <a:pt x="61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8" y="6"/>
                    <a:pt x="58" y="6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48" y="8"/>
                    <a:pt x="38" y="12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40" y="16"/>
                    <a:pt x="54" y="19"/>
                    <a:pt x="60" y="20"/>
                  </a:cubicBezTo>
                  <a:close/>
                  <a:moveTo>
                    <a:pt x="18" y="16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6"/>
                    <a:pt x="18" y="16"/>
                    <a:pt x="1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5" name="Freeform 1334"/>
            <p:cNvSpPr/>
            <p:nvPr>
              <p:custDataLst>
                <p:tags r:id="rId66"/>
              </p:custDataLst>
            </p:nvPr>
          </p:nvSpPr>
          <p:spPr bwMode="auto">
            <a:xfrm>
              <a:off x="7577139" y="7599363"/>
              <a:ext cx="7938" cy="6350"/>
            </a:xfrm>
            <a:custGeom>
              <a:avLst/>
              <a:gdLst>
                <a:gd name="T0" fmla="*/ 1 w 5"/>
                <a:gd name="T1" fmla="*/ 0 h 4"/>
                <a:gd name="T2" fmla="*/ 5 w 5"/>
                <a:gd name="T3" fmla="*/ 2 h 4"/>
                <a:gd name="T4" fmla="*/ 4 w 5"/>
                <a:gd name="T5" fmla="*/ 4 h 4"/>
                <a:gd name="T6" fmla="*/ 0 w 5"/>
                <a:gd name="T7" fmla="*/ 4 h 4"/>
                <a:gd name="T8" fmla="*/ 1 w 5"/>
                <a:gd name="T9" fmla="*/ 0 h 4"/>
                <a:gd name="T10" fmla="*/ 1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lnTo>
                    <a:pt x="5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6" name="Freeform 1335"/>
            <p:cNvSpPr/>
            <p:nvPr>
              <p:custDataLst>
                <p:tags r:id="rId67"/>
              </p:custDataLst>
            </p:nvPr>
          </p:nvSpPr>
          <p:spPr bwMode="auto">
            <a:xfrm>
              <a:off x="7573964" y="7594601"/>
              <a:ext cx="14288" cy="15875"/>
            </a:xfrm>
            <a:custGeom>
              <a:avLst/>
              <a:gdLst>
                <a:gd name="T0" fmla="*/ 0 w 9"/>
                <a:gd name="T1" fmla="*/ 8 h 10"/>
                <a:gd name="T2" fmla="*/ 0 w 9"/>
                <a:gd name="T3" fmla="*/ 6 h 10"/>
                <a:gd name="T4" fmla="*/ 1 w 9"/>
                <a:gd name="T5" fmla="*/ 2 h 10"/>
                <a:gd name="T6" fmla="*/ 1 w 9"/>
                <a:gd name="T7" fmla="*/ 0 h 10"/>
                <a:gd name="T8" fmla="*/ 9 w 9"/>
                <a:gd name="T9" fmla="*/ 2 h 10"/>
                <a:gd name="T10" fmla="*/ 8 w 9"/>
                <a:gd name="T11" fmla="*/ 10 h 10"/>
                <a:gd name="T12" fmla="*/ 0 w 9"/>
                <a:gd name="T13" fmla="*/ 8 h 10"/>
                <a:gd name="T14" fmla="*/ 0 w 9"/>
                <a:gd name="T15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lnTo>
                    <a:pt x="0" y="6"/>
                  </a:lnTo>
                  <a:lnTo>
                    <a:pt x="1" y="2"/>
                  </a:lnTo>
                  <a:lnTo>
                    <a:pt x="1" y="0"/>
                  </a:lnTo>
                  <a:lnTo>
                    <a:pt x="9" y="2"/>
                  </a:lnTo>
                  <a:lnTo>
                    <a:pt x="8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7" name="Freeform 1336"/>
            <p:cNvSpPr/>
            <p:nvPr>
              <p:custDataLst>
                <p:tags r:id="rId68"/>
              </p:custDataLst>
            </p:nvPr>
          </p:nvSpPr>
          <p:spPr bwMode="auto">
            <a:xfrm>
              <a:off x="7502526" y="7608888"/>
              <a:ext cx="7938" cy="4763"/>
            </a:xfrm>
            <a:custGeom>
              <a:avLst/>
              <a:gdLst>
                <a:gd name="T0" fmla="*/ 1 w 5"/>
                <a:gd name="T1" fmla="*/ 0 h 3"/>
                <a:gd name="T2" fmla="*/ 5 w 5"/>
                <a:gd name="T3" fmla="*/ 0 h 3"/>
                <a:gd name="T4" fmla="*/ 3 w 5"/>
                <a:gd name="T5" fmla="*/ 3 h 3"/>
                <a:gd name="T6" fmla="*/ 0 w 5"/>
                <a:gd name="T7" fmla="*/ 2 h 3"/>
                <a:gd name="T8" fmla="*/ 1 w 5"/>
                <a:gd name="T9" fmla="*/ 0 h 3"/>
                <a:gd name="T10" fmla="*/ 1 w 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1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8" name="Freeform 1337"/>
            <p:cNvSpPr/>
            <p:nvPr>
              <p:custDataLst>
                <p:tags r:id="rId69"/>
              </p:custDataLst>
            </p:nvPr>
          </p:nvSpPr>
          <p:spPr bwMode="auto">
            <a:xfrm>
              <a:off x="7499351" y="7604126"/>
              <a:ext cx="14288" cy="12700"/>
            </a:xfrm>
            <a:custGeom>
              <a:avLst/>
              <a:gdLst>
                <a:gd name="T0" fmla="*/ 0 w 9"/>
                <a:gd name="T1" fmla="*/ 7 h 8"/>
                <a:gd name="T2" fmla="*/ 0 w 9"/>
                <a:gd name="T3" fmla="*/ 5 h 8"/>
                <a:gd name="T4" fmla="*/ 1 w 9"/>
                <a:gd name="T5" fmla="*/ 2 h 8"/>
                <a:gd name="T6" fmla="*/ 1 w 9"/>
                <a:gd name="T7" fmla="*/ 0 h 8"/>
                <a:gd name="T8" fmla="*/ 9 w 9"/>
                <a:gd name="T9" fmla="*/ 2 h 8"/>
                <a:gd name="T10" fmla="*/ 8 w 9"/>
                <a:gd name="T11" fmla="*/ 8 h 8"/>
                <a:gd name="T12" fmla="*/ 0 w 9"/>
                <a:gd name="T13" fmla="*/ 7 h 8"/>
                <a:gd name="T14" fmla="*/ 0 w 9"/>
                <a:gd name="T1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0" y="7"/>
                  </a:moveTo>
                  <a:lnTo>
                    <a:pt x="0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9" y="2"/>
                  </a:lnTo>
                  <a:lnTo>
                    <a:pt x="8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9" name="Freeform 1338"/>
            <p:cNvSpPr>
              <a:spLocks noEditPoints="1"/>
            </p:cNvSpPr>
            <p:nvPr>
              <p:custDataLst>
                <p:tags r:id="rId70"/>
              </p:custDataLst>
            </p:nvPr>
          </p:nvSpPr>
          <p:spPr bwMode="auto">
            <a:xfrm>
              <a:off x="7486651" y="7639051"/>
              <a:ext cx="114300" cy="47625"/>
            </a:xfrm>
            <a:custGeom>
              <a:avLst/>
              <a:gdLst>
                <a:gd name="T0" fmla="*/ 2 w 65"/>
                <a:gd name="T1" fmla="*/ 8 h 28"/>
                <a:gd name="T2" fmla="*/ 32 w 65"/>
                <a:gd name="T3" fmla="*/ 24 h 28"/>
                <a:gd name="T4" fmla="*/ 32 w 65"/>
                <a:gd name="T5" fmla="*/ 24 h 28"/>
                <a:gd name="T6" fmla="*/ 32 w 65"/>
                <a:gd name="T7" fmla="*/ 24 h 28"/>
                <a:gd name="T8" fmla="*/ 32 w 65"/>
                <a:gd name="T9" fmla="*/ 24 h 28"/>
                <a:gd name="T10" fmla="*/ 52 w 65"/>
                <a:gd name="T11" fmla="*/ 13 h 28"/>
                <a:gd name="T12" fmla="*/ 52 w 65"/>
                <a:gd name="T13" fmla="*/ 13 h 28"/>
                <a:gd name="T14" fmla="*/ 63 w 65"/>
                <a:gd name="T15" fmla="*/ 0 h 28"/>
                <a:gd name="T16" fmla="*/ 63 w 65"/>
                <a:gd name="T17" fmla="*/ 0 h 28"/>
                <a:gd name="T18" fmla="*/ 65 w 65"/>
                <a:gd name="T19" fmla="*/ 1 h 28"/>
                <a:gd name="T20" fmla="*/ 54 w 65"/>
                <a:gd name="T21" fmla="*/ 15 h 28"/>
                <a:gd name="T22" fmla="*/ 54 w 65"/>
                <a:gd name="T23" fmla="*/ 15 h 28"/>
                <a:gd name="T24" fmla="*/ 32 w 65"/>
                <a:gd name="T25" fmla="*/ 27 h 28"/>
                <a:gd name="T26" fmla="*/ 32 w 65"/>
                <a:gd name="T27" fmla="*/ 27 h 28"/>
                <a:gd name="T28" fmla="*/ 31 w 65"/>
                <a:gd name="T29" fmla="*/ 27 h 28"/>
                <a:gd name="T30" fmla="*/ 31 w 65"/>
                <a:gd name="T31" fmla="*/ 27 h 28"/>
                <a:gd name="T32" fmla="*/ 0 w 65"/>
                <a:gd name="T33" fmla="*/ 10 h 28"/>
                <a:gd name="T34" fmla="*/ 0 w 65"/>
                <a:gd name="T35" fmla="*/ 10 h 28"/>
                <a:gd name="T36" fmla="*/ 2 w 65"/>
                <a:gd name="T37" fmla="*/ 8 h 28"/>
                <a:gd name="T38" fmla="*/ 63 w 65"/>
                <a:gd name="T39" fmla="*/ 0 h 28"/>
                <a:gd name="T40" fmla="*/ 63 w 65"/>
                <a:gd name="T41" fmla="*/ 0 h 28"/>
                <a:gd name="T42" fmla="*/ 63 w 65"/>
                <a:gd name="T43" fmla="*/ 0 h 28"/>
                <a:gd name="T44" fmla="*/ 63 w 65"/>
                <a:gd name="T45" fmla="*/ 0 h 28"/>
                <a:gd name="T46" fmla="*/ 63 w 65"/>
                <a:gd name="T4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28">
                  <a:moveTo>
                    <a:pt x="2" y="8"/>
                  </a:moveTo>
                  <a:cubicBezTo>
                    <a:pt x="2" y="8"/>
                    <a:pt x="19" y="21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25"/>
                    <a:pt x="46" y="20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8" y="6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0" y="8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47" y="22"/>
                    <a:pt x="39" y="28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1" y="27"/>
                    <a:pt x="31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18" y="24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63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0" name="Freeform 1339"/>
            <p:cNvSpPr>
              <a:spLocks noEditPoints="1"/>
            </p:cNvSpPr>
            <p:nvPr>
              <p:custDataLst>
                <p:tags r:id="rId71"/>
              </p:custDataLst>
            </p:nvPr>
          </p:nvSpPr>
          <p:spPr bwMode="auto">
            <a:xfrm>
              <a:off x="7481889" y="7632701"/>
              <a:ext cx="123825" cy="55563"/>
            </a:xfrm>
            <a:custGeom>
              <a:avLst/>
              <a:gdLst>
                <a:gd name="T0" fmla="*/ 34 w 71"/>
                <a:gd name="T1" fmla="*/ 32 h 32"/>
                <a:gd name="T2" fmla="*/ 34 w 71"/>
                <a:gd name="T3" fmla="*/ 32 h 32"/>
                <a:gd name="T4" fmla="*/ 34 w 71"/>
                <a:gd name="T5" fmla="*/ 32 h 32"/>
                <a:gd name="T6" fmla="*/ 3 w 71"/>
                <a:gd name="T7" fmla="*/ 15 h 32"/>
                <a:gd name="T8" fmla="*/ 3 w 71"/>
                <a:gd name="T9" fmla="*/ 15 h 32"/>
                <a:gd name="T10" fmla="*/ 0 w 71"/>
                <a:gd name="T11" fmla="*/ 14 h 32"/>
                <a:gd name="T12" fmla="*/ 2 w 71"/>
                <a:gd name="T13" fmla="*/ 12 h 32"/>
                <a:gd name="T14" fmla="*/ 4 w 71"/>
                <a:gd name="T15" fmla="*/ 10 h 32"/>
                <a:gd name="T16" fmla="*/ 4 w 71"/>
                <a:gd name="T17" fmla="*/ 9 h 32"/>
                <a:gd name="T18" fmla="*/ 4 w 71"/>
                <a:gd name="T19" fmla="*/ 9 h 32"/>
                <a:gd name="T20" fmla="*/ 5 w 71"/>
                <a:gd name="T21" fmla="*/ 9 h 32"/>
                <a:gd name="T22" fmla="*/ 5 w 71"/>
                <a:gd name="T23" fmla="*/ 9 h 32"/>
                <a:gd name="T24" fmla="*/ 6 w 71"/>
                <a:gd name="T25" fmla="*/ 9 h 32"/>
                <a:gd name="T26" fmla="*/ 6 w 71"/>
                <a:gd name="T27" fmla="*/ 9 h 32"/>
                <a:gd name="T28" fmla="*/ 6 w 71"/>
                <a:gd name="T29" fmla="*/ 9 h 32"/>
                <a:gd name="T30" fmla="*/ 6 w 71"/>
                <a:gd name="T31" fmla="*/ 9 h 32"/>
                <a:gd name="T32" fmla="*/ 6 w 71"/>
                <a:gd name="T33" fmla="*/ 9 h 32"/>
                <a:gd name="T34" fmla="*/ 6 w 71"/>
                <a:gd name="T35" fmla="*/ 9 h 32"/>
                <a:gd name="T36" fmla="*/ 6 w 71"/>
                <a:gd name="T37" fmla="*/ 9 h 32"/>
                <a:gd name="T38" fmla="*/ 6 w 71"/>
                <a:gd name="T39" fmla="*/ 9 h 32"/>
                <a:gd name="T40" fmla="*/ 6 w 71"/>
                <a:gd name="T41" fmla="*/ 9 h 32"/>
                <a:gd name="T42" fmla="*/ 6 w 71"/>
                <a:gd name="T43" fmla="*/ 9 h 32"/>
                <a:gd name="T44" fmla="*/ 7 w 71"/>
                <a:gd name="T45" fmla="*/ 9 h 32"/>
                <a:gd name="T46" fmla="*/ 7 w 71"/>
                <a:gd name="T47" fmla="*/ 9 h 32"/>
                <a:gd name="T48" fmla="*/ 7 w 71"/>
                <a:gd name="T49" fmla="*/ 10 h 32"/>
                <a:gd name="T50" fmla="*/ 7 w 71"/>
                <a:gd name="T51" fmla="*/ 10 h 32"/>
                <a:gd name="T52" fmla="*/ 9 w 71"/>
                <a:gd name="T53" fmla="*/ 11 h 32"/>
                <a:gd name="T54" fmla="*/ 9 w 71"/>
                <a:gd name="T55" fmla="*/ 11 h 32"/>
                <a:gd name="T56" fmla="*/ 16 w 71"/>
                <a:gd name="T57" fmla="*/ 16 h 32"/>
                <a:gd name="T58" fmla="*/ 16 w 71"/>
                <a:gd name="T59" fmla="*/ 16 h 32"/>
                <a:gd name="T60" fmla="*/ 35 w 71"/>
                <a:gd name="T61" fmla="*/ 25 h 32"/>
                <a:gd name="T62" fmla="*/ 35 w 71"/>
                <a:gd name="T63" fmla="*/ 25 h 32"/>
                <a:gd name="T64" fmla="*/ 36 w 71"/>
                <a:gd name="T65" fmla="*/ 25 h 32"/>
                <a:gd name="T66" fmla="*/ 36 w 71"/>
                <a:gd name="T67" fmla="*/ 25 h 32"/>
                <a:gd name="T68" fmla="*/ 37 w 71"/>
                <a:gd name="T69" fmla="*/ 25 h 32"/>
                <a:gd name="T70" fmla="*/ 37 w 71"/>
                <a:gd name="T71" fmla="*/ 25 h 32"/>
                <a:gd name="T72" fmla="*/ 54 w 71"/>
                <a:gd name="T73" fmla="*/ 15 h 32"/>
                <a:gd name="T74" fmla="*/ 54 w 71"/>
                <a:gd name="T75" fmla="*/ 15 h 32"/>
                <a:gd name="T76" fmla="*/ 63 w 71"/>
                <a:gd name="T77" fmla="*/ 3 h 32"/>
                <a:gd name="T78" fmla="*/ 63 w 71"/>
                <a:gd name="T79" fmla="*/ 3 h 32"/>
                <a:gd name="T80" fmla="*/ 61 w 71"/>
                <a:gd name="T81" fmla="*/ 1 h 32"/>
                <a:gd name="T82" fmla="*/ 65 w 71"/>
                <a:gd name="T83" fmla="*/ 1 h 32"/>
                <a:gd name="T84" fmla="*/ 66 w 71"/>
                <a:gd name="T85" fmla="*/ 0 h 32"/>
                <a:gd name="T86" fmla="*/ 67 w 71"/>
                <a:gd name="T87" fmla="*/ 1 h 32"/>
                <a:gd name="T88" fmla="*/ 71 w 71"/>
                <a:gd name="T89" fmla="*/ 1 h 32"/>
                <a:gd name="T90" fmla="*/ 69 w 71"/>
                <a:gd name="T91" fmla="*/ 2 h 32"/>
                <a:gd name="T92" fmla="*/ 71 w 71"/>
                <a:gd name="T93" fmla="*/ 4 h 32"/>
                <a:gd name="T94" fmla="*/ 70 w 71"/>
                <a:gd name="T95" fmla="*/ 6 h 32"/>
                <a:gd name="T96" fmla="*/ 70 w 71"/>
                <a:gd name="T97" fmla="*/ 6 h 32"/>
                <a:gd name="T98" fmla="*/ 69 w 71"/>
                <a:gd name="T99" fmla="*/ 7 h 32"/>
                <a:gd name="T100" fmla="*/ 69 w 71"/>
                <a:gd name="T101" fmla="*/ 7 h 32"/>
                <a:gd name="T102" fmla="*/ 67 w 71"/>
                <a:gd name="T103" fmla="*/ 10 h 32"/>
                <a:gd name="T104" fmla="*/ 67 w 71"/>
                <a:gd name="T105" fmla="*/ 10 h 32"/>
                <a:gd name="T106" fmla="*/ 58 w 71"/>
                <a:gd name="T107" fmla="*/ 19 h 32"/>
                <a:gd name="T108" fmla="*/ 58 w 71"/>
                <a:gd name="T109" fmla="*/ 19 h 32"/>
                <a:gd name="T110" fmla="*/ 37 w 71"/>
                <a:gd name="T111" fmla="*/ 32 h 32"/>
                <a:gd name="T112" fmla="*/ 37 w 71"/>
                <a:gd name="T113" fmla="*/ 32 h 32"/>
                <a:gd name="T114" fmla="*/ 34 w 71"/>
                <a:gd name="T115" fmla="*/ 32 h 32"/>
                <a:gd name="T116" fmla="*/ 4 w 71"/>
                <a:gd name="T117" fmla="*/ 12 h 32"/>
                <a:gd name="T118" fmla="*/ 3 w 71"/>
                <a:gd name="T119" fmla="*/ 11 h 32"/>
                <a:gd name="T120" fmla="*/ 3 w 71"/>
                <a:gd name="T121" fmla="*/ 11 h 32"/>
                <a:gd name="T122" fmla="*/ 4 w 71"/>
                <a:gd name="T123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" h="32">
                  <a:moveTo>
                    <a:pt x="34" y="32"/>
                  </a:move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20" y="29"/>
                    <a:pt x="4" y="16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0"/>
                    <a:pt x="8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1" y="13"/>
                    <a:pt x="14" y="14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2" y="20"/>
                    <a:pt x="30" y="24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5"/>
                    <a:pt x="36" y="25"/>
                    <a:pt x="36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5"/>
                    <a:pt x="36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41" y="26"/>
                    <a:pt x="48" y="20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8" y="10"/>
                    <a:pt x="62" y="5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70" y="6"/>
                    <a:pt x="69" y="6"/>
                    <a:pt x="69" y="7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7"/>
                    <a:pt x="68" y="8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5" y="12"/>
                    <a:pt x="62" y="16"/>
                    <a:pt x="58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2" y="25"/>
                    <a:pt x="45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2"/>
                    <a:pt x="35" y="32"/>
                    <a:pt x="34" y="32"/>
                  </a:cubicBezTo>
                  <a:close/>
                  <a:moveTo>
                    <a:pt x="4" y="12"/>
                  </a:moveTo>
                  <a:cubicBezTo>
                    <a:pt x="3" y="12"/>
                    <a:pt x="3" y="12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3" y="12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1" name="Freeform 1340"/>
            <p:cNvSpPr/>
            <p:nvPr>
              <p:custDataLst>
                <p:tags r:id="rId72"/>
              </p:custDataLst>
            </p:nvPr>
          </p:nvSpPr>
          <p:spPr bwMode="auto">
            <a:xfrm>
              <a:off x="7486651" y="7650163"/>
              <a:ext cx="9525" cy="9525"/>
            </a:xfrm>
            <a:custGeom>
              <a:avLst/>
              <a:gdLst>
                <a:gd name="T0" fmla="*/ 5 w 6"/>
                <a:gd name="T1" fmla="*/ 0 h 6"/>
                <a:gd name="T2" fmla="*/ 6 w 6"/>
                <a:gd name="T3" fmla="*/ 2 h 6"/>
                <a:gd name="T4" fmla="*/ 3 w 6"/>
                <a:gd name="T5" fmla="*/ 6 h 6"/>
                <a:gd name="T6" fmla="*/ 0 w 6"/>
                <a:gd name="T7" fmla="*/ 4 h 6"/>
                <a:gd name="T8" fmla="*/ 5 w 6"/>
                <a:gd name="T9" fmla="*/ 0 h 6"/>
                <a:gd name="T10" fmla="*/ 5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5" y="0"/>
                  </a:moveTo>
                  <a:lnTo>
                    <a:pt x="6" y="2"/>
                  </a:lnTo>
                  <a:lnTo>
                    <a:pt x="3" y="6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2" name="Freeform 1341"/>
            <p:cNvSpPr/>
            <p:nvPr>
              <p:custDataLst>
                <p:tags r:id="rId73"/>
              </p:custDataLst>
            </p:nvPr>
          </p:nvSpPr>
          <p:spPr bwMode="auto">
            <a:xfrm>
              <a:off x="7481889" y="7645401"/>
              <a:ext cx="19050" cy="17463"/>
            </a:xfrm>
            <a:custGeom>
              <a:avLst/>
              <a:gdLst>
                <a:gd name="T0" fmla="*/ 0 w 12"/>
                <a:gd name="T1" fmla="*/ 5 h 11"/>
                <a:gd name="T2" fmla="*/ 6 w 12"/>
                <a:gd name="T3" fmla="*/ 1 h 11"/>
                <a:gd name="T4" fmla="*/ 8 w 12"/>
                <a:gd name="T5" fmla="*/ 0 h 11"/>
                <a:gd name="T6" fmla="*/ 12 w 12"/>
                <a:gd name="T7" fmla="*/ 5 h 11"/>
                <a:gd name="T8" fmla="*/ 6 w 12"/>
                <a:gd name="T9" fmla="*/ 11 h 11"/>
                <a:gd name="T10" fmla="*/ 0 w 12"/>
                <a:gd name="T11" fmla="*/ 5 h 11"/>
                <a:gd name="T12" fmla="*/ 0 w 12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">
                  <a:moveTo>
                    <a:pt x="0" y="5"/>
                  </a:moveTo>
                  <a:lnTo>
                    <a:pt x="6" y="1"/>
                  </a:lnTo>
                  <a:lnTo>
                    <a:pt x="8" y="0"/>
                  </a:lnTo>
                  <a:lnTo>
                    <a:pt x="12" y="5"/>
                  </a:lnTo>
                  <a:lnTo>
                    <a:pt x="6" y="11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3" name="Freeform 1342"/>
            <p:cNvSpPr/>
            <p:nvPr>
              <p:custDataLst>
                <p:tags r:id="rId74"/>
              </p:custDataLst>
            </p:nvPr>
          </p:nvSpPr>
          <p:spPr bwMode="auto">
            <a:xfrm>
              <a:off x="7593014" y="7634288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8 w 8"/>
                <a:gd name="T3" fmla="*/ 3 h 5"/>
                <a:gd name="T4" fmla="*/ 7 w 8"/>
                <a:gd name="T5" fmla="*/ 5 h 5"/>
                <a:gd name="T6" fmla="*/ 0 w 8"/>
                <a:gd name="T7" fmla="*/ 4 h 5"/>
                <a:gd name="T8" fmla="*/ 0 w 8"/>
                <a:gd name="T9" fmla="*/ 0 h 5"/>
                <a:gd name="T10" fmla="*/ 0 w 8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3"/>
                  </a:lnTo>
                  <a:lnTo>
                    <a:pt x="7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4" name="Freeform 1343"/>
            <p:cNvSpPr/>
            <p:nvPr>
              <p:custDataLst>
                <p:tags r:id="rId75"/>
              </p:custDataLst>
            </p:nvPr>
          </p:nvSpPr>
          <p:spPr bwMode="auto">
            <a:xfrm>
              <a:off x="7588251" y="7631113"/>
              <a:ext cx="20638" cy="15875"/>
            </a:xfrm>
            <a:custGeom>
              <a:avLst/>
              <a:gdLst>
                <a:gd name="T0" fmla="*/ 0 w 13"/>
                <a:gd name="T1" fmla="*/ 7 h 10"/>
                <a:gd name="T2" fmla="*/ 1 w 13"/>
                <a:gd name="T3" fmla="*/ 6 h 10"/>
                <a:gd name="T4" fmla="*/ 1 w 13"/>
                <a:gd name="T5" fmla="*/ 2 h 10"/>
                <a:gd name="T6" fmla="*/ 2 w 13"/>
                <a:gd name="T7" fmla="*/ 0 h 10"/>
                <a:gd name="T8" fmla="*/ 13 w 13"/>
                <a:gd name="T9" fmla="*/ 2 h 10"/>
                <a:gd name="T10" fmla="*/ 12 w 13"/>
                <a:gd name="T11" fmla="*/ 10 h 10"/>
                <a:gd name="T12" fmla="*/ 0 w 13"/>
                <a:gd name="T13" fmla="*/ 7 h 10"/>
                <a:gd name="T14" fmla="*/ 0 w 13"/>
                <a:gd name="T15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0">
                  <a:moveTo>
                    <a:pt x="0" y="7"/>
                  </a:moveTo>
                  <a:lnTo>
                    <a:pt x="1" y="6"/>
                  </a:lnTo>
                  <a:lnTo>
                    <a:pt x="1" y="2"/>
                  </a:lnTo>
                  <a:lnTo>
                    <a:pt x="2" y="0"/>
                  </a:lnTo>
                  <a:lnTo>
                    <a:pt x="13" y="2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05" name="组合 304"/>
          <p:cNvGrpSpPr/>
          <p:nvPr>
            <p:custDataLst>
              <p:tags r:id="rId76"/>
            </p:custDataLst>
          </p:nvPr>
        </p:nvGrpSpPr>
        <p:grpSpPr>
          <a:xfrm>
            <a:off x="7371376" y="1657615"/>
            <a:ext cx="458747" cy="652164"/>
            <a:chOff x="4000501" y="6832601"/>
            <a:chExt cx="293688" cy="417513"/>
          </a:xfrm>
          <a:solidFill>
            <a:srgbClr val="114196"/>
          </a:solidFill>
        </p:grpSpPr>
        <p:sp>
          <p:nvSpPr>
            <p:cNvPr id="306" name="Freeform 1376"/>
            <p:cNvSpPr>
              <a:spLocks noEditPoints="1"/>
            </p:cNvSpPr>
            <p:nvPr>
              <p:custDataLst>
                <p:tags r:id="rId77"/>
              </p:custDataLst>
            </p:nvPr>
          </p:nvSpPr>
          <p:spPr bwMode="auto">
            <a:xfrm>
              <a:off x="4038601" y="6897688"/>
              <a:ext cx="236538" cy="238125"/>
            </a:xfrm>
            <a:custGeom>
              <a:avLst/>
              <a:gdLst>
                <a:gd name="T0" fmla="*/ 113 w 136"/>
                <a:gd name="T1" fmla="*/ 23 h 136"/>
                <a:gd name="T2" fmla="*/ 109 w 136"/>
                <a:gd name="T3" fmla="*/ 109 h 136"/>
                <a:gd name="T4" fmla="*/ 109 w 136"/>
                <a:gd name="T5" fmla="*/ 109 h 136"/>
                <a:gd name="T6" fmla="*/ 23 w 136"/>
                <a:gd name="T7" fmla="*/ 113 h 136"/>
                <a:gd name="T8" fmla="*/ 23 w 136"/>
                <a:gd name="T9" fmla="*/ 113 h 136"/>
                <a:gd name="T10" fmla="*/ 27 w 136"/>
                <a:gd name="T11" fmla="*/ 27 h 136"/>
                <a:gd name="T12" fmla="*/ 27 w 136"/>
                <a:gd name="T13" fmla="*/ 27 h 136"/>
                <a:gd name="T14" fmla="*/ 113 w 136"/>
                <a:gd name="T15" fmla="*/ 23 h 136"/>
                <a:gd name="T16" fmla="*/ 111 w 136"/>
                <a:gd name="T17" fmla="*/ 25 h 136"/>
                <a:gd name="T18" fmla="*/ 29 w 136"/>
                <a:gd name="T19" fmla="*/ 29 h 136"/>
                <a:gd name="T20" fmla="*/ 29 w 136"/>
                <a:gd name="T21" fmla="*/ 29 h 136"/>
                <a:gd name="T22" fmla="*/ 26 w 136"/>
                <a:gd name="T23" fmla="*/ 111 h 136"/>
                <a:gd name="T24" fmla="*/ 26 w 136"/>
                <a:gd name="T25" fmla="*/ 111 h 136"/>
                <a:gd name="T26" fmla="*/ 107 w 136"/>
                <a:gd name="T27" fmla="*/ 107 h 136"/>
                <a:gd name="T28" fmla="*/ 107 w 136"/>
                <a:gd name="T29" fmla="*/ 107 h 136"/>
                <a:gd name="T30" fmla="*/ 111 w 136"/>
                <a:gd name="T31" fmla="*/ 2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136">
                  <a:moveTo>
                    <a:pt x="113" y="23"/>
                  </a:moveTo>
                  <a:cubicBezTo>
                    <a:pt x="136" y="46"/>
                    <a:pt x="134" y="84"/>
                    <a:pt x="109" y="109"/>
                  </a:cubicBezTo>
                  <a:cubicBezTo>
                    <a:pt x="109" y="109"/>
                    <a:pt x="109" y="109"/>
                    <a:pt x="109" y="109"/>
                  </a:cubicBezTo>
                  <a:cubicBezTo>
                    <a:pt x="85" y="134"/>
                    <a:pt x="46" y="136"/>
                    <a:pt x="23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0" y="90"/>
                    <a:pt x="2" y="52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52" y="2"/>
                    <a:pt x="90" y="0"/>
                    <a:pt x="113" y="23"/>
                  </a:cubicBezTo>
                  <a:close/>
                  <a:moveTo>
                    <a:pt x="111" y="25"/>
                  </a:moveTo>
                  <a:cubicBezTo>
                    <a:pt x="89" y="4"/>
                    <a:pt x="53" y="6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6" y="53"/>
                    <a:pt x="4" y="89"/>
                    <a:pt x="26" y="111"/>
                  </a:cubicBezTo>
                  <a:cubicBezTo>
                    <a:pt x="26" y="111"/>
                    <a:pt x="26" y="111"/>
                    <a:pt x="26" y="111"/>
                  </a:cubicBezTo>
                  <a:cubicBezTo>
                    <a:pt x="47" y="132"/>
                    <a:pt x="83" y="130"/>
                    <a:pt x="107" y="107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31" y="83"/>
                    <a:pt x="132" y="47"/>
                    <a:pt x="11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7" name="Freeform 1377"/>
            <p:cNvSpPr>
              <a:spLocks noEditPoints="1"/>
            </p:cNvSpPr>
            <p:nvPr>
              <p:custDataLst>
                <p:tags r:id="rId78"/>
              </p:custDataLst>
            </p:nvPr>
          </p:nvSpPr>
          <p:spPr bwMode="auto">
            <a:xfrm>
              <a:off x="4048126" y="6907213"/>
              <a:ext cx="219075" cy="219075"/>
            </a:xfrm>
            <a:custGeom>
              <a:avLst/>
              <a:gdLst>
                <a:gd name="T0" fmla="*/ 17 w 126"/>
                <a:gd name="T1" fmla="*/ 109 h 126"/>
                <a:gd name="T2" fmla="*/ 0 w 126"/>
                <a:gd name="T3" fmla="*/ 68 h 126"/>
                <a:gd name="T4" fmla="*/ 0 w 126"/>
                <a:gd name="T5" fmla="*/ 68 h 126"/>
                <a:gd name="T6" fmla="*/ 20 w 126"/>
                <a:gd name="T7" fmla="*/ 20 h 126"/>
                <a:gd name="T8" fmla="*/ 20 w 126"/>
                <a:gd name="T9" fmla="*/ 20 h 126"/>
                <a:gd name="T10" fmla="*/ 68 w 126"/>
                <a:gd name="T11" fmla="*/ 0 h 126"/>
                <a:gd name="T12" fmla="*/ 68 w 126"/>
                <a:gd name="T13" fmla="*/ 0 h 126"/>
                <a:gd name="T14" fmla="*/ 110 w 126"/>
                <a:gd name="T15" fmla="*/ 17 h 126"/>
                <a:gd name="T16" fmla="*/ 110 w 126"/>
                <a:gd name="T17" fmla="*/ 17 h 126"/>
                <a:gd name="T18" fmla="*/ 108 w 126"/>
                <a:gd name="T19" fmla="*/ 18 h 126"/>
                <a:gd name="T20" fmla="*/ 110 w 126"/>
                <a:gd name="T21" fmla="*/ 17 h 126"/>
                <a:gd name="T22" fmla="*/ 126 w 126"/>
                <a:gd name="T23" fmla="*/ 58 h 126"/>
                <a:gd name="T24" fmla="*/ 126 w 126"/>
                <a:gd name="T25" fmla="*/ 58 h 126"/>
                <a:gd name="T26" fmla="*/ 106 w 126"/>
                <a:gd name="T27" fmla="*/ 106 h 126"/>
                <a:gd name="T28" fmla="*/ 106 w 126"/>
                <a:gd name="T29" fmla="*/ 106 h 126"/>
                <a:gd name="T30" fmla="*/ 58 w 126"/>
                <a:gd name="T31" fmla="*/ 126 h 126"/>
                <a:gd name="T32" fmla="*/ 58 w 126"/>
                <a:gd name="T33" fmla="*/ 126 h 126"/>
                <a:gd name="T34" fmla="*/ 17 w 126"/>
                <a:gd name="T35" fmla="*/ 109 h 126"/>
                <a:gd name="T36" fmla="*/ 26 w 126"/>
                <a:gd name="T37" fmla="*/ 26 h 126"/>
                <a:gd name="T38" fmla="*/ 8 w 126"/>
                <a:gd name="T39" fmla="*/ 68 h 126"/>
                <a:gd name="T40" fmla="*/ 8 w 126"/>
                <a:gd name="T41" fmla="*/ 68 h 126"/>
                <a:gd name="T42" fmla="*/ 22 w 126"/>
                <a:gd name="T43" fmla="*/ 104 h 126"/>
                <a:gd name="T44" fmla="*/ 22 w 126"/>
                <a:gd name="T45" fmla="*/ 104 h 126"/>
                <a:gd name="T46" fmla="*/ 58 w 126"/>
                <a:gd name="T47" fmla="*/ 118 h 126"/>
                <a:gd name="T48" fmla="*/ 58 w 126"/>
                <a:gd name="T49" fmla="*/ 118 h 126"/>
                <a:gd name="T50" fmla="*/ 101 w 126"/>
                <a:gd name="T51" fmla="*/ 100 h 126"/>
                <a:gd name="T52" fmla="*/ 101 w 126"/>
                <a:gd name="T53" fmla="*/ 100 h 126"/>
                <a:gd name="T54" fmla="*/ 119 w 126"/>
                <a:gd name="T55" fmla="*/ 58 h 126"/>
                <a:gd name="T56" fmla="*/ 119 w 126"/>
                <a:gd name="T57" fmla="*/ 58 h 126"/>
                <a:gd name="T58" fmla="*/ 104 w 126"/>
                <a:gd name="T59" fmla="*/ 22 h 126"/>
                <a:gd name="T60" fmla="*/ 104 w 126"/>
                <a:gd name="T61" fmla="*/ 22 h 126"/>
                <a:gd name="T62" fmla="*/ 106 w 126"/>
                <a:gd name="T63" fmla="*/ 20 h 126"/>
                <a:gd name="T64" fmla="*/ 107 w 126"/>
                <a:gd name="T65" fmla="*/ 19 h 126"/>
                <a:gd name="T66" fmla="*/ 106 w 126"/>
                <a:gd name="T67" fmla="*/ 20 h 126"/>
                <a:gd name="T68" fmla="*/ 104 w 126"/>
                <a:gd name="T69" fmla="*/ 22 h 126"/>
                <a:gd name="T70" fmla="*/ 68 w 126"/>
                <a:gd name="T71" fmla="*/ 7 h 126"/>
                <a:gd name="T72" fmla="*/ 68 w 126"/>
                <a:gd name="T73" fmla="*/ 7 h 126"/>
                <a:gd name="T74" fmla="*/ 26 w 126"/>
                <a:gd name="T75" fmla="*/ 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26">
                  <a:moveTo>
                    <a:pt x="17" y="109"/>
                  </a:moveTo>
                  <a:cubicBezTo>
                    <a:pt x="6" y="98"/>
                    <a:pt x="0" y="83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1"/>
                    <a:pt x="7" y="34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34" y="7"/>
                    <a:pt x="51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4" y="0"/>
                    <a:pt x="98" y="5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21" y="28"/>
                    <a:pt x="126" y="43"/>
                    <a:pt x="126" y="58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75"/>
                    <a:pt x="119" y="92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92" y="119"/>
                    <a:pt x="75" y="126"/>
                    <a:pt x="58" y="126"/>
                  </a:cubicBezTo>
                  <a:cubicBezTo>
                    <a:pt x="58" y="126"/>
                    <a:pt x="58" y="126"/>
                    <a:pt x="58" y="126"/>
                  </a:cubicBezTo>
                  <a:cubicBezTo>
                    <a:pt x="43" y="126"/>
                    <a:pt x="28" y="121"/>
                    <a:pt x="17" y="109"/>
                  </a:cubicBezTo>
                  <a:close/>
                  <a:moveTo>
                    <a:pt x="26" y="26"/>
                  </a:moveTo>
                  <a:cubicBezTo>
                    <a:pt x="14" y="38"/>
                    <a:pt x="8" y="53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82"/>
                    <a:pt x="12" y="94"/>
                    <a:pt x="22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32" y="114"/>
                    <a:pt x="45" y="118"/>
                    <a:pt x="58" y="118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73" y="118"/>
                    <a:pt x="88" y="112"/>
                    <a:pt x="101" y="100"/>
                  </a:cubicBezTo>
                  <a:cubicBezTo>
                    <a:pt x="101" y="100"/>
                    <a:pt x="101" y="100"/>
                    <a:pt x="101" y="100"/>
                  </a:cubicBezTo>
                  <a:cubicBezTo>
                    <a:pt x="113" y="88"/>
                    <a:pt x="119" y="73"/>
                    <a:pt x="119" y="58"/>
                  </a:cubicBezTo>
                  <a:cubicBezTo>
                    <a:pt x="119" y="58"/>
                    <a:pt x="119" y="58"/>
                    <a:pt x="119" y="58"/>
                  </a:cubicBezTo>
                  <a:cubicBezTo>
                    <a:pt x="119" y="44"/>
                    <a:pt x="114" y="32"/>
                    <a:pt x="104" y="22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95" y="12"/>
                    <a:pt x="82" y="7"/>
                    <a:pt x="68" y="7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53" y="7"/>
                    <a:pt x="38" y="13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8" name="Freeform 1378"/>
            <p:cNvSpPr>
              <a:spLocks noEditPoints="1"/>
            </p:cNvSpPr>
            <p:nvPr>
              <p:custDataLst>
                <p:tags r:id="rId79"/>
              </p:custDataLst>
            </p:nvPr>
          </p:nvSpPr>
          <p:spPr bwMode="auto">
            <a:xfrm>
              <a:off x="4102101" y="7016751"/>
              <a:ext cx="84138" cy="85725"/>
            </a:xfrm>
            <a:custGeom>
              <a:avLst/>
              <a:gdLst>
                <a:gd name="T0" fmla="*/ 39 w 49"/>
                <a:gd name="T1" fmla="*/ 10 h 49"/>
                <a:gd name="T2" fmla="*/ 41 w 49"/>
                <a:gd name="T3" fmla="*/ 41 h 49"/>
                <a:gd name="T4" fmla="*/ 41 w 49"/>
                <a:gd name="T5" fmla="*/ 41 h 49"/>
                <a:gd name="T6" fmla="*/ 10 w 49"/>
                <a:gd name="T7" fmla="*/ 39 h 49"/>
                <a:gd name="T8" fmla="*/ 10 w 49"/>
                <a:gd name="T9" fmla="*/ 39 h 49"/>
                <a:gd name="T10" fmla="*/ 9 w 49"/>
                <a:gd name="T11" fmla="*/ 8 h 49"/>
                <a:gd name="T12" fmla="*/ 9 w 49"/>
                <a:gd name="T13" fmla="*/ 8 h 49"/>
                <a:gd name="T14" fmla="*/ 39 w 49"/>
                <a:gd name="T15" fmla="*/ 10 h 49"/>
                <a:gd name="T16" fmla="*/ 37 w 49"/>
                <a:gd name="T17" fmla="*/ 12 h 49"/>
                <a:gd name="T18" fmla="*/ 11 w 49"/>
                <a:gd name="T19" fmla="*/ 11 h 49"/>
                <a:gd name="T20" fmla="*/ 11 w 49"/>
                <a:gd name="T21" fmla="*/ 11 h 49"/>
                <a:gd name="T22" fmla="*/ 13 w 49"/>
                <a:gd name="T23" fmla="*/ 36 h 49"/>
                <a:gd name="T24" fmla="*/ 13 w 49"/>
                <a:gd name="T25" fmla="*/ 36 h 49"/>
                <a:gd name="T26" fmla="*/ 38 w 49"/>
                <a:gd name="T27" fmla="*/ 38 h 49"/>
                <a:gd name="T28" fmla="*/ 38 w 49"/>
                <a:gd name="T29" fmla="*/ 38 h 49"/>
                <a:gd name="T30" fmla="*/ 37 w 49"/>
                <a:gd name="T31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9">
                  <a:moveTo>
                    <a:pt x="39" y="10"/>
                  </a:moveTo>
                  <a:cubicBezTo>
                    <a:pt x="48" y="19"/>
                    <a:pt x="49" y="32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3" y="49"/>
                    <a:pt x="19" y="48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" y="30"/>
                    <a:pt x="0" y="16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30" y="1"/>
                    <a:pt x="39" y="10"/>
                  </a:cubicBezTo>
                  <a:close/>
                  <a:moveTo>
                    <a:pt x="37" y="12"/>
                  </a:moveTo>
                  <a:cubicBezTo>
                    <a:pt x="29" y="5"/>
                    <a:pt x="18" y="4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4" y="17"/>
                    <a:pt x="5" y="29"/>
                    <a:pt x="13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20" y="44"/>
                    <a:pt x="32" y="45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5" y="32"/>
                    <a:pt x="44" y="20"/>
                    <a:pt x="3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9" name="Freeform 1379"/>
            <p:cNvSpPr>
              <a:spLocks noEditPoints="1"/>
            </p:cNvSpPr>
            <p:nvPr>
              <p:custDataLst>
                <p:tags r:id="rId80"/>
              </p:custDataLst>
            </p:nvPr>
          </p:nvSpPr>
          <p:spPr bwMode="auto">
            <a:xfrm>
              <a:off x="4103689" y="7018338"/>
              <a:ext cx="80963" cy="82550"/>
            </a:xfrm>
            <a:custGeom>
              <a:avLst/>
              <a:gdLst>
                <a:gd name="T0" fmla="*/ 26 w 47"/>
                <a:gd name="T1" fmla="*/ 47 h 47"/>
                <a:gd name="T2" fmla="*/ 8 w 47"/>
                <a:gd name="T3" fmla="*/ 39 h 47"/>
                <a:gd name="T4" fmla="*/ 8 w 47"/>
                <a:gd name="T5" fmla="*/ 39 h 47"/>
                <a:gd name="T6" fmla="*/ 0 w 47"/>
                <a:gd name="T7" fmla="*/ 21 h 47"/>
                <a:gd name="T8" fmla="*/ 0 w 47"/>
                <a:gd name="T9" fmla="*/ 21 h 47"/>
                <a:gd name="T10" fmla="*/ 6 w 47"/>
                <a:gd name="T11" fmla="*/ 6 h 47"/>
                <a:gd name="T12" fmla="*/ 6 w 47"/>
                <a:gd name="T13" fmla="*/ 6 h 47"/>
                <a:gd name="T14" fmla="*/ 21 w 47"/>
                <a:gd name="T15" fmla="*/ 0 h 47"/>
                <a:gd name="T16" fmla="*/ 21 w 47"/>
                <a:gd name="T17" fmla="*/ 0 h 47"/>
                <a:gd name="T18" fmla="*/ 40 w 47"/>
                <a:gd name="T19" fmla="*/ 8 h 47"/>
                <a:gd name="T20" fmla="*/ 40 w 47"/>
                <a:gd name="T21" fmla="*/ 8 h 47"/>
                <a:gd name="T22" fmla="*/ 38 w 47"/>
                <a:gd name="T23" fmla="*/ 9 h 47"/>
                <a:gd name="T24" fmla="*/ 40 w 47"/>
                <a:gd name="T25" fmla="*/ 8 h 47"/>
                <a:gd name="T26" fmla="*/ 47 w 47"/>
                <a:gd name="T27" fmla="*/ 26 h 47"/>
                <a:gd name="T28" fmla="*/ 47 w 47"/>
                <a:gd name="T29" fmla="*/ 26 h 47"/>
                <a:gd name="T30" fmla="*/ 41 w 47"/>
                <a:gd name="T31" fmla="*/ 41 h 47"/>
                <a:gd name="T32" fmla="*/ 41 w 47"/>
                <a:gd name="T33" fmla="*/ 41 h 47"/>
                <a:gd name="T34" fmla="*/ 26 w 47"/>
                <a:gd name="T35" fmla="*/ 47 h 47"/>
                <a:gd name="T36" fmla="*/ 26 w 47"/>
                <a:gd name="T37" fmla="*/ 47 h 47"/>
                <a:gd name="T38" fmla="*/ 26 w 47"/>
                <a:gd name="T39" fmla="*/ 47 h 47"/>
                <a:gd name="T40" fmla="*/ 11 w 47"/>
                <a:gd name="T41" fmla="*/ 11 h 47"/>
                <a:gd name="T42" fmla="*/ 7 w 47"/>
                <a:gd name="T43" fmla="*/ 21 h 47"/>
                <a:gd name="T44" fmla="*/ 7 w 47"/>
                <a:gd name="T45" fmla="*/ 21 h 47"/>
                <a:gd name="T46" fmla="*/ 13 w 47"/>
                <a:gd name="T47" fmla="*/ 34 h 47"/>
                <a:gd name="T48" fmla="*/ 13 w 47"/>
                <a:gd name="T49" fmla="*/ 34 h 47"/>
                <a:gd name="T50" fmla="*/ 26 w 47"/>
                <a:gd name="T51" fmla="*/ 40 h 47"/>
                <a:gd name="T52" fmla="*/ 26 w 47"/>
                <a:gd name="T53" fmla="*/ 40 h 47"/>
                <a:gd name="T54" fmla="*/ 36 w 47"/>
                <a:gd name="T55" fmla="*/ 36 h 47"/>
                <a:gd name="T56" fmla="*/ 36 w 47"/>
                <a:gd name="T57" fmla="*/ 36 h 47"/>
                <a:gd name="T58" fmla="*/ 40 w 47"/>
                <a:gd name="T59" fmla="*/ 26 h 47"/>
                <a:gd name="T60" fmla="*/ 40 w 47"/>
                <a:gd name="T61" fmla="*/ 26 h 47"/>
                <a:gd name="T62" fmla="*/ 34 w 47"/>
                <a:gd name="T63" fmla="*/ 13 h 47"/>
                <a:gd name="T64" fmla="*/ 34 w 47"/>
                <a:gd name="T65" fmla="*/ 13 h 47"/>
                <a:gd name="T66" fmla="*/ 36 w 47"/>
                <a:gd name="T67" fmla="*/ 11 h 47"/>
                <a:gd name="T68" fmla="*/ 37 w 47"/>
                <a:gd name="T69" fmla="*/ 10 h 47"/>
                <a:gd name="T70" fmla="*/ 36 w 47"/>
                <a:gd name="T71" fmla="*/ 11 h 47"/>
                <a:gd name="T72" fmla="*/ 34 w 47"/>
                <a:gd name="T73" fmla="*/ 13 h 47"/>
                <a:gd name="T74" fmla="*/ 21 w 47"/>
                <a:gd name="T75" fmla="*/ 7 h 47"/>
                <a:gd name="T76" fmla="*/ 21 w 47"/>
                <a:gd name="T77" fmla="*/ 7 h 47"/>
                <a:gd name="T78" fmla="*/ 11 w 47"/>
                <a:gd name="T7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7" h="47">
                  <a:moveTo>
                    <a:pt x="26" y="47"/>
                  </a:moveTo>
                  <a:cubicBezTo>
                    <a:pt x="20" y="47"/>
                    <a:pt x="13" y="44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4"/>
                    <a:pt x="0" y="28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0" y="2"/>
                    <a:pt x="16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5" y="13"/>
                    <a:pt x="47" y="19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31"/>
                    <a:pt x="45" y="37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7" y="45"/>
                    <a:pt x="32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lose/>
                  <a:moveTo>
                    <a:pt x="11" y="11"/>
                  </a:moveTo>
                  <a:cubicBezTo>
                    <a:pt x="9" y="14"/>
                    <a:pt x="7" y="17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6"/>
                    <a:pt x="9" y="30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7" y="38"/>
                    <a:pt x="22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30" y="40"/>
                    <a:pt x="33" y="38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3"/>
                    <a:pt x="40" y="30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1"/>
                    <a:pt x="38" y="17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1" y="9"/>
                    <a:pt x="26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8" y="7"/>
                    <a:pt x="14" y="9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0" name="Freeform 1380"/>
            <p:cNvSpPr>
              <a:spLocks noEditPoints="1"/>
            </p:cNvSpPr>
            <p:nvPr>
              <p:custDataLst>
                <p:tags r:id="rId81"/>
              </p:custDataLst>
            </p:nvPr>
          </p:nvSpPr>
          <p:spPr bwMode="auto">
            <a:xfrm>
              <a:off x="4132264" y="7053263"/>
              <a:ext cx="20638" cy="20638"/>
            </a:xfrm>
            <a:custGeom>
              <a:avLst/>
              <a:gdLst>
                <a:gd name="T0" fmla="*/ 7 w 12"/>
                <a:gd name="T1" fmla="*/ 1 h 12"/>
                <a:gd name="T2" fmla="*/ 11 w 12"/>
                <a:gd name="T3" fmla="*/ 1 h 12"/>
                <a:gd name="T4" fmla="*/ 11 w 12"/>
                <a:gd name="T5" fmla="*/ 1 h 12"/>
                <a:gd name="T6" fmla="*/ 11 w 12"/>
                <a:gd name="T7" fmla="*/ 5 h 12"/>
                <a:gd name="T8" fmla="*/ 11 w 12"/>
                <a:gd name="T9" fmla="*/ 5 h 12"/>
                <a:gd name="T10" fmla="*/ 9 w 12"/>
                <a:gd name="T11" fmla="*/ 9 h 12"/>
                <a:gd name="T12" fmla="*/ 9 w 12"/>
                <a:gd name="T13" fmla="*/ 9 h 12"/>
                <a:gd name="T14" fmla="*/ 5 w 12"/>
                <a:gd name="T15" fmla="*/ 11 h 12"/>
                <a:gd name="T16" fmla="*/ 5 w 12"/>
                <a:gd name="T17" fmla="*/ 11 h 12"/>
                <a:gd name="T18" fmla="*/ 1 w 12"/>
                <a:gd name="T19" fmla="*/ 11 h 12"/>
                <a:gd name="T20" fmla="*/ 1 w 12"/>
                <a:gd name="T21" fmla="*/ 11 h 12"/>
                <a:gd name="T22" fmla="*/ 1 w 12"/>
                <a:gd name="T23" fmla="*/ 7 h 12"/>
                <a:gd name="T24" fmla="*/ 1 w 12"/>
                <a:gd name="T25" fmla="*/ 7 h 12"/>
                <a:gd name="T26" fmla="*/ 4 w 12"/>
                <a:gd name="T27" fmla="*/ 3 h 12"/>
                <a:gd name="T28" fmla="*/ 4 w 12"/>
                <a:gd name="T29" fmla="*/ 3 h 12"/>
                <a:gd name="T30" fmla="*/ 7 w 12"/>
                <a:gd name="T31" fmla="*/ 1 h 12"/>
                <a:gd name="T32" fmla="*/ 6 w 12"/>
                <a:gd name="T33" fmla="*/ 6 h 12"/>
                <a:gd name="T34" fmla="*/ 5 w 12"/>
                <a:gd name="T35" fmla="*/ 8 h 12"/>
                <a:gd name="T36" fmla="*/ 5 w 12"/>
                <a:gd name="T37" fmla="*/ 8 h 12"/>
                <a:gd name="T38" fmla="*/ 6 w 12"/>
                <a:gd name="T39" fmla="*/ 6 h 12"/>
                <a:gd name="T40" fmla="*/ 6 w 12"/>
                <a:gd name="T41" fmla="*/ 6 h 12"/>
                <a:gd name="T42" fmla="*/ 8 w 12"/>
                <a:gd name="T43" fmla="*/ 4 h 12"/>
                <a:gd name="T44" fmla="*/ 8 w 12"/>
                <a:gd name="T45" fmla="*/ 4 h 12"/>
                <a:gd name="T46" fmla="*/ 6 w 12"/>
                <a:gd name="T47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" h="12">
                  <a:moveTo>
                    <a:pt x="7" y="1"/>
                  </a:moveTo>
                  <a:cubicBezTo>
                    <a:pt x="8" y="0"/>
                    <a:pt x="10" y="0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3"/>
                    <a:pt x="12" y="4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6"/>
                    <a:pt x="10" y="8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7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3" y="12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9"/>
                    <a:pt x="1" y="8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5"/>
                    <a:pt x="2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6" y="1"/>
                    <a:pt x="7" y="1"/>
                  </a:cubicBezTo>
                  <a:close/>
                  <a:moveTo>
                    <a:pt x="6" y="6"/>
                  </a:move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6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5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1" name="Freeform 1381"/>
            <p:cNvSpPr/>
            <p:nvPr>
              <p:custDataLst>
                <p:tags r:id="rId82"/>
              </p:custDataLst>
            </p:nvPr>
          </p:nvSpPr>
          <p:spPr bwMode="auto">
            <a:xfrm>
              <a:off x="4130676" y="7050088"/>
              <a:ext cx="26988" cy="25400"/>
            </a:xfrm>
            <a:custGeom>
              <a:avLst/>
              <a:gdLst>
                <a:gd name="T0" fmla="*/ 1 w 15"/>
                <a:gd name="T1" fmla="*/ 14 h 15"/>
                <a:gd name="T2" fmla="*/ 1 w 15"/>
                <a:gd name="T3" fmla="*/ 14 h 15"/>
                <a:gd name="T4" fmla="*/ 1 w 15"/>
                <a:gd name="T5" fmla="*/ 14 h 15"/>
                <a:gd name="T6" fmla="*/ 1 w 15"/>
                <a:gd name="T7" fmla="*/ 14 h 15"/>
                <a:gd name="T8" fmla="*/ 1 w 15"/>
                <a:gd name="T9" fmla="*/ 14 h 15"/>
                <a:gd name="T10" fmla="*/ 0 w 15"/>
                <a:gd name="T11" fmla="*/ 11 h 15"/>
                <a:gd name="T12" fmla="*/ 0 w 15"/>
                <a:gd name="T13" fmla="*/ 11 h 15"/>
                <a:gd name="T14" fmla="*/ 0 w 15"/>
                <a:gd name="T15" fmla="*/ 8 h 15"/>
                <a:gd name="T16" fmla="*/ 0 w 15"/>
                <a:gd name="T17" fmla="*/ 8 h 15"/>
                <a:gd name="T18" fmla="*/ 3 w 15"/>
                <a:gd name="T19" fmla="*/ 4 h 15"/>
                <a:gd name="T20" fmla="*/ 3 w 15"/>
                <a:gd name="T21" fmla="*/ 4 h 15"/>
                <a:gd name="T22" fmla="*/ 7 w 15"/>
                <a:gd name="T23" fmla="*/ 1 h 15"/>
                <a:gd name="T24" fmla="*/ 7 w 15"/>
                <a:gd name="T25" fmla="*/ 1 h 15"/>
                <a:gd name="T26" fmla="*/ 8 w 15"/>
                <a:gd name="T27" fmla="*/ 3 h 15"/>
                <a:gd name="T28" fmla="*/ 7 w 15"/>
                <a:gd name="T29" fmla="*/ 1 h 15"/>
                <a:gd name="T30" fmla="*/ 10 w 15"/>
                <a:gd name="T31" fmla="*/ 0 h 15"/>
                <a:gd name="T32" fmla="*/ 10 w 15"/>
                <a:gd name="T33" fmla="*/ 0 h 15"/>
                <a:gd name="T34" fmla="*/ 13 w 15"/>
                <a:gd name="T35" fmla="*/ 2 h 15"/>
                <a:gd name="T36" fmla="*/ 13 w 15"/>
                <a:gd name="T37" fmla="*/ 2 h 15"/>
                <a:gd name="T38" fmla="*/ 14 w 15"/>
                <a:gd name="T39" fmla="*/ 1 h 15"/>
                <a:gd name="T40" fmla="*/ 14 w 15"/>
                <a:gd name="T41" fmla="*/ 2 h 15"/>
                <a:gd name="T42" fmla="*/ 15 w 15"/>
                <a:gd name="T43" fmla="*/ 5 h 15"/>
                <a:gd name="T44" fmla="*/ 15 w 15"/>
                <a:gd name="T45" fmla="*/ 5 h 15"/>
                <a:gd name="T46" fmla="*/ 14 w 15"/>
                <a:gd name="T47" fmla="*/ 8 h 15"/>
                <a:gd name="T48" fmla="*/ 14 w 15"/>
                <a:gd name="T49" fmla="*/ 8 h 15"/>
                <a:gd name="T50" fmla="*/ 11 w 15"/>
                <a:gd name="T51" fmla="*/ 12 h 15"/>
                <a:gd name="T52" fmla="*/ 11 w 15"/>
                <a:gd name="T53" fmla="*/ 12 h 15"/>
                <a:gd name="T54" fmla="*/ 7 w 15"/>
                <a:gd name="T55" fmla="*/ 15 h 15"/>
                <a:gd name="T56" fmla="*/ 7 w 15"/>
                <a:gd name="T57" fmla="*/ 15 h 15"/>
                <a:gd name="T58" fmla="*/ 5 w 15"/>
                <a:gd name="T59" fmla="*/ 15 h 15"/>
                <a:gd name="T60" fmla="*/ 5 w 15"/>
                <a:gd name="T61" fmla="*/ 15 h 15"/>
                <a:gd name="T62" fmla="*/ 4 w 15"/>
                <a:gd name="T63" fmla="*/ 15 h 15"/>
                <a:gd name="T64" fmla="*/ 4 w 15"/>
                <a:gd name="T65" fmla="*/ 15 h 15"/>
                <a:gd name="T66" fmla="*/ 1 w 15"/>
                <a:gd name="T67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" h="15"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6"/>
                    <a:pt x="2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2"/>
                    <a:pt x="6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1"/>
                    <a:pt x="9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5" y="4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7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9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0" y="13"/>
                    <a:pt x="9" y="14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6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2" y="15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2" name="Freeform 1382"/>
            <p:cNvSpPr>
              <a:spLocks noEditPoints="1"/>
            </p:cNvSpPr>
            <p:nvPr>
              <p:custDataLst>
                <p:tags r:id="rId83"/>
              </p:custDataLst>
            </p:nvPr>
          </p:nvSpPr>
          <p:spPr bwMode="auto">
            <a:xfrm>
              <a:off x="4178301" y="7040563"/>
              <a:ext cx="49213" cy="28575"/>
            </a:xfrm>
            <a:custGeom>
              <a:avLst/>
              <a:gdLst>
                <a:gd name="T0" fmla="*/ 16 w 28"/>
                <a:gd name="T1" fmla="*/ 6 h 16"/>
                <a:gd name="T2" fmla="*/ 26 w 28"/>
                <a:gd name="T3" fmla="*/ 0 h 16"/>
                <a:gd name="T4" fmla="*/ 26 w 28"/>
                <a:gd name="T5" fmla="*/ 0 h 16"/>
                <a:gd name="T6" fmla="*/ 28 w 28"/>
                <a:gd name="T7" fmla="*/ 3 h 16"/>
                <a:gd name="T8" fmla="*/ 17 w 28"/>
                <a:gd name="T9" fmla="*/ 10 h 16"/>
                <a:gd name="T10" fmla="*/ 17 w 28"/>
                <a:gd name="T11" fmla="*/ 10 h 16"/>
                <a:gd name="T12" fmla="*/ 0 w 28"/>
                <a:gd name="T13" fmla="*/ 14 h 16"/>
                <a:gd name="T14" fmla="*/ 0 w 28"/>
                <a:gd name="T15" fmla="*/ 14 h 16"/>
                <a:gd name="T16" fmla="*/ 1 w 28"/>
                <a:gd name="T17" fmla="*/ 11 h 16"/>
                <a:gd name="T18" fmla="*/ 16 w 28"/>
                <a:gd name="T19" fmla="*/ 6 h 16"/>
                <a:gd name="T20" fmla="*/ 26 w 28"/>
                <a:gd name="T21" fmla="*/ 0 h 16"/>
                <a:gd name="T22" fmla="*/ 26 w 28"/>
                <a:gd name="T23" fmla="*/ 0 h 16"/>
                <a:gd name="T24" fmla="*/ 26 w 28"/>
                <a:gd name="T25" fmla="*/ 0 h 16"/>
                <a:gd name="T26" fmla="*/ 26 w 28"/>
                <a:gd name="T27" fmla="*/ 0 h 16"/>
                <a:gd name="T28" fmla="*/ 26 w 28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6">
                  <a:moveTo>
                    <a:pt x="16" y="6"/>
                  </a:moveTo>
                  <a:cubicBezTo>
                    <a:pt x="21" y="3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3" y="6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13"/>
                    <a:pt x="5" y="16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3" y="12"/>
                    <a:pt x="10" y="10"/>
                    <a:pt x="16" y="6"/>
                  </a:cubicBezTo>
                  <a:close/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3" name="Freeform 1383"/>
            <p:cNvSpPr>
              <a:spLocks noEditPoints="1"/>
            </p:cNvSpPr>
            <p:nvPr>
              <p:custDataLst>
                <p:tags r:id="rId84"/>
              </p:custDataLst>
            </p:nvPr>
          </p:nvSpPr>
          <p:spPr bwMode="auto">
            <a:xfrm>
              <a:off x="4173539" y="7035801"/>
              <a:ext cx="58738" cy="33338"/>
            </a:xfrm>
            <a:custGeom>
              <a:avLst/>
              <a:gdLst>
                <a:gd name="T0" fmla="*/ 2 w 34"/>
                <a:gd name="T1" fmla="*/ 19 h 19"/>
                <a:gd name="T2" fmla="*/ 0 w 34"/>
                <a:gd name="T3" fmla="*/ 18 h 19"/>
                <a:gd name="T4" fmla="*/ 4 w 34"/>
                <a:gd name="T5" fmla="*/ 11 h 19"/>
                <a:gd name="T6" fmla="*/ 6 w 34"/>
                <a:gd name="T7" fmla="*/ 12 h 19"/>
                <a:gd name="T8" fmla="*/ 6 w 34"/>
                <a:gd name="T9" fmla="*/ 12 h 19"/>
                <a:gd name="T10" fmla="*/ 6 w 34"/>
                <a:gd name="T11" fmla="*/ 12 h 19"/>
                <a:gd name="T12" fmla="*/ 6 w 34"/>
                <a:gd name="T13" fmla="*/ 12 h 19"/>
                <a:gd name="T14" fmla="*/ 6 w 34"/>
                <a:gd name="T15" fmla="*/ 12 h 19"/>
                <a:gd name="T16" fmla="*/ 6 w 34"/>
                <a:gd name="T17" fmla="*/ 12 h 19"/>
                <a:gd name="T18" fmla="*/ 18 w 34"/>
                <a:gd name="T19" fmla="*/ 8 h 19"/>
                <a:gd name="T20" fmla="*/ 18 w 34"/>
                <a:gd name="T21" fmla="*/ 8 h 19"/>
                <a:gd name="T22" fmla="*/ 19 w 34"/>
                <a:gd name="T23" fmla="*/ 9 h 19"/>
                <a:gd name="T24" fmla="*/ 18 w 34"/>
                <a:gd name="T25" fmla="*/ 8 h 19"/>
                <a:gd name="T26" fmla="*/ 28 w 34"/>
                <a:gd name="T27" fmla="*/ 1 h 19"/>
                <a:gd name="T28" fmla="*/ 28 w 34"/>
                <a:gd name="T29" fmla="*/ 1 h 19"/>
                <a:gd name="T30" fmla="*/ 30 w 34"/>
                <a:gd name="T31" fmla="*/ 0 h 19"/>
                <a:gd name="T32" fmla="*/ 34 w 34"/>
                <a:gd name="T33" fmla="*/ 6 h 19"/>
                <a:gd name="T34" fmla="*/ 32 w 34"/>
                <a:gd name="T35" fmla="*/ 7 h 19"/>
                <a:gd name="T36" fmla="*/ 21 w 34"/>
                <a:gd name="T37" fmla="*/ 14 h 19"/>
                <a:gd name="T38" fmla="*/ 21 w 34"/>
                <a:gd name="T39" fmla="*/ 14 h 19"/>
                <a:gd name="T40" fmla="*/ 6 w 34"/>
                <a:gd name="T41" fmla="*/ 19 h 19"/>
                <a:gd name="T42" fmla="*/ 6 w 34"/>
                <a:gd name="T43" fmla="*/ 19 h 19"/>
                <a:gd name="T44" fmla="*/ 6 w 34"/>
                <a:gd name="T45" fmla="*/ 19 h 19"/>
                <a:gd name="T46" fmla="*/ 6 w 34"/>
                <a:gd name="T47" fmla="*/ 19 h 19"/>
                <a:gd name="T48" fmla="*/ 2 w 34"/>
                <a:gd name="T49" fmla="*/ 19 h 19"/>
                <a:gd name="T50" fmla="*/ 29 w 34"/>
                <a:gd name="T51" fmla="*/ 3 h 19"/>
                <a:gd name="T52" fmla="*/ 31 w 34"/>
                <a:gd name="T53" fmla="*/ 1 h 19"/>
                <a:gd name="T54" fmla="*/ 29 w 34"/>
                <a:gd name="T55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19">
                  <a:moveTo>
                    <a:pt x="2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12"/>
                    <a:pt x="13" y="10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3" y="5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7"/>
                    <a:pt x="27" y="11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6" y="17"/>
                    <a:pt x="11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9"/>
                    <a:pt x="3" y="19"/>
                    <a:pt x="2" y="19"/>
                  </a:cubicBezTo>
                  <a:close/>
                  <a:moveTo>
                    <a:pt x="29" y="3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29" y="3"/>
                    <a:pt x="29" y="3"/>
                    <a:pt x="29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4" name="Freeform 1384"/>
            <p:cNvSpPr>
              <a:spLocks noEditPoints="1"/>
            </p:cNvSpPr>
            <p:nvPr>
              <p:custDataLst>
                <p:tags r:id="rId85"/>
              </p:custDataLst>
            </p:nvPr>
          </p:nvSpPr>
          <p:spPr bwMode="auto">
            <a:xfrm>
              <a:off x="4079876" y="7042151"/>
              <a:ext cx="30163" cy="19050"/>
            </a:xfrm>
            <a:custGeom>
              <a:avLst/>
              <a:gdLst>
                <a:gd name="T0" fmla="*/ 3 w 17"/>
                <a:gd name="T1" fmla="*/ 0 h 11"/>
                <a:gd name="T2" fmla="*/ 4 w 17"/>
                <a:gd name="T3" fmla="*/ 2 h 11"/>
                <a:gd name="T4" fmla="*/ 4 w 17"/>
                <a:gd name="T5" fmla="*/ 2 h 11"/>
                <a:gd name="T6" fmla="*/ 12 w 17"/>
                <a:gd name="T7" fmla="*/ 6 h 11"/>
                <a:gd name="T8" fmla="*/ 12 w 17"/>
                <a:gd name="T9" fmla="*/ 6 h 11"/>
                <a:gd name="T10" fmla="*/ 17 w 17"/>
                <a:gd name="T11" fmla="*/ 8 h 11"/>
                <a:gd name="T12" fmla="*/ 17 w 17"/>
                <a:gd name="T13" fmla="*/ 8 h 11"/>
                <a:gd name="T14" fmla="*/ 17 w 17"/>
                <a:gd name="T15" fmla="*/ 11 h 11"/>
                <a:gd name="T16" fmla="*/ 2 w 17"/>
                <a:gd name="T17" fmla="*/ 5 h 11"/>
                <a:gd name="T18" fmla="*/ 2 w 17"/>
                <a:gd name="T19" fmla="*/ 5 h 11"/>
                <a:gd name="T20" fmla="*/ 0 w 17"/>
                <a:gd name="T21" fmla="*/ 1 h 11"/>
                <a:gd name="T22" fmla="*/ 0 w 17"/>
                <a:gd name="T23" fmla="*/ 1 h 11"/>
                <a:gd name="T24" fmla="*/ 3 w 17"/>
                <a:gd name="T25" fmla="*/ 0 h 11"/>
                <a:gd name="T26" fmla="*/ 17 w 17"/>
                <a:gd name="T27" fmla="*/ 8 h 11"/>
                <a:gd name="T28" fmla="*/ 17 w 17"/>
                <a:gd name="T29" fmla="*/ 8 h 11"/>
                <a:gd name="T30" fmla="*/ 17 w 17"/>
                <a:gd name="T31" fmla="*/ 8 h 11"/>
                <a:gd name="T32" fmla="*/ 17 w 17"/>
                <a:gd name="T33" fmla="*/ 8 h 11"/>
                <a:gd name="T34" fmla="*/ 17 w 17"/>
                <a:gd name="T35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11">
                  <a:moveTo>
                    <a:pt x="3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4"/>
                    <a:pt x="9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5" y="7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6" y="11"/>
                    <a:pt x="7" y="10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3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lose/>
                  <a:moveTo>
                    <a:pt x="17" y="8"/>
                  </a:move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5" name="Freeform 1385"/>
            <p:cNvSpPr>
              <a:spLocks noEditPoints="1"/>
            </p:cNvSpPr>
            <p:nvPr>
              <p:custDataLst>
                <p:tags r:id="rId86"/>
              </p:custDataLst>
            </p:nvPr>
          </p:nvSpPr>
          <p:spPr bwMode="auto">
            <a:xfrm>
              <a:off x="4075114" y="7038976"/>
              <a:ext cx="39688" cy="30163"/>
            </a:xfrm>
            <a:custGeom>
              <a:avLst/>
              <a:gdLst>
                <a:gd name="T0" fmla="*/ 19 w 23"/>
                <a:gd name="T1" fmla="*/ 15 h 17"/>
                <a:gd name="T2" fmla="*/ 19 w 23"/>
                <a:gd name="T3" fmla="*/ 15 h 17"/>
                <a:gd name="T4" fmla="*/ 19 w 23"/>
                <a:gd name="T5" fmla="*/ 15 h 17"/>
                <a:gd name="T6" fmla="*/ 17 w 23"/>
                <a:gd name="T7" fmla="*/ 15 h 17"/>
                <a:gd name="T8" fmla="*/ 17 w 23"/>
                <a:gd name="T9" fmla="*/ 15 h 17"/>
                <a:gd name="T10" fmla="*/ 13 w 23"/>
                <a:gd name="T11" fmla="*/ 14 h 17"/>
                <a:gd name="T12" fmla="*/ 13 w 23"/>
                <a:gd name="T13" fmla="*/ 14 h 17"/>
                <a:gd name="T14" fmla="*/ 4 w 23"/>
                <a:gd name="T15" fmla="*/ 8 h 17"/>
                <a:gd name="T16" fmla="*/ 4 w 23"/>
                <a:gd name="T17" fmla="*/ 8 h 17"/>
                <a:gd name="T18" fmla="*/ 1 w 23"/>
                <a:gd name="T19" fmla="*/ 4 h 17"/>
                <a:gd name="T20" fmla="*/ 1 w 23"/>
                <a:gd name="T21" fmla="*/ 4 h 17"/>
                <a:gd name="T22" fmla="*/ 0 w 23"/>
                <a:gd name="T23" fmla="*/ 2 h 17"/>
                <a:gd name="T24" fmla="*/ 2 w 23"/>
                <a:gd name="T25" fmla="*/ 1 h 17"/>
                <a:gd name="T26" fmla="*/ 5 w 23"/>
                <a:gd name="T27" fmla="*/ 0 h 17"/>
                <a:gd name="T28" fmla="*/ 7 w 23"/>
                <a:gd name="T29" fmla="*/ 0 h 17"/>
                <a:gd name="T30" fmla="*/ 8 w 23"/>
                <a:gd name="T31" fmla="*/ 2 h 17"/>
                <a:gd name="T32" fmla="*/ 9 w 23"/>
                <a:gd name="T33" fmla="*/ 3 h 17"/>
                <a:gd name="T34" fmla="*/ 9 w 23"/>
                <a:gd name="T35" fmla="*/ 3 h 17"/>
                <a:gd name="T36" fmla="*/ 16 w 23"/>
                <a:gd name="T37" fmla="*/ 7 h 17"/>
                <a:gd name="T38" fmla="*/ 16 w 23"/>
                <a:gd name="T39" fmla="*/ 7 h 17"/>
                <a:gd name="T40" fmla="*/ 21 w 23"/>
                <a:gd name="T41" fmla="*/ 8 h 17"/>
                <a:gd name="T42" fmla="*/ 21 w 23"/>
                <a:gd name="T43" fmla="*/ 8 h 17"/>
                <a:gd name="T44" fmla="*/ 23 w 23"/>
                <a:gd name="T45" fmla="*/ 8 h 17"/>
                <a:gd name="T46" fmla="*/ 21 w 23"/>
                <a:gd name="T47" fmla="*/ 17 h 17"/>
                <a:gd name="T48" fmla="*/ 19 w 23"/>
                <a:gd name="T49" fmla="*/ 15 h 17"/>
                <a:gd name="T50" fmla="*/ 20 w 23"/>
                <a:gd name="T51" fmla="*/ 10 h 17"/>
                <a:gd name="T52" fmla="*/ 22 w 23"/>
                <a:gd name="T53" fmla="*/ 9 h 17"/>
                <a:gd name="T54" fmla="*/ 20 w 23"/>
                <a:gd name="T55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" h="17">
                  <a:moveTo>
                    <a:pt x="19" y="15"/>
                  </a:move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8" y="15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0" y="13"/>
                    <a:pt x="6" y="11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7"/>
                    <a:pt x="1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4"/>
                    <a:pt x="13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8" y="7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19" y="15"/>
                    <a:pt x="19" y="15"/>
                    <a:pt x="19" y="15"/>
                  </a:cubicBezTo>
                  <a:close/>
                  <a:moveTo>
                    <a:pt x="20" y="10"/>
                  </a:moveTo>
                  <a:cubicBezTo>
                    <a:pt x="22" y="9"/>
                    <a:pt x="22" y="9"/>
                    <a:pt x="22" y="9"/>
                  </a:cubicBezTo>
                  <a:cubicBezTo>
                    <a:pt x="20" y="10"/>
                    <a:pt x="20" y="10"/>
                    <a:pt x="2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6" name="Freeform 1386"/>
            <p:cNvSpPr/>
            <p:nvPr>
              <p:custDataLst>
                <p:tags r:id="rId87"/>
              </p:custDataLst>
            </p:nvPr>
          </p:nvSpPr>
          <p:spPr bwMode="auto">
            <a:xfrm>
              <a:off x="4176714" y="6988176"/>
              <a:ext cx="9525" cy="9525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2 w 6"/>
                <a:gd name="T5" fmla="*/ 6 h 6"/>
                <a:gd name="T6" fmla="*/ 0 w 6"/>
                <a:gd name="T7" fmla="*/ 4 h 6"/>
                <a:gd name="T8" fmla="*/ 3 w 6"/>
                <a:gd name="T9" fmla="*/ 0 h 6"/>
                <a:gd name="T10" fmla="*/ 3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lnTo>
                    <a:pt x="6" y="3"/>
                  </a:lnTo>
                  <a:lnTo>
                    <a:pt x="2" y="6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7" name="Freeform 1387"/>
            <p:cNvSpPr/>
            <p:nvPr>
              <p:custDataLst>
                <p:tags r:id="rId88"/>
              </p:custDataLst>
            </p:nvPr>
          </p:nvSpPr>
          <p:spPr bwMode="auto">
            <a:xfrm>
              <a:off x="4170364" y="6983413"/>
              <a:ext cx="20638" cy="19050"/>
            </a:xfrm>
            <a:custGeom>
              <a:avLst/>
              <a:gdLst>
                <a:gd name="T0" fmla="*/ 0 w 13"/>
                <a:gd name="T1" fmla="*/ 7 h 12"/>
                <a:gd name="T2" fmla="*/ 6 w 13"/>
                <a:gd name="T3" fmla="*/ 1 h 12"/>
                <a:gd name="T4" fmla="*/ 7 w 13"/>
                <a:gd name="T5" fmla="*/ 0 h 12"/>
                <a:gd name="T6" fmla="*/ 13 w 13"/>
                <a:gd name="T7" fmla="*/ 6 h 12"/>
                <a:gd name="T8" fmla="*/ 6 w 13"/>
                <a:gd name="T9" fmla="*/ 12 h 12"/>
                <a:gd name="T10" fmla="*/ 0 w 13"/>
                <a:gd name="T11" fmla="*/ 7 h 12"/>
                <a:gd name="T12" fmla="*/ 0 w 13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2">
                  <a:moveTo>
                    <a:pt x="0" y="7"/>
                  </a:moveTo>
                  <a:lnTo>
                    <a:pt x="6" y="1"/>
                  </a:lnTo>
                  <a:lnTo>
                    <a:pt x="7" y="0"/>
                  </a:lnTo>
                  <a:lnTo>
                    <a:pt x="13" y="6"/>
                  </a:lnTo>
                  <a:lnTo>
                    <a:pt x="6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8" name="Freeform 1388"/>
            <p:cNvSpPr/>
            <p:nvPr>
              <p:custDataLst>
                <p:tags r:id="rId89"/>
              </p:custDataLst>
            </p:nvPr>
          </p:nvSpPr>
          <p:spPr bwMode="auto">
            <a:xfrm>
              <a:off x="4121151" y="6983413"/>
              <a:ext cx="7938" cy="9525"/>
            </a:xfrm>
            <a:custGeom>
              <a:avLst/>
              <a:gdLst>
                <a:gd name="T0" fmla="*/ 2 w 5"/>
                <a:gd name="T1" fmla="*/ 0 h 6"/>
                <a:gd name="T2" fmla="*/ 5 w 5"/>
                <a:gd name="T3" fmla="*/ 3 h 6"/>
                <a:gd name="T4" fmla="*/ 2 w 5"/>
                <a:gd name="T5" fmla="*/ 6 h 6"/>
                <a:gd name="T6" fmla="*/ 0 w 5"/>
                <a:gd name="T7" fmla="*/ 3 h 6"/>
                <a:gd name="T8" fmla="*/ 2 w 5"/>
                <a:gd name="T9" fmla="*/ 0 h 6"/>
                <a:gd name="T10" fmla="*/ 2 w 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lnTo>
                    <a:pt x="5" y="3"/>
                  </a:lnTo>
                  <a:lnTo>
                    <a:pt x="2" y="6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9" name="Freeform 1389"/>
            <p:cNvSpPr/>
            <p:nvPr>
              <p:custDataLst>
                <p:tags r:id="rId90"/>
              </p:custDataLst>
            </p:nvPr>
          </p:nvSpPr>
          <p:spPr bwMode="auto">
            <a:xfrm>
              <a:off x="4114801" y="6978651"/>
              <a:ext cx="19050" cy="19050"/>
            </a:xfrm>
            <a:custGeom>
              <a:avLst/>
              <a:gdLst>
                <a:gd name="T0" fmla="*/ 0 w 12"/>
                <a:gd name="T1" fmla="*/ 6 h 12"/>
                <a:gd name="T2" fmla="*/ 5 w 12"/>
                <a:gd name="T3" fmla="*/ 2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2 h 12"/>
                <a:gd name="T10" fmla="*/ 0 w 12"/>
                <a:gd name="T11" fmla="*/ 6 h 12"/>
                <a:gd name="T12" fmla="*/ 0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5" y="2"/>
                  </a:lnTo>
                  <a:lnTo>
                    <a:pt x="6" y="0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0" name="Freeform 1390"/>
            <p:cNvSpPr/>
            <p:nvPr>
              <p:custDataLst>
                <p:tags r:id="rId91"/>
              </p:custDataLst>
            </p:nvPr>
          </p:nvSpPr>
          <p:spPr bwMode="auto">
            <a:xfrm>
              <a:off x="4167189" y="6862763"/>
              <a:ext cx="44450" cy="50800"/>
            </a:xfrm>
            <a:custGeom>
              <a:avLst/>
              <a:gdLst>
                <a:gd name="T0" fmla="*/ 3 w 25"/>
                <a:gd name="T1" fmla="*/ 11 h 29"/>
                <a:gd name="T2" fmla="*/ 15 w 25"/>
                <a:gd name="T3" fmla="*/ 3 h 29"/>
                <a:gd name="T4" fmla="*/ 15 w 25"/>
                <a:gd name="T5" fmla="*/ 3 h 29"/>
                <a:gd name="T6" fmla="*/ 23 w 25"/>
                <a:gd name="T7" fmla="*/ 2 h 29"/>
                <a:gd name="T8" fmla="*/ 23 w 25"/>
                <a:gd name="T9" fmla="*/ 2 h 29"/>
                <a:gd name="T10" fmla="*/ 23 w 25"/>
                <a:gd name="T11" fmla="*/ 7 h 29"/>
                <a:gd name="T12" fmla="*/ 23 w 25"/>
                <a:gd name="T13" fmla="*/ 7 h 29"/>
                <a:gd name="T14" fmla="*/ 21 w 25"/>
                <a:gd name="T15" fmla="*/ 12 h 29"/>
                <a:gd name="T16" fmla="*/ 21 w 25"/>
                <a:gd name="T17" fmla="*/ 12 h 29"/>
                <a:gd name="T18" fmla="*/ 16 w 25"/>
                <a:gd name="T19" fmla="*/ 18 h 29"/>
                <a:gd name="T20" fmla="*/ 16 w 25"/>
                <a:gd name="T21" fmla="*/ 18 h 29"/>
                <a:gd name="T22" fmla="*/ 16 w 25"/>
                <a:gd name="T23" fmla="*/ 18 h 29"/>
                <a:gd name="T24" fmla="*/ 13 w 25"/>
                <a:gd name="T25" fmla="*/ 16 h 29"/>
                <a:gd name="T26" fmla="*/ 17 w 25"/>
                <a:gd name="T27" fmla="*/ 12 h 29"/>
                <a:gd name="T28" fmla="*/ 17 w 25"/>
                <a:gd name="T29" fmla="*/ 12 h 29"/>
                <a:gd name="T30" fmla="*/ 20 w 25"/>
                <a:gd name="T31" fmla="*/ 5 h 29"/>
                <a:gd name="T32" fmla="*/ 20 w 25"/>
                <a:gd name="T33" fmla="*/ 5 h 29"/>
                <a:gd name="T34" fmla="*/ 20 w 25"/>
                <a:gd name="T35" fmla="*/ 5 h 29"/>
                <a:gd name="T36" fmla="*/ 20 w 25"/>
                <a:gd name="T37" fmla="*/ 5 h 29"/>
                <a:gd name="T38" fmla="*/ 20 w 25"/>
                <a:gd name="T39" fmla="*/ 5 h 29"/>
                <a:gd name="T40" fmla="*/ 20 w 25"/>
                <a:gd name="T41" fmla="*/ 5 h 29"/>
                <a:gd name="T42" fmla="*/ 17 w 25"/>
                <a:gd name="T43" fmla="*/ 6 h 29"/>
                <a:gd name="T44" fmla="*/ 17 w 25"/>
                <a:gd name="T45" fmla="*/ 6 h 29"/>
                <a:gd name="T46" fmla="*/ 6 w 25"/>
                <a:gd name="T47" fmla="*/ 13 h 29"/>
                <a:gd name="T48" fmla="*/ 6 w 25"/>
                <a:gd name="T49" fmla="*/ 13 h 29"/>
                <a:gd name="T50" fmla="*/ 4 w 25"/>
                <a:gd name="T51" fmla="*/ 18 h 29"/>
                <a:gd name="T52" fmla="*/ 4 w 25"/>
                <a:gd name="T53" fmla="*/ 18 h 29"/>
                <a:gd name="T54" fmla="*/ 5 w 25"/>
                <a:gd name="T55" fmla="*/ 29 h 29"/>
                <a:gd name="T56" fmla="*/ 5 w 25"/>
                <a:gd name="T57" fmla="*/ 29 h 29"/>
                <a:gd name="T58" fmla="*/ 1 w 25"/>
                <a:gd name="T59" fmla="*/ 29 h 29"/>
                <a:gd name="T60" fmla="*/ 0 w 25"/>
                <a:gd name="T61" fmla="*/ 18 h 29"/>
                <a:gd name="T62" fmla="*/ 0 w 25"/>
                <a:gd name="T63" fmla="*/ 18 h 29"/>
                <a:gd name="T64" fmla="*/ 3 w 25"/>
                <a:gd name="T65" fmla="*/ 11 h 29"/>
                <a:gd name="T66" fmla="*/ 3 w 25"/>
                <a:gd name="T67" fmla="*/ 11 h 29"/>
                <a:gd name="T68" fmla="*/ 3 w 25"/>
                <a:gd name="T69" fmla="*/ 1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29">
                  <a:moveTo>
                    <a:pt x="3" y="11"/>
                  </a:moveTo>
                  <a:cubicBezTo>
                    <a:pt x="5" y="8"/>
                    <a:pt x="9" y="6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9" y="1"/>
                    <a:pt x="21" y="0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5" y="4"/>
                    <a:pt x="24" y="5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9"/>
                    <a:pt x="22" y="10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8" y="15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14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9"/>
                    <a:pt x="20" y="6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9" y="5"/>
                    <a:pt x="18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1" y="9"/>
                    <a:pt x="8" y="11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3" y="16"/>
                    <a:pt x="4" y="16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21"/>
                    <a:pt x="5" y="29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0" y="21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0" y="14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1" name="Freeform 1391"/>
            <p:cNvSpPr>
              <a:spLocks noEditPoints="1"/>
            </p:cNvSpPr>
            <p:nvPr>
              <p:custDataLst>
                <p:tags r:id="rId92"/>
              </p:custDataLst>
            </p:nvPr>
          </p:nvSpPr>
          <p:spPr bwMode="auto">
            <a:xfrm>
              <a:off x="4164014" y="6861176"/>
              <a:ext cx="49213" cy="55563"/>
            </a:xfrm>
            <a:custGeom>
              <a:avLst/>
              <a:gdLst>
                <a:gd name="T0" fmla="*/ 1 w 28"/>
                <a:gd name="T1" fmla="*/ 30 h 32"/>
                <a:gd name="T2" fmla="*/ 1 w 28"/>
                <a:gd name="T3" fmla="*/ 30 h 32"/>
                <a:gd name="T4" fmla="*/ 1 w 28"/>
                <a:gd name="T5" fmla="*/ 29 h 32"/>
                <a:gd name="T6" fmla="*/ 1 w 28"/>
                <a:gd name="T7" fmla="*/ 26 h 32"/>
                <a:gd name="T8" fmla="*/ 0 w 28"/>
                <a:gd name="T9" fmla="*/ 19 h 32"/>
                <a:gd name="T10" fmla="*/ 0 w 28"/>
                <a:gd name="T11" fmla="*/ 18 h 32"/>
                <a:gd name="T12" fmla="*/ 4 w 28"/>
                <a:gd name="T13" fmla="*/ 10 h 32"/>
                <a:gd name="T14" fmla="*/ 4 w 28"/>
                <a:gd name="T15" fmla="*/ 10 h 32"/>
                <a:gd name="T16" fmla="*/ 16 w 28"/>
                <a:gd name="T17" fmla="*/ 2 h 32"/>
                <a:gd name="T18" fmla="*/ 23 w 28"/>
                <a:gd name="T19" fmla="*/ 0 h 32"/>
                <a:gd name="T20" fmla="*/ 26 w 28"/>
                <a:gd name="T21" fmla="*/ 1 h 32"/>
                <a:gd name="T22" fmla="*/ 26 w 28"/>
                <a:gd name="T23" fmla="*/ 2 h 32"/>
                <a:gd name="T24" fmla="*/ 28 w 28"/>
                <a:gd name="T25" fmla="*/ 5 h 32"/>
                <a:gd name="T26" fmla="*/ 27 w 28"/>
                <a:gd name="T27" fmla="*/ 9 h 32"/>
                <a:gd name="T28" fmla="*/ 24 w 28"/>
                <a:gd name="T29" fmla="*/ 14 h 32"/>
                <a:gd name="T30" fmla="*/ 20 w 28"/>
                <a:gd name="T31" fmla="*/ 20 h 32"/>
                <a:gd name="T32" fmla="*/ 19 w 28"/>
                <a:gd name="T33" fmla="*/ 21 h 32"/>
                <a:gd name="T34" fmla="*/ 17 w 28"/>
                <a:gd name="T35" fmla="*/ 21 h 32"/>
                <a:gd name="T36" fmla="*/ 14 w 28"/>
                <a:gd name="T37" fmla="*/ 16 h 32"/>
                <a:gd name="T38" fmla="*/ 17 w 28"/>
                <a:gd name="T39" fmla="*/ 11 h 32"/>
                <a:gd name="T40" fmla="*/ 18 w 28"/>
                <a:gd name="T41" fmla="*/ 10 h 32"/>
                <a:gd name="T42" fmla="*/ 9 w 28"/>
                <a:gd name="T43" fmla="*/ 15 h 32"/>
                <a:gd name="T44" fmla="*/ 8 w 28"/>
                <a:gd name="T45" fmla="*/ 18 h 32"/>
                <a:gd name="T46" fmla="*/ 8 w 28"/>
                <a:gd name="T47" fmla="*/ 19 h 32"/>
                <a:gd name="T48" fmla="*/ 8 w 28"/>
                <a:gd name="T49" fmla="*/ 19 h 32"/>
                <a:gd name="T50" fmla="*/ 9 w 28"/>
                <a:gd name="T51" fmla="*/ 30 h 32"/>
                <a:gd name="T52" fmla="*/ 1 w 28"/>
                <a:gd name="T53" fmla="*/ 32 h 32"/>
                <a:gd name="T54" fmla="*/ 6 w 28"/>
                <a:gd name="T55" fmla="*/ 13 h 32"/>
                <a:gd name="T56" fmla="*/ 6 w 28"/>
                <a:gd name="T57" fmla="*/ 13 h 32"/>
                <a:gd name="T58" fmla="*/ 6 w 28"/>
                <a:gd name="T59" fmla="*/ 13 h 32"/>
                <a:gd name="T60" fmla="*/ 23 w 28"/>
                <a:gd name="T61" fmla="*/ 8 h 32"/>
                <a:gd name="T62" fmla="*/ 23 w 28"/>
                <a:gd name="T63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32"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8"/>
                    <a:pt x="1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1" y="13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6" y="8"/>
                    <a:pt x="10" y="5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8" y="1"/>
                    <a:pt x="2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4" y="0"/>
                    <a:pt x="25" y="1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8" y="4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7"/>
                    <a:pt x="27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10"/>
                    <a:pt x="25" y="12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7"/>
                    <a:pt x="20" y="19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5" y="14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2"/>
                    <a:pt x="11" y="14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8" y="17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1"/>
                    <a:pt x="9" y="29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0"/>
                    <a:pt x="1" y="30"/>
                    <a:pt x="1" y="30"/>
                  </a:cubicBezTo>
                  <a:close/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lose/>
                  <a:moveTo>
                    <a:pt x="23" y="8"/>
                  </a:move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2" name="Freeform 1392"/>
            <p:cNvSpPr/>
            <p:nvPr>
              <p:custDataLst>
                <p:tags r:id="rId93"/>
              </p:custDataLst>
            </p:nvPr>
          </p:nvSpPr>
          <p:spPr bwMode="auto">
            <a:xfrm>
              <a:off x="4133851" y="6835776"/>
              <a:ext cx="44450" cy="79375"/>
            </a:xfrm>
            <a:custGeom>
              <a:avLst/>
              <a:gdLst>
                <a:gd name="T0" fmla="*/ 15 w 25"/>
                <a:gd name="T1" fmla="*/ 1 h 46"/>
                <a:gd name="T2" fmla="*/ 21 w 25"/>
                <a:gd name="T3" fmla="*/ 2 h 46"/>
                <a:gd name="T4" fmla="*/ 21 w 25"/>
                <a:gd name="T5" fmla="*/ 2 h 46"/>
                <a:gd name="T6" fmla="*/ 22 w 25"/>
                <a:gd name="T7" fmla="*/ 3 h 46"/>
                <a:gd name="T8" fmla="*/ 22 w 25"/>
                <a:gd name="T9" fmla="*/ 3 h 46"/>
                <a:gd name="T10" fmla="*/ 25 w 25"/>
                <a:gd name="T11" fmla="*/ 10 h 46"/>
                <a:gd name="T12" fmla="*/ 25 w 25"/>
                <a:gd name="T13" fmla="*/ 10 h 46"/>
                <a:gd name="T14" fmla="*/ 22 w 25"/>
                <a:gd name="T15" fmla="*/ 16 h 46"/>
                <a:gd name="T16" fmla="*/ 22 w 25"/>
                <a:gd name="T17" fmla="*/ 16 h 46"/>
                <a:gd name="T18" fmla="*/ 19 w 25"/>
                <a:gd name="T19" fmla="*/ 20 h 46"/>
                <a:gd name="T20" fmla="*/ 19 w 25"/>
                <a:gd name="T21" fmla="*/ 20 h 46"/>
                <a:gd name="T22" fmla="*/ 16 w 25"/>
                <a:gd name="T23" fmla="*/ 23 h 46"/>
                <a:gd name="T24" fmla="*/ 16 w 25"/>
                <a:gd name="T25" fmla="*/ 23 h 46"/>
                <a:gd name="T26" fmla="*/ 13 w 25"/>
                <a:gd name="T27" fmla="*/ 20 h 46"/>
                <a:gd name="T28" fmla="*/ 16 w 25"/>
                <a:gd name="T29" fmla="*/ 17 h 46"/>
                <a:gd name="T30" fmla="*/ 16 w 25"/>
                <a:gd name="T31" fmla="*/ 17 h 46"/>
                <a:gd name="T32" fmla="*/ 19 w 25"/>
                <a:gd name="T33" fmla="*/ 14 h 46"/>
                <a:gd name="T34" fmla="*/ 19 w 25"/>
                <a:gd name="T35" fmla="*/ 14 h 46"/>
                <a:gd name="T36" fmla="*/ 22 w 25"/>
                <a:gd name="T37" fmla="*/ 10 h 46"/>
                <a:gd name="T38" fmla="*/ 22 w 25"/>
                <a:gd name="T39" fmla="*/ 10 h 46"/>
                <a:gd name="T40" fmla="*/ 19 w 25"/>
                <a:gd name="T41" fmla="*/ 5 h 46"/>
                <a:gd name="T42" fmla="*/ 19 w 25"/>
                <a:gd name="T43" fmla="*/ 5 h 46"/>
                <a:gd name="T44" fmla="*/ 19 w 25"/>
                <a:gd name="T45" fmla="*/ 5 h 46"/>
                <a:gd name="T46" fmla="*/ 19 w 25"/>
                <a:gd name="T47" fmla="*/ 5 h 46"/>
                <a:gd name="T48" fmla="*/ 16 w 25"/>
                <a:gd name="T49" fmla="*/ 4 h 46"/>
                <a:gd name="T50" fmla="*/ 16 w 25"/>
                <a:gd name="T51" fmla="*/ 4 h 46"/>
                <a:gd name="T52" fmla="*/ 12 w 25"/>
                <a:gd name="T53" fmla="*/ 7 h 46"/>
                <a:gd name="T54" fmla="*/ 12 w 25"/>
                <a:gd name="T55" fmla="*/ 7 h 46"/>
                <a:gd name="T56" fmla="*/ 6 w 25"/>
                <a:gd name="T57" fmla="*/ 14 h 46"/>
                <a:gd name="T58" fmla="*/ 6 w 25"/>
                <a:gd name="T59" fmla="*/ 14 h 46"/>
                <a:gd name="T60" fmla="*/ 7 w 25"/>
                <a:gd name="T61" fmla="*/ 31 h 46"/>
                <a:gd name="T62" fmla="*/ 7 w 25"/>
                <a:gd name="T63" fmla="*/ 31 h 46"/>
                <a:gd name="T64" fmla="*/ 11 w 25"/>
                <a:gd name="T65" fmla="*/ 45 h 46"/>
                <a:gd name="T66" fmla="*/ 11 w 25"/>
                <a:gd name="T67" fmla="*/ 45 h 46"/>
                <a:gd name="T68" fmla="*/ 8 w 25"/>
                <a:gd name="T69" fmla="*/ 46 h 46"/>
                <a:gd name="T70" fmla="*/ 4 w 25"/>
                <a:gd name="T71" fmla="*/ 32 h 46"/>
                <a:gd name="T72" fmla="*/ 4 w 25"/>
                <a:gd name="T73" fmla="*/ 32 h 46"/>
                <a:gd name="T74" fmla="*/ 4 w 25"/>
                <a:gd name="T75" fmla="*/ 11 h 46"/>
                <a:gd name="T76" fmla="*/ 4 w 25"/>
                <a:gd name="T77" fmla="*/ 11 h 46"/>
                <a:gd name="T78" fmla="*/ 9 w 25"/>
                <a:gd name="T79" fmla="*/ 5 h 46"/>
                <a:gd name="T80" fmla="*/ 9 w 25"/>
                <a:gd name="T81" fmla="*/ 5 h 46"/>
                <a:gd name="T82" fmla="*/ 15 w 25"/>
                <a:gd name="T83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" h="46">
                  <a:moveTo>
                    <a:pt x="15" y="1"/>
                  </a:moveTo>
                  <a:cubicBezTo>
                    <a:pt x="17" y="0"/>
                    <a:pt x="20" y="0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5"/>
                    <a:pt x="25" y="8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2"/>
                    <a:pt x="24" y="14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7"/>
                    <a:pt x="20" y="19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7" y="21"/>
                    <a:pt x="16" y="22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5" y="19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6"/>
                    <a:pt x="18" y="15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1" y="12"/>
                    <a:pt x="22" y="11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9"/>
                    <a:pt x="21" y="8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4"/>
                    <a:pt x="17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5"/>
                    <a:pt x="13" y="6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9"/>
                    <a:pt x="8" y="11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6"/>
                    <a:pt x="5" y="24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9" y="38"/>
                    <a:pt x="11" y="45"/>
                    <a:pt x="11" y="45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6"/>
                    <a:pt x="6" y="39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25"/>
                    <a:pt x="0" y="16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3"/>
                    <a:pt x="13" y="2"/>
                    <a:pt x="1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3" name="Freeform 1393"/>
            <p:cNvSpPr>
              <a:spLocks noEditPoints="1"/>
            </p:cNvSpPr>
            <p:nvPr>
              <p:custDataLst>
                <p:tags r:id="rId94"/>
              </p:custDataLst>
            </p:nvPr>
          </p:nvSpPr>
          <p:spPr bwMode="auto">
            <a:xfrm>
              <a:off x="4133851" y="6832601"/>
              <a:ext cx="47625" cy="87313"/>
            </a:xfrm>
            <a:custGeom>
              <a:avLst/>
              <a:gdLst>
                <a:gd name="T0" fmla="*/ 2 w 27"/>
                <a:gd name="T1" fmla="*/ 34 h 50"/>
                <a:gd name="T2" fmla="*/ 0 w 27"/>
                <a:gd name="T3" fmla="*/ 21 h 50"/>
                <a:gd name="T4" fmla="*/ 2 w 27"/>
                <a:gd name="T5" fmla="*/ 12 h 50"/>
                <a:gd name="T6" fmla="*/ 8 w 27"/>
                <a:gd name="T7" fmla="*/ 5 h 50"/>
                <a:gd name="T8" fmla="*/ 14 w 27"/>
                <a:gd name="T9" fmla="*/ 1 h 50"/>
                <a:gd name="T10" fmla="*/ 14 w 27"/>
                <a:gd name="T11" fmla="*/ 1 h 50"/>
                <a:gd name="T12" fmla="*/ 17 w 27"/>
                <a:gd name="T13" fmla="*/ 0 h 50"/>
                <a:gd name="T14" fmla="*/ 23 w 27"/>
                <a:gd name="T15" fmla="*/ 3 h 50"/>
                <a:gd name="T16" fmla="*/ 24 w 27"/>
                <a:gd name="T17" fmla="*/ 4 h 50"/>
                <a:gd name="T18" fmla="*/ 27 w 27"/>
                <a:gd name="T19" fmla="*/ 12 h 50"/>
                <a:gd name="T20" fmla="*/ 27 w 27"/>
                <a:gd name="T21" fmla="*/ 12 h 50"/>
                <a:gd name="T22" fmla="*/ 24 w 27"/>
                <a:gd name="T23" fmla="*/ 19 h 50"/>
                <a:gd name="T24" fmla="*/ 20 w 27"/>
                <a:gd name="T25" fmla="*/ 23 h 50"/>
                <a:gd name="T26" fmla="*/ 17 w 27"/>
                <a:gd name="T27" fmla="*/ 26 h 50"/>
                <a:gd name="T28" fmla="*/ 11 w 27"/>
                <a:gd name="T29" fmla="*/ 22 h 50"/>
                <a:gd name="T30" fmla="*/ 12 w 27"/>
                <a:gd name="T31" fmla="*/ 21 h 50"/>
                <a:gd name="T32" fmla="*/ 12 w 27"/>
                <a:gd name="T33" fmla="*/ 20 h 50"/>
                <a:gd name="T34" fmla="*/ 12 w 27"/>
                <a:gd name="T35" fmla="*/ 20 h 50"/>
                <a:gd name="T36" fmla="*/ 12 w 27"/>
                <a:gd name="T37" fmla="*/ 20 h 50"/>
                <a:gd name="T38" fmla="*/ 12 w 27"/>
                <a:gd name="T39" fmla="*/ 20 h 50"/>
                <a:gd name="T40" fmla="*/ 13 w 27"/>
                <a:gd name="T41" fmla="*/ 20 h 50"/>
                <a:gd name="T42" fmla="*/ 15 w 27"/>
                <a:gd name="T43" fmla="*/ 18 h 50"/>
                <a:gd name="T44" fmla="*/ 18 w 27"/>
                <a:gd name="T45" fmla="*/ 14 h 50"/>
                <a:gd name="T46" fmla="*/ 20 w 27"/>
                <a:gd name="T47" fmla="*/ 12 h 50"/>
                <a:gd name="T48" fmla="*/ 20 w 27"/>
                <a:gd name="T49" fmla="*/ 12 h 50"/>
                <a:gd name="T50" fmla="*/ 20 w 27"/>
                <a:gd name="T51" fmla="*/ 12 h 50"/>
                <a:gd name="T52" fmla="*/ 18 w 27"/>
                <a:gd name="T53" fmla="*/ 8 h 50"/>
                <a:gd name="T54" fmla="*/ 18 w 27"/>
                <a:gd name="T55" fmla="*/ 8 h 50"/>
                <a:gd name="T56" fmla="*/ 17 w 27"/>
                <a:gd name="T57" fmla="*/ 8 h 50"/>
                <a:gd name="T58" fmla="*/ 17 w 27"/>
                <a:gd name="T59" fmla="*/ 8 h 50"/>
                <a:gd name="T60" fmla="*/ 13 w 27"/>
                <a:gd name="T61" fmla="*/ 11 h 50"/>
                <a:gd name="T62" fmla="*/ 8 w 27"/>
                <a:gd name="T63" fmla="*/ 17 h 50"/>
                <a:gd name="T64" fmla="*/ 7 w 27"/>
                <a:gd name="T65" fmla="*/ 21 h 50"/>
                <a:gd name="T66" fmla="*/ 9 w 27"/>
                <a:gd name="T67" fmla="*/ 33 h 50"/>
                <a:gd name="T68" fmla="*/ 13 w 27"/>
                <a:gd name="T69" fmla="*/ 46 h 50"/>
                <a:gd name="T70" fmla="*/ 14 w 27"/>
                <a:gd name="T71" fmla="*/ 48 h 50"/>
                <a:gd name="T72" fmla="*/ 6 w 27"/>
                <a:gd name="T73" fmla="*/ 49 h 50"/>
                <a:gd name="T74" fmla="*/ 16 w 27"/>
                <a:gd name="T75" fmla="*/ 4 h 50"/>
                <a:gd name="T76" fmla="*/ 16 w 27"/>
                <a:gd name="T77" fmla="*/ 4 h 50"/>
                <a:gd name="T78" fmla="*/ 15 w 27"/>
                <a:gd name="T7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" h="50">
                  <a:moveTo>
                    <a:pt x="6" y="49"/>
                  </a:moveTo>
                  <a:cubicBezTo>
                    <a:pt x="6" y="48"/>
                    <a:pt x="4" y="42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0"/>
                    <a:pt x="0" y="25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8"/>
                    <a:pt x="0" y="15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6" y="7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4"/>
                    <a:pt x="12" y="2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6" y="6"/>
                    <a:pt x="27" y="9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5"/>
                    <a:pt x="25" y="17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2" y="21"/>
                    <a:pt x="21" y="22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5"/>
                    <a:pt x="17" y="26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0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9"/>
                    <a:pt x="14" y="19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7"/>
                    <a:pt x="17" y="16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19" y="13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19" y="10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4" y="9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1" y="12"/>
                    <a:pt x="10" y="14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7" y="19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4"/>
                    <a:pt x="8" y="29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1" y="40"/>
                    <a:pt x="13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6" y="49"/>
                    <a:pt x="6" y="49"/>
                    <a:pt x="6" y="49"/>
                  </a:cubicBezTo>
                  <a:close/>
                  <a:moveTo>
                    <a:pt x="15" y="4"/>
                  </a:moveTo>
                  <a:cubicBezTo>
                    <a:pt x="15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4"/>
                    <a:pt x="15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4" name="Freeform 1394"/>
            <p:cNvSpPr/>
            <p:nvPr>
              <p:custDataLst>
                <p:tags r:id="rId95"/>
              </p:custDataLst>
            </p:nvPr>
          </p:nvSpPr>
          <p:spPr bwMode="auto">
            <a:xfrm>
              <a:off x="4095751" y="7110413"/>
              <a:ext cx="123825" cy="106363"/>
            </a:xfrm>
            <a:custGeom>
              <a:avLst/>
              <a:gdLst>
                <a:gd name="T0" fmla="*/ 24 w 71"/>
                <a:gd name="T1" fmla="*/ 6 h 61"/>
                <a:gd name="T2" fmla="*/ 15 w 71"/>
                <a:gd name="T3" fmla="*/ 17 h 61"/>
                <a:gd name="T4" fmla="*/ 15 w 71"/>
                <a:gd name="T5" fmla="*/ 17 h 61"/>
                <a:gd name="T6" fmla="*/ 5 w 71"/>
                <a:gd name="T7" fmla="*/ 33 h 61"/>
                <a:gd name="T8" fmla="*/ 5 w 71"/>
                <a:gd name="T9" fmla="*/ 33 h 61"/>
                <a:gd name="T10" fmla="*/ 9 w 71"/>
                <a:gd name="T11" fmla="*/ 44 h 61"/>
                <a:gd name="T12" fmla="*/ 9 w 71"/>
                <a:gd name="T13" fmla="*/ 44 h 61"/>
                <a:gd name="T14" fmla="*/ 27 w 71"/>
                <a:gd name="T15" fmla="*/ 54 h 61"/>
                <a:gd name="T16" fmla="*/ 27 w 71"/>
                <a:gd name="T17" fmla="*/ 54 h 61"/>
                <a:gd name="T18" fmla="*/ 52 w 71"/>
                <a:gd name="T19" fmla="*/ 44 h 61"/>
                <a:gd name="T20" fmla="*/ 52 w 71"/>
                <a:gd name="T21" fmla="*/ 44 h 61"/>
                <a:gd name="T22" fmla="*/ 67 w 71"/>
                <a:gd name="T23" fmla="*/ 21 h 61"/>
                <a:gd name="T24" fmla="*/ 67 w 71"/>
                <a:gd name="T25" fmla="*/ 21 h 61"/>
                <a:gd name="T26" fmla="*/ 62 w 71"/>
                <a:gd name="T27" fmla="*/ 10 h 61"/>
                <a:gd name="T28" fmla="*/ 62 w 71"/>
                <a:gd name="T29" fmla="*/ 10 h 61"/>
                <a:gd name="T30" fmla="*/ 51 w 71"/>
                <a:gd name="T31" fmla="*/ 3 h 61"/>
                <a:gd name="T32" fmla="*/ 51 w 71"/>
                <a:gd name="T33" fmla="*/ 3 h 61"/>
                <a:gd name="T34" fmla="*/ 51 w 71"/>
                <a:gd name="T35" fmla="*/ 3 h 61"/>
                <a:gd name="T36" fmla="*/ 52 w 71"/>
                <a:gd name="T37" fmla="*/ 0 h 61"/>
                <a:gd name="T38" fmla="*/ 65 w 71"/>
                <a:gd name="T39" fmla="*/ 8 h 61"/>
                <a:gd name="T40" fmla="*/ 65 w 71"/>
                <a:gd name="T41" fmla="*/ 8 h 61"/>
                <a:gd name="T42" fmla="*/ 70 w 71"/>
                <a:gd name="T43" fmla="*/ 21 h 61"/>
                <a:gd name="T44" fmla="*/ 70 w 71"/>
                <a:gd name="T45" fmla="*/ 21 h 61"/>
                <a:gd name="T46" fmla="*/ 54 w 71"/>
                <a:gd name="T47" fmla="*/ 47 h 61"/>
                <a:gd name="T48" fmla="*/ 54 w 71"/>
                <a:gd name="T49" fmla="*/ 47 h 61"/>
                <a:gd name="T50" fmla="*/ 26 w 71"/>
                <a:gd name="T51" fmla="*/ 58 h 61"/>
                <a:gd name="T52" fmla="*/ 26 w 71"/>
                <a:gd name="T53" fmla="*/ 58 h 61"/>
                <a:gd name="T54" fmla="*/ 7 w 71"/>
                <a:gd name="T55" fmla="*/ 46 h 61"/>
                <a:gd name="T56" fmla="*/ 7 w 71"/>
                <a:gd name="T57" fmla="*/ 46 h 61"/>
                <a:gd name="T58" fmla="*/ 2 w 71"/>
                <a:gd name="T59" fmla="*/ 32 h 61"/>
                <a:gd name="T60" fmla="*/ 2 w 71"/>
                <a:gd name="T61" fmla="*/ 32 h 61"/>
                <a:gd name="T62" fmla="*/ 21 w 71"/>
                <a:gd name="T63" fmla="*/ 4 h 61"/>
                <a:gd name="T64" fmla="*/ 21 w 71"/>
                <a:gd name="T65" fmla="*/ 4 h 61"/>
                <a:gd name="T66" fmla="*/ 24 w 71"/>
                <a:gd name="T67" fmla="*/ 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61">
                  <a:moveTo>
                    <a:pt x="24" y="6"/>
                  </a:moveTo>
                  <a:cubicBezTo>
                    <a:pt x="24" y="6"/>
                    <a:pt x="20" y="11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1" y="22"/>
                    <a:pt x="6" y="29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4" y="36"/>
                    <a:pt x="5" y="40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3" y="48"/>
                    <a:pt x="19" y="51"/>
                    <a:pt x="27" y="54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35" y="57"/>
                    <a:pt x="44" y="52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9" y="36"/>
                    <a:pt x="66" y="26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17"/>
                    <a:pt x="66" y="14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58" y="6"/>
                    <a:pt x="51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60" y="3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8" y="11"/>
                    <a:pt x="71" y="16"/>
                    <a:pt x="70" y="21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69" y="28"/>
                    <a:pt x="62" y="38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46" y="55"/>
                    <a:pt x="36" y="61"/>
                    <a:pt x="26" y="58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18" y="54"/>
                    <a:pt x="11" y="51"/>
                    <a:pt x="7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2" y="42"/>
                    <a:pt x="0" y="37"/>
                    <a:pt x="2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4" y="23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6"/>
                    <a:pt x="24" y="6"/>
                    <a:pt x="2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5" name="Freeform 1395"/>
            <p:cNvSpPr>
              <a:spLocks noEditPoints="1"/>
            </p:cNvSpPr>
            <p:nvPr>
              <p:custDataLst>
                <p:tags r:id="rId96"/>
              </p:custDataLst>
            </p:nvPr>
          </p:nvSpPr>
          <p:spPr bwMode="auto">
            <a:xfrm>
              <a:off x="4094164" y="7105651"/>
              <a:ext cx="127000" cy="111125"/>
            </a:xfrm>
            <a:custGeom>
              <a:avLst/>
              <a:gdLst>
                <a:gd name="T0" fmla="*/ 6 w 73"/>
                <a:gd name="T1" fmla="*/ 51 h 64"/>
                <a:gd name="T2" fmla="*/ 0 w 73"/>
                <a:gd name="T3" fmla="*/ 38 h 64"/>
                <a:gd name="T4" fmla="*/ 1 w 73"/>
                <a:gd name="T5" fmla="*/ 34 h 64"/>
                <a:gd name="T6" fmla="*/ 21 w 73"/>
                <a:gd name="T7" fmla="*/ 6 h 64"/>
                <a:gd name="T8" fmla="*/ 22 w 73"/>
                <a:gd name="T9" fmla="*/ 3 h 64"/>
                <a:gd name="T10" fmla="*/ 26 w 73"/>
                <a:gd name="T11" fmla="*/ 8 h 64"/>
                <a:gd name="T12" fmla="*/ 26 w 73"/>
                <a:gd name="T13" fmla="*/ 8 h 64"/>
                <a:gd name="T14" fmla="*/ 27 w 73"/>
                <a:gd name="T15" fmla="*/ 10 h 64"/>
                <a:gd name="T16" fmla="*/ 27 w 73"/>
                <a:gd name="T17" fmla="*/ 10 h 64"/>
                <a:gd name="T18" fmla="*/ 27 w 73"/>
                <a:gd name="T19" fmla="*/ 10 h 64"/>
                <a:gd name="T20" fmla="*/ 27 w 73"/>
                <a:gd name="T21" fmla="*/ 10 h 64"/>
                <a:gd name="T22" fmla="*/ 27 w 73"/>
                <a:gd name="T23" fmla="*/ 10 h 64"/>
                <a:gd name="T24" fmla="*/ 26 w 73"/>
                <a:gd name="T25" fmla="*/ 11 h 64"/>
                <a:gd name="T26" fmla="*/ 26 w 73"/>
                <a:gd name="T27" fmla="*/ 11 h 64"/>
                <a:gd name="T28" fmla="*/ 24 w 73"/>
                <a:gd name="T29" fmla="*/ 13 h 64"/>
                <a:gd name="T30" fmla="*/ 18 w 73"/>
                <a:gd name="T31" fmla="*/ 21 h 64"/>
                <a:gd name="T32" fmla="*/ 8 w 73"/>
                <a:gd name="T33" fmla="*/ 36 h 64"/>
                <a:gd name="T34" fmla="*/ 8 w 73"/>
                <a:gd name="T35" fmla="*/ 38 h 64"/>
                <a:gd name="T36" fmla="*/ 12 w 73"/>
                <a:gd name="T37" fmla="*/ 45 h 64"/>
                <a:gd name="T38" fmla="*/ 29 w 73"/>
                <a:gd name="T39" fmla="*/ 55 h 64"/>
                <a:gd name="T40" fmla="*/ 33 w 73"/>
                <a:gd name="T41" fmla="*/ 56 h 64"/>
                <a:gd name="T42" fmla="*/ 51 w 73"/>
                <a:gd name="T43" fmla="*/ 46 h 64"/>
                <a:gd name="T44" fmla="*/ 66 w 73"/>
                <a:gd name="T45" fmla="*/ 23 h 64"/>
                <a:gd name="T46" fmla="*/ 66 w 73"/>
                <a:gd name="T47" fmla="*/ 22 h 64"/>
                <a:gd name="T48" fmla="*/ 62 w 73"/>
                <a:gd name="T49" fmla="*/ 15 h 64"/>
                <a:gd name="T50" fmla="*/ 51 w 73"/>
                <a:gd name="T51" fmla="*/ 8 h 64"/>
                <a:gd name="T52" fmla="*/ 51 w 73"/>
                <a:gd name="T53" fmla="*/ 8 h 64"/>
                <a:gd name="T54" fmla="*/ 51 w 73"/>
                <a:gd name="T55" fmla="*/ 8 h 64"/>
                <a:gd name="T56" fmla="*/ 51 w 73"/>
                <a:gd name="T57" fmla="*/ 7 h 64"/>
                <a:gd name="T58" fmla="*/ 51 w 73"/>
                <a:gd name="T59" fmla="*/ 7 h 64"/>
                <a:gd name="T60" fmla="*/ 53 w 73"/>
                <a:gd name="T61" fmla="*/ 0 h 64"/>
                <a:gd name="T62" fmla="*/ 55 w 73"/>
                <a:gd name="T63" fmla="*/ 1 h 64"/>
                <a:gd name="T64" fmla="*/ 56 w 73"/>
                <a:gd name="T65" fmla="*/ 1 h 64"/>
                <a:gd name="T66" fmla="*/ 59 w 73"/>
                <a:gd name="T67" fmla="*/ 3 h 64"/>
                <a:gd name="T68" fmla="*/ 67 w 73"/>
                <a:gd name="T69" fmla="*/ 10 h 64"/>
                <a:gd name="T70" fmla="*/ 73 w 73"/>
                <a:gd name="T71" fmla="*/ 22 h 64"/>
                <a:gd name="T72" fmla="*/ 73 w 73"/>
                <a:gd name="T73" fmla="*/ 25 h 64"/>
                <a:gd name="T74" fmla="*/ 56 w 73"/>
                <a:gd name="T75" fmla="*/ 51 h 64"/>
                <a:gd name="T76" fmla="*/ 33 w 73"/>
                <a:gd name="T77" fmla="*/ 64 h 64"/>
                <a:gd name="T78" fmla="*/ 33 w 73"/>
                <a:gd name="T79" fmla="*/ 64 h 64"/>
                <a:gd name="T80" fmla="*/ 27 w 73"/>
                <a:gd name="T81" fmla="*/ 62 h 64"/>
                <a:gd name="T82" fmla="*/ 52 w 73"/>
                <a:gd name="T83" fmla="*/ 8 h 64"/>
                <a:gd name="T84" fmla="*/ 52 w 73"/>
                <a:gd name="T8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" h="64">
                  <a:moveTo>
                    <a:pt x="27" y="62"/>
                  </a:moveTo>
                  <a:cubicBezTo>
                    <a:pt x="18" y="59"/>
                    <a:pt x="11" y="55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47"/>
                    <a:pt x="0" y="42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6"/>
                    <a:pt x="0" y="35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3" y="25"/>
                    <a:pt x="19" y="8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6" y="10"/>
                    <a:pt x="26" y="10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5" y="12"/>
                    <a:pt x="25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5"/>
                    <a:pt x="20" y="18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7"/>
                    <a:pt x="8" y="34"/>
                    <a:pt x="8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7"/>
                    <a:pt x="8" y="37"/>
                    <a:pt x="8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9" y="42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5" y="49"/>
                    <a:pt x="21" y="52"/>
                    <a:pt x="29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30" y="56"/>
                    <a:pt x="31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8" y="56"/>
                    <a:pt x="45" y="52"/>
                    <a:pt x="51" y="46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9" y="38"/>
                    <a:pt x="65" y="28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6" y="23"/>
                    <a:pt x="66" y="22"/>
                    <a:pt x="66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0"/>
                    <a:pt x="64" y="17"/>
                    <a:pt x="62" y="15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58" y="11"/>
                    <a:pt x="52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2"/>
                    <a:pt x="57" y="2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1" y="5"/>
                    <a:pt x="65" y="7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70" y="13"/>
                    <a:pt x="73" y="17"/>
                    <a:pt x="73" y="22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3" y="23"/>
                    <a:pt x="73" y="24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1" y="32"/>
                    <a:pt x="65" y="43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0" y="58"/>
                    <a:pt x="42" y="63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1" y="64"/>
                    <a:pt x="29" y="63"/>
                    <a:pt x="27" y="62"/>
                  </a:cubicBezTo>
                  <a:close/>
                  <a:moveTo>
                    <a:pt x="52" y="8"/>
                  </a:move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6" name="Freeform 1396"/>
            <p:cNvSpPr/>
            <p:nvPr>
              <p:custDataLst>
                <p:tags r:id="rId97"/>
              </p:custDataLst>
            </p:nvPr>
          </p:nvSpPr>
          <p:spPr bwMode="auto">
            <a:xfrm>
              <a:off x="4110039" y="7143751"/>
              <a:ext cx="106363" cy="17463"/>
            </a:xfrm>
            <a:custGeom>
              <a:avLst/>
              <a:gdLst>
                <a:gd name="T0" fmla="*/ 66 w 67"/>
                <a:gd name="T1" fmla="*/ 0 h 11"/>
                <a:gd name="T2" fmla="*/ 67 w 67"/>
                <a:gd name="T3" fmla="*/ 4 h 11"/>
                <a:gd name="T4" fmla="*/ 0 w 67"/>
                <a:gd name="T5" fmla="*/ 11 h 11"/>
                <a:gd name="T6" fmla="*/ 0 w 67"/>
                <a:gd name="T7" fmla="*/ 8 h 11"/>
                <a:gd name="T8" fmla="*/ 66 w 67"/>
                <a:gd name="T9" fmla="*/ 0 h 11"/>
                <a:gd name="T10" fmla="*/ 66 w 67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11">
                  <a:moveTo>
                    <a:pt x="66" y="0"/>
                  </a:moveTo>
                  <a:lnTo>
                    <a:pt x="67" y="4"/>
                  </a:lnTo>
                  <a:lnTo>
                    <a:pt x="0" y="11"/>
                  </a:lnTo>
                  <a:lnTo>
                    <a:pt x="0" y="8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7" name="Freeform 1397"/>
            <p:cNvSpPr/>
            <p:nvPr>
              <p:custDataLst>
                <p:tags r:id="rId98"/>
              </p:custDataLst>
            </p:nvPr>
          </p:nvSpPr>
          <p:spPr bwMode="auto">
            <a:xfrm>
              <a:off x="4106864" y="7140576"/>
              <a:ext cx="112713" cy="23813"/>
            </a:xfrm>
            <a:custGeom>
              <a:avLst/>
              <a:gdLst>
                <a:gd name="T0" fmla="*/ 0 w 71"/>
                <a:gd name="T1" fmla="*/ 8 h 15"/>
                <a:gd name="T2" fmla="*/ 68 w 71"/>
                <a:gd name="T3" fmla="*/ 0 h 15"/>
                <a:gd name="T4" fmla="*/ 70 w 71"/>
                <a:gd name="T5" fmla="*/ 0 h 15"/>
                <a:gd name="T6" fmla="*/ 71 w 71"/>
                <a:gd name="T7" fmla="*/ 9 h 15"/>
                <a:gd name="T8" fmla="*/ 1 w 71"/>
                <a:gd name="T9" fmla="*/ 15 h 15"/>
                <a:gd name="T10" fmla="*/ 0 w 71"/>
                <a:gd name="T11" fmla="*/ 8 h 15"/>
                <a:gd name="T12" fmla="*/ 0 w 71"/>
                <a:gd name="T1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5">
                  <a:moveTo>
                    <a:pt x="0" y="8"/>
                  </a:moveTo>
                  <a:lnTo>
                    <a:pt x="68" y="0"/>
                  </a:lnTo>
                  <a:lnTo>
                    <a:pt x="70" y="0"/>
                  </a:lnTo>
                  <a:lnTo>
                    <a:pt x="71" y="9"/>
                  </a:lnTo>
                  <a:lnTo>
                    <a:pt x="1" y="15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8" name="Freeform 1398"/>
            <p:cNvSpPr/>
            <p:nvPr>
              <p:custDataLst>
                <p:tags r:id="rId99"/>
              </p:custDataLst>
            </p:nvPr>
          </p:nvSpPr>
          <p:spPr bwMode="auto">
            <a:xfrm>
              <a:off x="4021139" y="7102476"/>
              <a:ext cx="93663" cy="34925"/>
            </a:xfrm>
            <a:custGeom>
              <a:avLst/>
              <a:gdLst>
                <a:gd name="T0" fmla="*/ 3 w 54"/>
                <a:gd name="T1" fmla="*/ 0 h 20"/>
                <a:gd name="T2" fmla="*/ 8 w 54"/>
                <a:gd name="T3" fmla="*/ 9 h 20"/>
                <a:gd name="T4" fmla="*/ 8 w 54"/>
                <a:gd name="T5" fmla="*/ 9 h 20"/>
                <a:gd name="T6" fmla="*/ 8 w 54"/>
                <a:gd name="T7" fmla="*/ 9 h 20"/>
                <a:gd name="T8" fmla="*/ 10 w 54"/>
                <a:gd name="T9" fmla="*/ 9 h 20"/>
                <a:gd name="T10" fmla="*/ 10 w 54"/>
                <a:gd name="T11" fmla="*/ 9 h 20"/>
                <a:gd name="T12" fmla="*/ 16 w 54"/>
                <a:gd name="T13" fmla="*/ 11 h 20"/>
                <a:gd name="T14" fmla="*/ 16 w 54"/>
                <a:gd name="T15" fmla="*/ 11 h 20"/>
                <a:gd name="T16" fmla="*/ 32 w 54"/>
                <a:gd name="T17" fmla="*/ 13 h 20"/>
                <a:gd name="T18" fmla="*/ 32 w 54"/>
                <a:gd name="T19" fmla="*/ 13 h 20"/>
                <a:gd name="T20" fmla="*/ 54 w 54"/>
                <a:gd name="T21" fmla="*/ 16 h 20"/>
                <a:gd name="T22" fmla="*/ 54 w 54"/>
                <a:gd name="T23" fmla="*/ 16 h 20"/>
                <a:gd name="T24" fmla="*/ 54 w 54"/>
                <a:gd name="T25" fmla="*/ 20 h 20"/>
                <a:gd name="T26" fmla="*/ 15 w 54"/>
                <a:gd name="T27" fmla="*/ 14 h 20"/>
                <a:gd name="T28" fmla="*/ 15 w 54"/>
                <a:gd name="T29" fmla="*/ 14 h 20"/>
                <a:gd name="T30" fmla="*/ 5 w 54"/>
                <a:gd name="T31" fmla="*/ 11 h 20"/>
                <a:gd name="T32" fmla="*/ 5 w 54"/>
                <a:gd name="T33" fmla="*/ 11 h 20"/>
                <a:gd name="T34" fmla="*/ 5 w 54"/>
                <a:gd name="T35" fmla="*/ 11 h 20"/>
                <a:gd name="T36" fmla="*/ 0 w 54"/>
                <a:gd name="T37" fmla="*/ 1 h 20"/>
                <a:gd name="T38" fmla="*/ 0 w 54"/>
                <a:gd name="T39" fmla="*/ 1 h 20"/>
                <a:gd name="T40" fmla="*/ 3 w 54"/>
                <a:gd name="T4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4" h="20">
                  <a:moveTo>
                    <a:pt x="3" y="0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10"/>
                    <a:pt x="13" y="10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0" y="12"/>
                    <a:pt x="26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43" y="15"/>
                    <a:pt x="54" y="16"/>
                    <a:pt x="54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29" y="17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3"/>
                    <a:pt x="7" y="13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9" name="Freeform 1399"/>
            <p:cNvSpPr/>
            <p:nvPr>
              <p:custDataLst>
                <p:tags r:id="rId100"/>
              </p:custDataLst>
            </p:nvPr>
          </p:nvSpPr>
          <p:spPr bwMode="auto">
            <a:xfrm>
              <a:off x="4017964" y="7096126"/>
              <a:ext cx="101600" cy="44450"/>
            </a:xfrm>
            <a:custGeom>
              <a:avLst/>
              <a:gdLst>
                <a:gd name="T0" fmla="*/ 56 w 58"/>
                <a:gd name="T1" fmla="*/ 24 h 25"/>
                <a:gd name="T2" fmla="*/ 55 w 58"/>
                <a:gd name="T3" fmla="*/ 24 h 25"/>
                <a:gd name="T4" fmla="*/ 55 w 58"/>
                <a:gd name="T5" fmla="*/ 24 h 25"/>
                <a:gd name="T6" fmla="*/ 55 w 58"/>
                <a:gd name="T7" fmla="*/ 24 h 25"/>
                <a:gd name="T8" fmla="*/ 55 w 58"/>
                <a:gd name="T9" fmla="*/ 24 h 25"/>
                <a:gd name="T10" fmla="*/ 52 w 58"/>
                <a:gd name="T11" fmla="*/ 24 h 25"/>
                <a:gd name="T12" fmla="*/ 52 w 58"/>
                <a:gd name="T13" fmla="*/ 24 h 25"/>
                <a:gd name="T14" fmla="*/ 41 w 58"/>
                <a:gd name="T15" fmla="*/ 23 h 25"/>
                <a:gd name="T16" fmla="*/ 41 w 58"/>
                <a:gd name="T17" fmla="*/ 23 h 25"/>
                <a:gd name="T18" fmla="*/ 16 w 58"/>
                <a:gd name="T19" fmla="*/ 19 h 25"/>
                <a:gd name="T20" fmla="*/ 16 w 58"/>
                <a:gd name="T21" fmla="*/ 19 h 25"/>
                <a:gd name="T22" fmla="*/ 6 w 58"/>
                <a:gd name="T23" fmla="*/ 16 h 25"/>
                <a:gd name="T24" fmla="*/ 6 w 58"/>
                <a:gd name="T25" fmla="*/ 16 h 25"/>
                <a:gd name="T26" fmla="*/ 5 w 58"/>
                <a:gd name="T27" fmla="*/ 15 h 25"/>
                <a:gd name="T28" fmla="*/ 0 w 58"/>
                <a:gd name="T29" fmla="*/ 5 h 25"/>
                <a:gd name="T30" fmla="*/ 2 w 58"/>
                <a:gd name="T31" fmla="*/ 5 h 25"/>
                <a:gd name="T32" fmla="*/ 1 w 58"/>
                <a:gd name="T33" fmla="*/ 2 h 25"/>
                <a:gd name="T34" fmla="*/ 4 w 58"/>
                <a:gd name="T35" fmla="*/ 1 h 25"/>
                <a:gd name="T36" fmla="*/ 6 w 58"/>
                <a:gd name="T37" fmla="*/ 0 h 25"/>
                <a:gd name="T38" fmla="*/ 11 w 58"/>
                <a:gd name="T39" fmla="*/ 10 h 25"/>
                <a:gd name="T40" fmla="*/ 12 w 58"/>
                <a:gd name="T41" fmla="*/ 11 h 25"/>
                <a:gd name="T42" fmla="*/ 12 w 58"/>
                <a:gd name="T43" fmla="*/ 11 h 25"/>
                <a:gd name="T44" fmla="*/ 18 w 58"/>
                <a:gd name="T45" fmla="*/ 12 h 25"/>
                <a:gd name="T46" fmla="*/ 18 w 58"/>
                <a:gd name="T47" fmla="*/ 12 h 25"/>
                <a:gd name="T48" fmla="*/ 34 w 58"/>
                <a:gd name="T49" fmla="*/ 14 h 25"/>
                <a:gd name="T50" fmla="*/ 34 w 58"/>
                <a:gd name="T51" fmla="*/ 14 h 25"/>
                <a:gd name="T52" fmla="*/ 57 w 58"/>
                <a:gd name="T53" fmla="*/ 17 h 25"/>
                <a:gd name="T54" fmla="*/ 57 w 58"/>
                <a:gd name="T55" fmla="*/ 17 h 25"/>
                <a:gd name="T56" fmla="*/ 58 w 58"/>
                <a:gd name="T57" fmla="*/ 17 h 25"/>
                <a:gd name="T58" fmla="*/ 58 w 58"/>
                <a:gd name="T59" fmla="*/ 25 h 25"/>
                <a:gd name="T60" fmla="*/ 56 w 58"/>
                <a:gd name="T61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" h="25">
                  <a:moveTo>
                    <a:pt x="56" y="24"/>
                  </a:moveTo>
                  <a:cubicBezTo>
                    <a:pt x="56" y="24"/>
                    <a:pt x="56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4" y="24"/>
                    <a:pt x="53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9" y="24"/>
                    <a:pt x="45" y="23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3" y="22"/>
                    <a:pt x="24" y="21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2" y="18"/>
                    <a:pt x="8" y="18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1"/>
                    <a:pt x="16" y="11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2" y="13"/>
                    <a:pt x="28" y="14"/>
                    <a:pt x="34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46" y="16"/>
                    <a:pt x="56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6" y="24"/>
                    <a:pt x="56" y="24"/>
                    <a:pt x="5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0" name="Freeform 1400"/>
            <p:cNvSpPr/>
            <p:nvPr>
              <p:custDataLst>
                <p:tags r:id="rId101"/>
              </p:custDataLst>
            </p:nvPr>
          </p:nvSpPr>
          <p:spPr bwMode="auto">
            <a:xfrm>
              <a:off x="4005264" y="7104063"/>
              <a:ext cx="33338" cy="26988"/>
            </a:xfrm>
            <a:custGeom>
              <a:avLst/>
              <a:gdLst>
                <a:gd name="T0" fmla="*/ 21 w 21"/>
                <a:gd name="T1" fmla="*/ 10 h 17"/>
                <a:gd name="T2" fmla="*/ 9 w 21"/>
                <a:gd name="T3" fmla="*/ 17 h 17"/>
                <a:gd name="T4" fmla="*/ 7 w 21"/>
                <a:gd name="T5" fmla="*/ 15 h 17"/>
                <a:gd name="T6" fmla="*/ 13 w 21"/>
                <a:gd name="T7" fmla="*/ 10 h 17"/>
                <a:gd name="T8" fmla="*/ 0 w 21"/>
                <a:gd name="T9" fmla="*/ 3 h 17"/>
                <a:gd name="T10" fmla="*/ 2 w 21"/>
                <a:gd name="T11" fmla="*/ 0 h 17"/>
                <a:gd name="T12" fmla="*/ 21 w 21"/>
                <a:gd name="T13" fmla="*/ 10 h 17"/>
                <a:gd name="T14" fmla="*/ 21 w 21"/>
                <a:gd name="T15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7">
                  <a:moveTo>
                    <a:pt x="21" y="10"/>
                  </a:moveTo>
                  <a:lnTo>
                    <a:pt x="9" y="17"/>
                  </a:lnTo>
                  <a:lnTo>
                    <a:pt x="7" y="15"/>
                  </a:lnTo>
                  <a:lnTo>
                    <a:pt x="13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21" y="10"/>
                  </a:lnTo>
                  <a:lnTo>
                    <a:pt x="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1" name="Freeform 1401"/>
            <p:cNvSpPr/>
            <p:nvPr>
              <p:custDataLst>
                <p:tags r:id="rId102"/>
              </p:custDataLst>
            </p:nvPr>
          </p:nvSpPr>
          <p:spPr bwMode="auto">
            <a:xfrm>
              <a:off x="4000501" y="7099301"/>
              <a:ext cx="42863" cy="38100"/>
            </a:xfrm>
            <a:custGeom>
              <a:avLst/>
              <a:gdLst>
                <a:gd name="T0" fmla="*/ 7 w 27"/>
                <a:gd name="T1" fmla="*/ 17 h 24"/>
                <a:gd name="T2" fmla="*/ 12 w 27"/>
                <a:gd name="T3" fmla="*/ 13 h 24"/>
                <a:gd name="T4" fmla="*/ 0 w 27"/>
                <a:gd name="T5" fmla="*/ 7 h 24"/>
                <a:gd name="T6" fmla="*/ 4 w 27"/>
                <a:gd name="T7" fmla="*/ 0 h 24"/>
                <a:gd name="T8" fmla="*/ 25 w 27"/>
                <a:gd name="T9" fmla="*/ 10 h 24"/>
                <a:gd name="T10" fmla="*/ 24 w 27"/>
                <a:gd name="T11" fmla="*/ 13 h 24"/>
                <a:gd name="T12" fmla="*/ 25 w 27"/>
                <a:gd name="T13" fmla="*/ 10 h 24"/>
                <a:gd name="T14" fmla="*/ 27 w 27"/>
                <a:gd name="T15" fmla="*/ 12 h 24"/>
                <a:gd name="T16" fmla="*/ 12 w 27"/>
                <a:gd name="T17" fmla="*/ 24 h 24"/>
                <a:gd name="T18" fmla="*/ 7 w 27"/>
                <a:gd name="T19" fmla="*/ 17 h 24"/>
                <a:gd name="T20" fmla="*/ 7 w 27"/>
                <a:gd name="T21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24">
                  <a:moveTo>
                    <a:pt x="7" y="17"/>
                  </a:moveTo>
                  <a:lnTo>
                    <a:pt x="12" y="13"/>
                  </a:lnTo>
                  <a:lnTo>
                    <a:pt x="0" y="7"/>
                  </a:lnTo>
                  <a:lnTo>
                    <a:pt x="4" y="0"/>
                  </a:lnTo>
                  <a:lnTo>
                    <a:pt x="25" y="10"/>
                  </a:lnTo>
                  <a:lnTo>
                    <a:pt x="24" y="13"/>
                  </a:lnTo>
                  <a:lnTo>
                    <a:pt x="25" y="10"/>
                  </a:lnTo>
                  <a:lnTo>
                    <a:pt x="27" y="12"/>
                  </a:lnTo>
                  <a:lnTo>
                    <a:pt x="12" y="24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2" name="Freeform 1402"/>
            <p:cNvSpPr/>
            <p:nvPr>
              <p:custDataLst>
                <p:tags r:id="rId103"/>
              </p:custDataLst>
            </p:nvPr>
          </p:nvSpPr>
          <p:spPr bwMode="auto">
            <a:xfrm>
              <a:off x="4197351" y="7061201"/>
              <a:ext cx="76200" cy="58738"/>
            </a:xfrm>
            <a:custGeom>
              <a:avLst/>
              <a:gdLst>
                <a:gd name="T0" fmla="*/ 11 w 44"/>
                <a:gd name="T1" fmla="*/ 28 h 33"/>
                <a:gd name="T2" fmla="*/ 31 w 44"/>
                <a:gd name="T3" fmla="*/ 17 h 33"/>
                <a:gd name="T4" fmla="*/ 31 w 44"/>
                <a:gd name="T5" fmla="*/ 17 h 33"/>
                <a:gd name="T6" fmla="*/ 32 w 44"/>
                <a:gd name="T7" fmla="*/ 16 h 33"/>
                <a:gd name="T8" fmla="*/ 32 w 44"/>
                <a:gd name="T9" fmla="*/ 16 h 33"/>
                <a:gd name="T10" fmla="*/ 40 w 44"/>
                <a:gd name="T11" fmla="*/ 8 h 33"/>
                <a:gd name="T12" fmla="*/ 39 w 44"/>
                <a:gd name="T13" fmla="*/ 0 h 33"/>
                <a:gd name="T14" fmla="*/ 39 w 44"/>
                <a:gd name="T15" fmla="*/ 0 h 33"/>
                <a:gd name="T16" fmla="*/ 43 w 44"/>
                <a:gd name="T17" fmla="*/ 0 h 33"/>
                <a:gd name="T18" fmla="*/ 44 w 44"/>
                <a:gd name="T19" fmla="*/ 9 h 33"/>
                <a:gd name="T20" fmla="*/ 34 w 44"/>
                <a:gd name="T21" fmla="*/ 19 h 33"/>
                <a:gd name="T22" fmla="*/ 33 w 44"/>
                <a:gd name="T23" fmla="*/ 20 h 33"/>
                <a:gd name="T24" fmla="*/ 33 w 44"/>
                <a:gd name="T25" fmla="*/ 20 h 33"/>
                <a:gd name="T26" fmla="*/ 0 w 44"/>
                <a:gd name="T27" fmla="*/ 33 h 33"/>
                <a:gd name="T28" fmla="*/ 0 w 44"/>
                <a:gd name="T29" fmla="*/ 33 h 33"/>
                <a:gd name="T30" fmla="*/ 0 w 44"/>
                <a:gd name="T31" fmla="*/ 30 h 33"/>
                <a:gd name="T32" fmla="*/ 0 w 44"/>
                <a:gd name="T33" fmla="*/ 30 h 33"/>
                <a:gd name="T34" fmla="*/ 0 w 44"/>
                <a:gd name="T35" fmla="*/ 30 h 33"/>
                <a:gd name="T36" fmla="*/ 11 w 44"/>
                <a:gd name="T37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" h="33">
                  <a:moveTo>
                    <a:pt x="11" y="28"/>
                  </a:moveTo>
                  <a:cubicBezTo>
                    <a:pt x="17" y="26"/>
                    <a:pt x="25" y="23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2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5" y="29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3" name="Freeform 1403"/>
            <p:cNvSpPr>
              <a:spLocks noEditPoints="1"/>
            </p:cNvSpPr>
            <p:nvPr>
              <p:custDataLst>
                <p:tags r:id="rId104"/>
              </p:custDataLst>
            </p:nvPr>
          </p:nvSpPr>
          <p:spPr bwMode="auto">
            <a:xfrm>
              <a:off x="4194176" y="7056438"/>
              <a:ext cx="82550" cy="66675"/>
            </a:xfrm>
            <a:custGeom>
              <a:avLst/>
              <a:gdLst>
                <a:gd name="T0" fmla="*/ 0 w 48"/>
                <a:gd name="T1" fmla="*/ 36 h 38"/>
                <a:gd name="T2" fmla="*/ 0 w 48"/>
                <a:gd name="T3" fmla="*/ 32 h 38"/>
                <a:gd name="T4" fmla="*/ 0 w 48"/>
                <a:gd name="T5" fmla="*/ 31 h 38"/>
                <a:gd name="T6" fmla="*/ 1 w 48"/>
                <a:gd name="T7" fmla="*/ 31 h 38"/>
                <a:gd name="T8" fmla="*/ 1 w 48"/>
                <a:gd name="T9" fmla="*/ 31 h 38"/>
                <a:gd name="T10" fmla="*/ 1 w 48"/>
                <a:gd name="T11" fmla="*/ 31 h 38"/>
                <a:gd name="T12" fmla="*/ 1 w 48"/>
                <a:gd name="T13" fmla="*/ 31 h 38"/>
                <a:gd name="T14" fmla="*/ 2 w 48"/>
                <a:gd name="T15" fmla="*/ 31 h 38"/>
                <a:gd name="T16" fmla="*/ 2 w 48"/>
                <a:gd name="T17" fmla="*/ 31 h 38"/>
                <a:gd name="T18" fmla="*/ 2 w 48"/>
                <a:gd name="T19" fmla="*/ 31 h 38"/>
                <a:gd name="T20" fmla="*/ 2 w 48"/>
                <a:gd name="T21" fmla="*/ 31 h 38"/>
                <a:gd name="T22" fmla="*/ 2 w 48"/>
                <a:gd name="T23" fmla="*/ 31 h 38"/>
                <a:gd name="T24" fmla="*/ 2 w 48"/>
                <a:gd name="T25" fmla="*/ 31 h 38"/>
                <a:gd name="T26" fmla="*/ 3 w 48"/>
                <a:gd name="T27" fmla="*/ 31 h 38"/>
                <a:gd name="T28" fmla="*/ 3 w 48"/>
                <a:gd name="T29" fmla="*/ 31 h 38"/>
                <a:gd name="T30" fmla="*/ 5 w 48"/>
                <a:gd name="T31" fmla="*/ 30 h 38"/>
                <a:gd name="T32" fmla="*/ 5 w 48"/>
                <a:gd name="T33" fmla="*/ 30 h 38"/>
                <a:gd name="T34" fmla="*/ 12 w 48"/>
                <a:gd name="T35" fmla="*/ 29 h 38"/>
                <a:gd name="T36" fmla="*/ 12 w 48"/>
                <a:gd name="T37" fmla="*/ 29 h 38"/>
                <a:gd name="T38" fmla="*/ 31 w 48"/>
                <a:gd name="T39" fmla="*/ 19 h 38"/>
                <a:gd name="T40" fmla="*/ 31 w 48"/>
                <a:gd name="T41" fmla="*/ 19 h 38"/>
                <a:gd name="T42" fmla="*/ 32 w 48"/>
                <a:gd name="T43" fmla="*/ 18 h 38"/>
                <a:gd name="T44" fmla="*/ 32 w 48"/>
                <a:gd name="T45" fmla="*/ 18 h 38"/>
                <a:gd name="T46" fmla="*/ 40 w 48"/>
                <a:gd name="T47" fmla="*/ 10 h 38"/>
                <a:gd name="T48" fmla="*/ 39 w 48"/>
                <a:gd name="T49" fmla="*/ 4 h 38"/>
                <a:gd name="T50" fmla="*/ 34 w 48"/>
                <a:gd name="T51" fmla="*/ 2 h 38"/>
                <a:gd name="T52" fmla="*/ 46 w 48"/>
                <a:gd name="T53" fmla="*/ 0 h 38"/>
                <a:gd name="T54" fmla="*/ 48 w 48"/>
                <a:gd name="T55" fmla="*/ 13 h 38"/>
                <a:gd name="T56" fmla="*/ 38 w 48"/>
                <a:gd name="T57" fmla="*/ 23 h 38"/>
                <a:gd name="T58" fmla="*/ 37 w 48"/>
                <a:gd name="T59" fmla="*/ 24 h 38"/>
                <a:gd name="T60" fmla="*/ 37 w 48"/>
                <a:gd name="T61" fmla="*/ 24 h 38"/>
                <a:gd name="T62" fmla="*/ 2 w 48"/>
                <a:gd name="T63" fmla="*/ 38 h 38"/>
                <a:gd name="T64" fmla="*/ 2 w 48"/>
                <a:gd name="T65" fmla="*/ 38 h 38"/>
                <a:gd name="T66" fmla="*/ 2 w 48"/>
                <a:gd name="T67" fmla="*/ 38 h 38"/>
                <a:gd name="T68" fmla="*/ 0 w 48"/>
                <a:gd name="T69" fmla="*/ 38 h 38"/>
                <a:gd name="T70" fmla="*/ 0 w 48"/>
                <a:gd name="T71" fmla="*/ 36 h 38"/>
                <a:gd name="T72" fmla="*/ 13 w 48"/>
                <a:gd name="T73" fmla="*/ 32 h 38"/>
                <a:gd name="T74" fmla="*/ 13 w 48"/>
                <a:gd name="T75" fmla="*/ 32 h 38"/>
                <a:gd name="T76" fmla="*/ 13 w 48"/>
                <a:gd name="T77" fmla="*/ 32 h 38"/>
                <a:gd name="T78" fmla="*/ 13 w 48"/>
                <a:gd name="T79" fmla="*/ 31 h 38"/>
                <a:gd name="T80" fmla="*/ 13 w 48"/>
                <a:gd name="T81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" h="38">
                  <a:moveTo>
                    <a:pt x="0" y="36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30"/>
                    <a:pt x="4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7" y="30"/>
                    <a:pt x="9" y="30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8" y="27"/>
                    <a:pt x="26" y="24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7" y="23"/>
                    <a:pt x="37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24" y="37"/>
                    <a:pt x="5" y="38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6"/>
                    <a:pt x="0" y="36"/>
                    <a:pt x="0" y="36"/>
                  </a:cubicBezTo>
                  <a:close/>
                  <a:moveTo>
                    <a:pt x="13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4" name="Freeform 1404"/>
            <p:cNvSpPr/>
            <p:nvPr>
              <p:custDataLst>
                <p:tags r:id="rId105"/>
              </p:custDataLst>
            </p:nvPr>
          </p:nvSpPr>
          <p:spPr bwMode="auto">
            <a:xfrm>
              <a:off x="4260851" y="7056438"/>
              <a:ext cx="28575" cy="25400"/>
            </a:xfrm>
            <a:custGeom>
              <a:avLst/>
              <a:gdLst>
                <a:gd name="T0" fmla="*/ 16 w 18"/>
                <a:gd name="T1" fmla="*/ 0 h 16"/>
                <a:gd name="T2" fmla="*/ 18 w 18"/>
                <a:gd name="T3" fmla="*/ 3 h 16"/>
                <a:gd name="T4" fmla="*/ 11 w 18"/>
                <a:gd name="T5" fmla="*/ 10 h 16"/>
                <a:gd name="T6" fmla="*/ 17 w 18"/>
                <a:gd name="T7" fmla="*/ 9 h 16"/>
                <a:gd name="T8" fmla="*/ 18 w 18"/>
                <a:gd name="T9" fmla="*/ 12 h 16"/>
                <a:gd name="T10" fmla="*/ 0 w 18"/>
                <a:gd name="T11" fmla="*/ 16 h 16"/>
                <a:gd name="T12" fmla="*/ 16 w 18"/>
                <a:gd name="T13" fmla="*/ 0 h 16"/>
                <a:gd name="T14" fmla="*/ 16 w 18"/>
                <a:gd name="T1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6">
                  <a:moveTo>
                    <a:pt x="16" y="0"/>
                  </a:moveTo>
                  <a:lnTo>
                    <a:pt x="18" y="3"/>
                  </a:lnTo>
                  <a:lnTo>
                    <a:pt x="11" y="10"/>
                  </a:lnTo>
                  <a:lnTo>
                    <a:pt x="17" y="9"/>
                  </a:lnTo>
                  <a:lnTo>
                    <a:pt x="18" y="12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5" name="Freeform 1405"/>
            <p:cNvSpPr/>
            <p:nvPr>
              <p:custDataLst>
                <p:tags r:id="rId106"/>
              </p:custDataLst>
            </p:nvPr>
          </p:nvSpPr>
          <p:spPr bwMode="auto">
            <a:xfrm>
              <a:off x="4251326" y="7051676"/>
              <a:ext cx="42863" cy="34925"/>
            </a:xfrm>
            <a:custGeom>
              <a:avLst/>
              <a:gdLst>
                <a:gd name="T0" fmla="*/ 20 w 27"/>
                <a:gd name="T1" fmla="*/ 2 h 22"/>
                <a:gd name="T2" fmla="*/ 22 w 27"/>
                <a:gd name="T3" fmla="*/ 0 h 22"/>
                <a:gd name="T4" fmla="*/ 27 w 27"/>
                <a:gd name="T5" fmla="*/ 6 h 22"/>
                <a:gd name="T6" fmla="*/ 25 w 27"/>
                <a:gd name="T7" fmla="*/ 8 h 22"/>
                <a:gd name="T8" fmla="*/ 24 w 27"/>
                <a:gd name="T9" fmla="*/ 10 h 22"/>
                <a:gd name="T10" fmla="*/ 25 w 27"/>
                <a:gd name="T11" fmla="*/ 10 h 22"/>
                <a:gd name="T12" fmla="*/ 26 w 27"/>
                <a:gd name="T13" fmla="*/ 17 h 22"/>
                <a:gd name="T14" fmla="*/ 0 w 27"/>
                <a:gd name="T15" fmla="*/ 22 h 22"/>
                <a:gd name="T16" fmla="*/ 20 w 27"/>
                <a:gd name="T17" fmla="*/ 2 h 22"/>
                <a:gd name="T18" fmla="*/ 20 w 27"/>
                <a:gd name="T1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2">
                  <a:moveTo>
                    <a:pt x="20" y="2"/>
                  </a:moveTo>
                  <a:lnTo>
                    <a:pt x="22" y="0"/>
                  </a:lnTo>
                  <a:lnTo>
                    <a:pt x="27" y="6"/>
                  </a:lnTo>
                  <a:lnTo>
                    <a:pt x="25" y="8"/>
                  </a:lnTo>
                  <a:lnTo>
                    <a:pt x="24" y="10"/>
                  </a:lnTo>
                  <a:lnTo>
                    <a:pt x="25" y="10"/>
                  </a:lnTo>
                  <a:lnTo>
                    <a:pt x="26" y="17"/>
                  </a:lnTo>
                  <a:lnTo>
                    <a:pt x="0" y="22"/>
                  </a:lnTo>
                  <a:lnTo>
                    <a:pt x="20" y="2"/>
                  </a:lnTo>
                  <a:lnTo>
                    <a:pt x="2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6" name="Freeform 1406"/>
            <p:cNvSpPr/>
            <p:nvPr>
              <p:custDataLst>
                <p:tags r:id="rId107"/>
              </p:custDataLst>
            </p:nvPr>
          </p:nvSpPr>
          <p:spPr bwMode="auto">
            <a:xfrm>
              <a:off x="4125914" y="7210426"/>
              <a:ext cx="17463" cy="36513"/>
            </a:xfrm>
            <a:custGeom>
              <a:avLst/>
              <a:gdLst>
                <a:gd name="T0" fmla="*/ 9 w 11"/>
                <a:gd name="T1" fmla="*/ 0 h 23"/>
                <a:gd name="T2" fmla="*/ 11 w 11"/>
                <a:gd name="T3" fmla="*/ 19 h 23"/>
                <a:gd name="T4" fmla="*/ 1 w 11"/>
                <a:gd name="T5" fmla="*/ 23 h 23"/>
                <a:gd name="T6" fmla="*/ 1 w 11"/>
                <a:gd name="T7" fmla="*/ 23 h 23"/>
                <a:gd name="T8" fmla="*/ 0 w 11"/>
                <a:gd name="T9" fmla="*/ 19 h 23"/>
                <a:gd name="T10" fmla="*/ 7 w 11"/>
                <a:gd name="T11" fmla="*/ 16 h 23"/>
                <a:gd name="T12" fmla="*/ 5 w 11"/>
                <a:gd name="T13" fmla="*/ 0 h 23"/>
                <a:gd name="T14" fmla="*/ 9 w 11"/>
                <a:gd name="T15" fmla="*/ 0 h 23"/>
                <a:gd name="T16" fmla="*/ 9 w 11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3">
                  <a:moveTo>
                    <a:pt x="9" y="0"/>
                  </a:moveTo>
                  <a:lnTo>
                    <a:pt x="11" y="19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7" y="16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7" name="Freeform 1407"/>
            <p:cNvSpPr/>
            <p:nvPr>
              <p:custDataLst>
                <p:tags r:id="rId108"/>
              </p:custDataLst>
            </p:nvPr>
          </p:nvSpPr>
          <p:spPr bwMode="auto">
            <a:xfrm>
              <a:off x="4121151" y="7204076"/>
              <a:ext cx="25400" cy="46038"/>
            </a:xfrm>
            <a:custGeom>
              <a:avLst/>
              <a:gdLst>
                <a:gd name="T0" fmla="*/ 2 w 16"/>
                <a:gd name="T1" fmla="*/ 28 h 29"/>
                <a:gd name="T2" fmla="*/ 2 w 16"/>
                <a:gd name="T3" fmla="*/ 28 h 29"/>
                <a:gd name="T4" fmla="*/ 0 w 16"/>
                <a:gd name="T5" fmla="*/ 21 h 29"/>
                <a:gd name="T6" fmla="*/ 7 w 16"/>
                <a:gd name="T7" fmla="*/ 19 h 29"/>
                <a:gd name="T8" fmla="*/ 6 w 16"/>
                <a:gd name="T9" fmla="*/ 2 h 29"/>
                <a:gd name="T10" fmla="*/ 8 w 16"/>
                <a:gd name="T11" fmla="*/ 2 h 29"/>
                <a:gd name="T12" fmla="*/ 12 w 16"/>
                <a:gd name="T13" fmla="*/ 2 h 29"/>
                <a:gd name="T14" fmla="*/ 14 w 16"/>
                <a:gd name="T15" fmla="*/ 0 h 29"/>
                <a:gd name="T16" fmla="*/ 16 w 16"/>
                <a:gd name="T17" fmla="*/ 25 h 29"/>
                <a:gd name="T18" fmla="*/ 3 w 16"/>
                <a:gd name="T19" fmla="*/ 29 h 29"/>
                <a:gd name="T20" fmla="*/ 2 w 16"/>
                <a:gd name="T21" fmla="*/ 28 h 29"/>
                <a:gd name="T22" fmla="*/ 2 w 16"/>
                <a:gd name="T2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9">
                  <a:moveTo>
                    <a:pt x="2" y="28"/>
                  </a:moveTo>
                  <a:lnTo>
                    <a:pt x="2" y="28"/>
                  </a:lnTo>
                  <a:lnTo>
                    <a:pt x="0" y="21"/>
                  </a:lnTo>
                  <a:lnTo>
                    <a:pt x="7" y="19"/>
                  </a:lnTo>
                  <a:lnTo>
                    <a:pt x="6" y="2"/>
                  </a:lnTo>
                  <a:lnTo>
                    <a:pt x="8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5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8" name="Freeform 1408"/>
            <p:cNvSpPr/>
            <p:nvPr>
              <p:custDataLst>
                <p:tags r:id="rId109"/>
              </p:custDataLst>
            </p:nvPr>
          </p:nvSpPr>
          <p:spPr bwMode="auto">
            <a:xfrm>
              <a:off x="4162426" y="7204076"/>
              <a:ext cx="17463" cy="36513"/>
            </a:xfrm>
            <a:custGeom>
              <a:avLst/>
              <a:gdLst>
                <a:gd name="T0" fmla="*/ 1 w 11"/>
                <a:gd name="T1" fmla="*/ 0 h 23"/>
                <a:gd name="T2" fmla="*/ 0 w 11"/>
                <a:gd name="T3" fmla="*/ 20 h 23"/>
                <a:gd name="T4" fmla="*/ 9 w 11"/>
                <a:gd name="T5" fmla="*/ 23 h 23"/>
                <a:gd name="T6" fmla="*/ 9 w 11"/>
                <a:gd name="T7" fmla="*/ 23 h 23"/>
                <a:gd name="T8" fmla="*/ 11 w 11"/>
                <a:gd name="T9" fmla="*/ 20 h 23"/>
                <a:gd name="T10" fmla="*/ 3 w 11"/>
                <a:gd name="T11" fmla="*/ 17 h 23"/>
                <a:gd name="T12" fmla="*/ 4 w 11"/>
                <a:gd name="T13" fmla="*/ 0 h 23"/>
                <a:gd name="T14" fmla="*/ 1 w 11"/>
                <a:gd name="T15" fmla="*/ 0 h 23"/>
                <a:gd name="T16" fmla="*/ 1 w 11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3">
                  <a:moveTo>
                    <a:pt x="1" y="0"/>
                  </a:moveTo>
                  <a:lnTo>
                    <a:pt x="0" y="20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1" y="20"/>
                  </a:lnTo>
                  <a:lnTo>
                    <a:pt x="3" y="17"/>
                  </a:lnTo>
                  <a:lnTo>
                    <a:pt x="4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9" name="Freeform 1409"/>
            <p:cNvSpPr>
              <a:spLocks noEditPoints="1"/>
            </p:cNvSpPr>
            <p:nvPr>
              <p:custDataLst>
                <p:tags r:id="rId110"/>
              </p:custDataLst>
            </p:nvPr>
          </p:nvSpPr>
          <p:spPr bwMode="auto">
            <a:xfrm>
              <a:off x="4157664" y="7199313"/>
              <a:ext cx="25400" cy="46038"/>
            </a:xfrm>
            <a:custGeom>
              <a:avLst/>
              <a:gdLst>
                <a:gd name="T0" fmla="*/ 12 w 16"/>
                <a:gd name="T1" fmla="*/ 29 h 29"/>
                <a:gd name="T2" fmla="*/ 12 w 16"/>
                <a:gd name="T3" fmla="*/ 29 h 29"/>
                <a:gd name="T4" fmla="*/ 0 w 16"/>
                <a:gd name="T5" fmla="*/ 24 h 29"/>
                <a:gd name="T6" fmla="*/ 2 w 16"/>
                <a:gd name="T7" fmla="*/ 2 h 29"/>
                <a:gd name="T8" fmla="*/ 2 w 16"/>
                <a:gd name="T9" fmla="*/ 0 h 29"/>
                <a:gd name="T10" fmla="*/ 11 w 16"/>
                <a:gd name="T11" fmla="*/ 1 h 29"/>
                <a:gd name="T12" fmla="*/ 8 w 16"/>
                <a:gd name="T13" fmla="*/ 19 h 29"/>
                <a:gd name="T14" fmla="*/ 16 w 16"/>
                <a:gd name="T15" fmla="*/ 21 h 29"/>
                <a:gd name="T16" fmla="*/ 14 w 16"/>
                <a:gd name="T17" fmla="*/ 29 h 29"/>
                <a:gd name="T18" fmla="*/ 12 w 16"/>
                <a:gd name="T19" fmla="*/ 29 h 29"/>
                <a:gd name="T20" fmla="*/ 12 w 16"/>
                <a:gd name="T21" fmla="*/ 29 h 29"/>
                <a:gd name="T22" fmla="*/ 4 w 16"/>
                <a:gd name="T23" fmla="*/ 6 h 29"/>
                <a:gd name="T24" fmla="*/ 4 w 16"/>
                <a:gd name="T25" fmla="*/ 3 h 29"/>
                <a:gd name="T26" fmla="*/ 4 w 16"/>
                <a:gd name="T27" fmla="*/ 6 h 29"/>
                <a:gd name="T28" fmla="*/ 4 w 16"/>
                <a:gd name="T29" fmla="*/ 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29">
                  <a:moveTo>
                    <a:pt x="12" y="29"/>
                  </a:moveTo>
                  <a:lnTo>
                    <a:pt x="12" y="29"/>
                  </a:lnTo>
                  <a:lnTo>
                    <a:pt x="0" y="24"/>
                  </a:lnTo>
                  <a:lnTo>
                    <a:pt x="2" y="2"/>
                  </a:lnTo>
                  <a:lnTo>
                    <a:pt x="2" y="0"/>
                  </a:lnTo>
                  <a:lnTo>
                    <a:pt x="11" y="1"/>
                  </a:lnTo>
                  <a:lnTo>
                    <a:pt x="8" y="19"/>
                  </a:lnTo>
                  <a:lnTo>
                    <a:pt x="16" y="21"/>
                  </a:lnTo>
                  <a:lnTo>
                    <a:pt x="14" y="29"/>
                  </a:lnTo>
                  <a:lnTo>
                    <a:pt x="12" y="29"/>
                  </a:lnTo>
                  <a:lnTo>
                    <a:pt x="12" y="29"/>
                  </a:lnTo>
                  <a:close/>
                  <a:moveTo>
                    <a:pt x="4" y="6"/>
                  </a:moveTo>
                  <a:lnTo>
                    <a:pt x="4" y="3"/>
                  </a:lnTo>
                  <a:lnTo>
                    <a:pt x="4" y="6"/>
                  </a:lnTo>
                  <a:lnTo>
                    <a:pt x="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22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3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5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31"/>
          <p:cNvSpPr/>
          <p:nvPr>
            <p:custDataLst>
              <p:tags r:id="rId111"/>
            </p:custDataLst>
          </p:nvPr>
        </p:nvSpPr>
        <p:spPr>
          <a:xfrm>
            <a:off x="4152900" y="1567180"/>
            <a:ext cx="904875" cy="88074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8575" cap="rnd">
            <a:solidFill>
              <a:srgbClr val="114196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3" name="椭圆 31"/>
          <p:cNvSpPr/>
          <p:nvPr>
            <p:custDataLst>
              <p:tags r:id="rId112"/>
            </p:custDataLst>
          </p:nvPr>
        </p:nvSpPr>
        <p:spPr>
          <a:xfrm>
            <a:off x="7155180" y="1572260"/>
            <a:ext cx="904875" cy="88074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8575" cap="rnd">
            <a:solidFill>
              <a:srgbClr val="114196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PA_矩形 216"/>
          <p:cNvSpPr/>
          <p:nvPr>
            <p:custDataLst>
              <p:tags r:id="rId113"/>
            </p:custDataLst>
          </p:nvPr>
        </p:nvSpPr>
        <p:spPr>
          <a:xfrm>
            <a:off x="3171190" y="3079115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{content_2}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PA_文本框 226"/>
          <p:cNvSpPr txBox="1"/>
          <p:nvPr>
            <p:custDataLst>
              <p:tags r:id="rId114"/>
            </p:custDataLst>
          </p:nvPr>
        </p:nvSpPr>
        <p:spPr>
          <a:xfrm>
            <a:off x="3018790" y="2751455"/>
            <a:ext cx="30638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{desc_2}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7" name="PA_矩形 216"/>
          <p:cNvSpPr/>
          <p:nvPr>
            <p:custDataLst>
              <p:tags r:id="rId115"/>
            </p:custDataLst>
          </p:nvPr>
        </p:nvSpPr>
        <p:spPr>
          <a:xfrm>
            <a:off x="6155055" y="3100070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{content_3}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PA_文本框 226"/>
          <p:cNvSpPr txBox="1"/>
          <p:nvPr>
            <p:custDataLst>
              <p:tags r:id="rId116"/>
            </p:custDataLst>
          </p:nvPr>
        </p:nvSpPr>
        <p:spPr>
          <a:xfrm>
            <a:off x="6248400" y="2772410"/>
            <a:ext cx="2729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{desc_3}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17" grpId="0"/>
      <p:bldP spid="227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>
            <p:custDataLst>
              <p:tags r:id="rId1"/>
            </p:custDataLst>
          </p:nvPr>
        </p:nvGrpSpPr>
        <p:grpSpPr>
          <a:xfrm rot="587344">
            <a:off x="3887470" y="1180465"/>
            <a:ext cx="1198245" cy="351790"/>
            <a:chOff x="6122081" y="1763939"/>
            <a:chExt cx="746125" cy="288925"/>
          </a:xfrm>
          <a:solidFill>
            <a:srgbClr val="114196"/>
          </a:solidFill>
        </p:grpSpPr>
        <p:sp>
          <p:nvSpPr>
            <p:cNvPr id="22" name="Freeform 361"/>
            <p:cNvSpPr/>
            <p:nvPr/>
          </p:nvSpPr>
          <p:spPr bwMode="auto">
            <a:xfrm>
              <a:off x="6122081" y="1763939"/>
              <a:ext cx="674688" cy="288925"/>
            </a:xfrm>
            <a:custGeom>
              <a:avLst/>
              <a:gdLst>
                <a:gd name="T0" fmla="*/ 4 w 180"/>
                <a:gd name="T1" fmla="*/ 77 h 77"/>
                <a:gd name="T2" fmla="*/ 1 w 180"/>
                <a:gd name="T3" fmla="*/ 70 h 77"/>
                <a:gd name="T4" fmla="*/ 1 w 180"/>
                <a:gd name="T5" fmla="*/ 70 h 77"/>
                <a:gd name="T6" fmla="*/ 24 w 180"/>
                <a:gd name="T7" fmla="*/ 35 h 77"/>
                <a:gd name="T8" fmla="*/ 24 w 180"/>
                <a:gd name="T9" fmla="*/ 35 h 77"/>
                <a:gd name="T10" fmla="*/ 109 w 180"/>
                <a:gd name="T11" fmla="*/ 0 h 77"/>
                <a:gd name="T12" fmla="*/ 109 w 180"/>
                <a:gd name="T13" fmla="*/ 0 h 77"/>
                <a:gd name="T14" fmla="*/ 143 w 180"/>
                <a:gd name="T15" fmla="*/ 4 h 77"/>
                <a:gd name="T16" fmla="*/ 143 w 180"/>
                <a:gd name="T17" fmla="*/ 4 h 77"/>
                <a:gd name="T18" fmla="*/ 179 w 180"/>
                <a:gd name="T19" fmla="*/ 43 h 77"/>
                <a:gd name="T20" fmla="*/ 179 w 180"/>
                <a:gd name="T21" fmla="*/ 43 h 77"/>
                <a:gd name="T22" fmla="*/ 176 w 180"/>
                <a:gd name="T23" fmla="*/ 49 h 77"/>
                <a:gd name="T24" fmla="*/ 176 w 180"/>
                <a:gd name="T25" fmla="*/ 49 h 77"/>
                <a:gd name="T26" fmla="*/ 170 w 180"/>
                <a:gd name="T27" fmla="*/ 46 h 77"/>
                <a:gd name="T28" fmla="*/ 170 w 180"/>
                <a:gd name="T29" fmla="*/ 46 h 77"/>
                <a:gd name="T30" fmla="*/ 142 w 180"/>
                <a:gd name="T31" fmla="*/ 14 h 77"/>
                <a:gd name="T32" fmla="*/ 142 w 180"/>
                <a:gd name="T33" fmla="*/ 14 h 77"/>
                <a:gd name="T34" fmla="*/ 142 w 180"/>
                <a:gd name="T35" fmla="*/ 14 h 77"/>
                <a:gd name="T36" fmla="*/ 142 w 180"/>
                <a:gd name="T37" fmla="*/ 14 h 77"/>
                <a:gd name="T38" fmla="*/ 109 w 180"/>
                <a:gd name="T39" fmla="*/ 10 h 77"/>
                <a:gd name="T40" fmla="*/ 109 w 180"/>
                <a:gd name="T41" fmla="*/ 10 h 77"/>
                <a:gd name="T42" fmla="*/ 12 w 180"/>
                <a:gd name="T43" fmla="*/ 71 h 77"/>
                <a:gd name="T44" fmla="*/ 12 w 180"/>
                <a:gd name="T45" fmla="*/ 71 h 77"/>
                <a:gd name="T46" fmla="*/ 10 w 180"/>
                <a:gd name="T47" fmla="*/ 74 h 77"/>
                <a:gd name="T48" fmla="*/ 10 w 180"/>
                <a:gd name="T49" fmla="*/ 74 h 77"/>
                <a:gd name="T50" fmla="*/ 10 w 180"/>
                <a:gd name="T51" fmla="*/ 74 h 77"/>
                <a:gd name="T52" fmla="*/ 6 w 180"/>
                <a:gd name="T53" fmla="*/ 77 h 77"/>
                <a:gd name="T54" fmla="*/ 6 w 180"/>
                <a:gd name="T55" fmla="*/ 77 h 77"/>
                <a:gd name="T56" fmla="*/ 4 w 180"/>
                <a:gd name="T57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0" h="77">
                  <a:moveTo>
                    <a:pt x="4" y="77"/>
                  </a:moveTo>
                  <a:cubicBezTo>
                    <a:pt x="1" y="76"/>
                    <a:pt x="0" y="73"/>
                    <a:pt x="1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0"/>
                    <a:pt x="8" y="53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41" y="18"/>
                    <a:pt x="69" y="0"/>
                    <a:pt x="109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20" y="0"/>
                    <a:pt x="131" y="1"/>
                    <a:pt x="143" y="4"/>
                  </a:cubicBezTo>
                  <a:cubicBezTo>
                    <a:pt x="143" y="4"/>
                    <a:pt x="143" y="4"/>
                    <a:pt x="143" y="4"/>
                  </a:cubicBezTo>
                  <a:cubicBezTo>
                    <a:pt x="144" y="4"/>
                    <a:pt x="168" y="9"/>
                    <a:pt x="179" y="43"/>
                  </a:cubicBezTo>
                  <a:cubicBezTo>
                    <a:pt x="179" y="43"/>
                    <a:pt x="179" y="43"/>
                    <a:pt x="179" y="43"/>
                  </a:cubicBezTo>
                  <a:cubicBezTo>
                    <a:pt x="180" y="45"/>
                    <a:pt x="179" y="48"/>
                    <a:pt x="176" y="49"/>
                  </a:cubicBezTo>
                  <a:cubicBezTo>
                    <a:pt x="176" y="49"/>
                    <a:pt x="176" y="49"/>
                    <a:pt x="176" y="49"/>
                  </a:cubicBezTo>
                  <a:cubicBezTo>
                    <a:pt x="174" y="50"/>
                    <a:pt x="171" y="48"/>
                    <a:pt x="170" y="46"/>
                  </a:cubicBezTo>
                  <a:cubicBezTo>
                    <a:pt x="170" y="46"/>
                    <a:pt x="170" y="46"/>
                    <a:pt x="170" y="46"/>
                  </a:cubicBezTo>
                  <a:cubicBezTo>
                    <a:pt x="161" y="20"/>
                    <a:pt x="145" y="15"/>
                    <a:pt x="142" y="14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42" y="14"/>
                    <a:pt x="142" y="14"/>
                    <a:pt x="142" y="14"/>
                  </a:cubicBezTo>
                  <a:cubicBezTo>
                    <a:pt x="130" y="11"/>
                    <a:pt x="119" y="10"/>
                    <a:pt x="109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43" y="10"/>
                    <a:pt x="17" y="59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1" y="73"/>
                    <a:pt x="10" y="74"/>
                    <a:pt x="10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6"/>
                    <a:pt x="8" y="77"/>
                    <a:pt x="6" y="77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5" y="77"/>
                    <a:pt x="5" y="77"/>
                    <a:pt x="4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362"/>
            <p:cNvSpPr/>
            <p:nvPr>
              <p:custDataLst>
                <p:tags r:id="rId2"/>
              </p:custDataLst>
            </p:nvPr>
          </p:nvSpPr>
          <p:spPr bwMode="auto">
            <a:xfrm>
              <a:off x="6695168" y="1921102"/>
              <a:ext cx="173038" cy="101600"/>
            </a:xfrm>
            <a:custGeom>
              <a:avLst/>
              <a:gdLst>
                <a:gd name="T0" fmla="*/ 28 w 46"/>
                <a:gd name="T1" fmla="*/ 27 h 27"/>
                <a:gd name="T2" fmla="*/ 10 w 46"/>
                <a:gd name="T3" fmla="*/ 19 h 27"/>
                <a:gd name="T4" fmla="*/ 10 w 46"/>
                <a:gd name="T5" fmla="*/ 19 h 27"/>
                <a:gd name="T6" fmla="*/ 2 w 46"/>
                <a:gd name="T7" fmla="*/ 11 h 27"/>
                <a:gd name="T8" fmla="*/ 2 w 46"/>
                <a:gd name="T9" fmla="*/ 11 h 27"/>
                <a:gd name="T10" fmla="*/ 2 w 46"/>
                <a:gd name="T11" fmla="*/ 11 h 27"/>
                <a:gd name="T12" fmla="*/ 2 w 46"/>
                <a:gd name="T13" fmla="*/ 4 h 27"/>
                <a:gd name="T14" fmla="*/ 2 w 46"/>
                <a:gd name="T15" fmla="*/ 4 h 27"/>
                <a:gd name="T16" fmla="*/ 9 w 46"/>
                <a:gd name="T17" fmla="*/ 5 h 27"/>
                <a:gd name="T18" fmla="*/ 9 w 46"/>
                <a:gd name="T19" fmla="*/ 5 h 27"/>
                <a:gd name="T20" fmla="*/ 11 w 46"/>
                <a:gd name="T21" fmla="*/ 7 h 27"/>
                <a:gd name="T22" fmla="*/ 11 w 46"/>
                <a:gd name="T23" fmla="*/ 7 h 27"/>
                <a:gd name="T24" fmla="*/ 16 w 46"/>
                <a:gd name="T25" fmla="*/ 11 h 27"/>
                <a:gd name="T26" fmla="*/ 16 w 46"/>
                <a:gd name="T27" fmla="*/ 11 h 27"/>
                <a:gd name="T28" fmla="*/ 28 w 46"/>
                <a:gd name="T29" fmla="*/ 17 h 27"/>
                <a:gd name="T30" fmla="*/ 28 w 46"/>
                <a:gd name="T31" fmla="*/ 17 h 27"/>
                <a:gd name="T32" fmla="*/ 32 w 46"/>
                <a:gd name="T33" fmla="*/ 16 h 27"/>
                <a:gd name="T34" fmla="*/ 32 w 46"/>
                <a:gd name="T35" fmla="*/ 16 h 27"/>
                <a:gd name="T36" fmla="*/ 35 w 46"/>
                <a:gd name="T37" fmla="*/ 5 h 27"/>
                <a:gd name="T38" fmla="*/ 35 w 46"/>
                <a:gd name="T39" fmla="*/ 5 h 27"/>
                <a:gd name="T40" fmla="*/ 41 w 46"/>
                <a:gd name="T41" fmla="*/ 1 h 27"/>
                <a:gd name="T42" fmla="*/ 41 w 46"/>
                <a:gd name="T43" fmla="*/ 1 h 27"/>
                <a:gd name="T44" fmla="*/ 45 w 46"/>
                <a:gd name="T45" fmla="*/ 6 h 27"/>
                <a:gd name="T46" fmla="*/ 45 w 46"/>
                <a:gd name="T47" fmla="*/ 6 h 27"/>
                <a:gd name="T48" fmla="*/ 39 w 46"/>
                <a:gd name="T49" fmla="*/ 22 h 27"/>
                <a:gd name="T50" fmla="*/ 39 w 46"/>
                <a:gd name="T51" fmla="*/ 22 h 27"/>
                <a:gd name="T52" fmla="*/ 28 w 46"/>
                <a:gd name="T53" fmla="*/ 27 h 27"/>
                <a:gd name="T54" fmla="*/ 28 w 46"/>
                <a:gd name="T55" fmla="*/ 27 h 27"/>
                <a:gd name="T56" fmla="*/ 28 w 46"/>
                <a:gd name="T5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" h="27">
                  <a:moveTo>
                    <a:pt x="28" y="27"/>
                  </a:moveTo>
                  <a:cubicBezTo>
                    <a:pt x="21" y="27"/>
                    <a:pt x="15" y="23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5" y="15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6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2"/>
                    <a:pt x="8" y="2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10" y="5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2" y="8"/>
                    <a:pt x="14" y="10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0" y="15"/>
                    <a:pt x="25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30" y="17"/>
                    <a:pt x="30" y="17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3" y="14"/>
                    <a:pt x="34" y="11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2"/>
                    <a:pt x="38" y="0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4" y="1"/>
                    <a:pt x="46" y="4"/>
                    <a:pt x="45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4" y="13"/>
                    <a:pt x="42" y="18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7" y="25"/>
                    <a:pt x="32" y="27"/>
                    <a:pt x="28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27"/>
                    <a:pt x="28" y="27"/>
                    <a:pt x="2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>
            <p:custDataLst>
              <p:tags r:id="rId3"/>
            </p:custDataLst>
          </p:nvPr>
        </p:nvGrpSpPr>
        <p:grpSpPr>
          <a:xfrm>
            <a:off x="3125470" y="1579245"/>
            <a:ext cx="641985" cy="930910"/>
            <a:chOff x="5539468" y="2014764"/>
            <a:chExt cx="608013" cy="965200"/>
          </a:xfrm>
          <a:solidFill>
            <a:srgbClr val="114196"/>
          </a:solidFill>
        </p:grpSpPr>
        <p:sp>
          <p:nvSpPr>
            <p:cNvPr id="25" name="Freeform 352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5704568" y="2217964"/>
              <a:ext cx="49213" cy="49213"/>
            </a:xfrm>
            <a:custGeom>
              <a:avLst/>
              <a:gdLst>
                <a:gd name="T0" fmla="*/ 0 w 13"/>
                <a:gd name="T1" fmla="*/ 7 h 13"/>
                <a:gd name="T2" fmla="*/ 6 w 13"/>
                <a:gd name="T3" fmla="*/ 0 h 13"/>
                <a:gd name="T4" fmla="*/ 6 w 13"/>
                <a:gd name="T5" fmla="*/ 0 h 13"/>
                <a:gd name="T6" fmla="*/ 13 w 13"/>
                <a:gd name="T7" fmla="*/ 7 h 13"/>
                <a:gd name="T8" fmla="*/ 13 w 13"/>
                <a:gd name="T9" fmla="*/ 7 h 13"/>
                <a:gd name="T10" fmla="*/ 6 w 13"/>
                <a:gd name="T11" fmla="*/ 13 h 13"/>
                <a:gd name="T12" fmla="*/ 6 w 13"/>
                <a:gd name="T13" fmla="*/ 13 h 13"/>
                <a:gd name="T14" fmla="*/ 0 w 13"/>
                <a:gd name="T15" fmla="*/ 7 h 13"/>
                <a:gd name="T16" fmla="*/ 6 w 13"/>
                <a:gd name="T17" fmla="*/ 7 h 13"/>
                <a:gd name="T18" fmla="*/ 6 w 13"/>
                <a:gd name="T19" fmla="*/ 3 h 13"/>
                <a:gd name="T20" fmla="*/ 6 w 13"/>
                <a:gd name="T21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3">
                  <a:moveTo>
                    <a:pt x="0" y="7"/>
                  </a:move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0"/>
                    <a:pt x="10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lose/>
                  <a:moveTo>
                    <a:pt x="6" y="7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7"/>
                    <a:pt x="6" y="7"/>
                    <a:pt x="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353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933168" y="2162402"/>
              <a:ext cx="49213" cy="52388"/>
            </a:xfrm>
            <a:custGeom>
              <a:avLst/>
              <a:gdLst>
                <a:gd name="T0" fmla="*/ 0 w 13"/>
                <a:gd name="T1" fmla="*/ 7 h 14"/>
                <a:gd name="T2" fmla="*/ 6 w 13"/>
                <a:gd name="T3" fmla="*/ 0 h 14"/>
                <a:gd name="T4" fmla="*/ 6 w 13"/>
                <a:gd name="T5" fmla="*/ 0 h 14"/>
                <a:gd name="T6" fmla="*/ 13 w 13"/>
                <a:gd name="T7" fmla="*/ 7 h 14"/>
                <a:gd name="T8" fmla="*/ 13 w 13"/>
                <a:gd name="T9" fmla="*/ 7 h 14"/>
                <a:gd name="T10" fmla="*/ 6 w 13"/>
                <a:gd name="T11" fmla="*/ 14 h 14"/>
                <a:gd name="T12" fmla="*/ 6 w 13"/>
                <a:gd name="T13" fmla="*/ 14 h 14"/>
                <a:gd name="T14" fmla="*/ 0 w 13"/>
                <a:gd name="T15" fmla="*/ 7 h 14"/>
                <a:gd name="T16" fmla="*/ 6 w 13"/>
                <a:gd name="T17" fmla="*/ 7 h 14"/>
                <a:gd name="T18" fmla="*/ 6 w 13"/>
                <a:gd name="T19" fmla="*/ 4 h 14"/>
                <a:gd name="T20" fmla="*/ 6 w 13"/>
                <a:gd name="T21" fmla="*/ 7 h 14"/>
                <a:gd name="T22" fmla="*/ 6 w 13"/>
                <a:gd name="T2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4">
                  <a:moveTo>
                    <a:pt x="0" y="7"/>
                  </a:moveTo>
                  <a:cubicBezTo>
                    <a:pt x="0" y="3"/>
                    <a:pt x="3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1"/>
                    <a:pt x="10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3" y="14"/>
                    <a:pt x="0" y="11"/>
                    <a:pt x="0" y="7"/>
                  </a:cubicBezTo>
                  <a:close/>
                  <a:moveTo>
                    <a:pt x="6" y="7"/>
                  </a:moveTo>
                  <a:cubicBezTo>
                    <a:pt x="6" y="4"/>
                    <a:pt x="6" y="4"/>
                    <a:pt x="6" y="4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58"/>
            <p:cNvSpPr/>
            <p:nvPr>
              <p:custDataLst>
                <p:tags r:id="rId6"/>
              </p:custDataLst>
            </p:nvPr>
          </p:nvSpPr>
          <p:spPr bwMode="auto">
            <a:xfrm>
              <a:off x="5674406" y="2297339"/>
              <a:ext cx="338138" cy="176213"/>
            </a:xfrm>
            <a:custGeom>
              <a:avLst/>
              <a:gdLst>
                <a:gd name="T0" fmla="*/ 49 w 90"/>
                <a:gd name="T1" fmla="*/ 47 h 47"/>
                <a:gd name="T2" fmla="*/ 48 w 90"/>
                <a:gd name="T3" fmla="*/ 47 h 47"/>
                <a:gd name="T4" fmla="*/ 1 w 90"/>
                <a:gd name="T5" fmla="*/ 24 h 47"/>
                <a:gd name="T6" fmla="*/ 1 w 90"/>
                <a:gd name="T7" fmla="*/ 24 h 47"/>
                <a:gd name="T8" fmla="*/ 1 w 90"/>
                <a:gd name="T9" fmla="*/ 24 h 47"/>
                <a:gd name="T10" fmla="*/ 4 w 90"/>
                <a:gd name="T11" fmla="*/ 18 h 47"/>
                <a:gd name="T12" fmla="*/ 4 w 90"/>
                <a:gd name="T13" fmla="*/ 18 h 47"/>
                <a:gd name="T14" fmla="*/ 11 w 90"/>
                <a:gd name="T15" fmla="*/ 20 h 47"/>
                <a:gd name="T16" fmla="*/ 11 w 90"/>
                <a:gd name="T17" fmla="*/ 20 h 47"/>
                <a:gd name="T18" fmla="*/ 11 w 90"/>
                <a:gd name="T19" fmla="*/ 20 h 47"/>
                <a:gd name="T20" fmla="*/ 11 w 90"/>
                <a:gd name="T21" fmla="*/ 21 h 47"/>
                <a:gd name="T22" fmla="*/ 11 w 90"/>
                <a:gd name="T23" fmla="*/ 21 h 47"/>
                <a:gd name="T24" fmla="*/ 11 w 90"/>
                <a:gd name="T25" fmla="*/ 22 h 47"/>
                <a:gd name="T26" fmla="*/ 11 w 90"/>
                <a:gd name="T27" fmla="*/ 22 h 47"/>
                <a:gd name="T28" fmla="*/ 17 w 90"/>
                <a:gd name="T29" fmla="*/ 26 h 47"/>
                <a:gd name="T30" fmla="*/ 17 w 90"/>
                <a:gd name="T31" fmla="*/ 26 h 47"/>
                <a:gd name="T32" fmla="*/ 49 w 90"/>
                <a:gd name="T33" fmla="*/ 37 h 47"/>
                <a:gd name="T34" fmla="*/ 49 w 90"/>
                <a:gd name="T35" fmla="*/ 37 h 47"/>
                <a:gd name="T36" fmla="*/ 50 w 90"/>
                <a:gd name="T37" fmla="*/ 37 h 47"/>
                <a:gd name="T38" fmla="*/ 50 w 90"/>
                <a:gd name="T39" fmla="*/ 37 h 47"/>
                <a:gd name="T40" fmla="*/ 53 w 90"/>
                <a:gd name="T41" fmla="*/ 36 h 47"/>
                <a:gd name="T42" fmla="*/ 53 w 90"/>
                <a:gd name="T43" fmla="*/ 36 h 47"/>
                <a:gd name="T44" fmla="*/ 63 w 90"/>
                <a:gd name="T45" fmla="*/ 33 h 47"/>
                <a:gd name="T46" fmla="*/ 63 w 90"/>
                <a:gd name="T47" fmla="*/ 33 h 47"/>
                <a:gd name="T48" fmla="*/ 79 w 90"/>
                <a:gd name="T49" fmla="*/ 5 h 47"/>
                <a:gd name="T50" fmla="*/ 79 w 90"/>
                <a:gd name="T51" fmla="*/ 5 h 47"/>
                <a:gd name="T52" fmla="*/ 85 w 90"/>
                <a:gd name="T53" fmla="*/ 1 h 47"/>
                <a:gd name="T54" fmla="*/ 85 w 90"/>
                <a:gd name="T55" fmla="*/ 1 h 47"/>
                <a:gd name="T56" fmla="*/ 89 w 90"/>
                <a:gd name="T57" fmla="*/ 6 h 47"/>
                <a:gd name="T58" fmla="*/ 89 w 90"/>
                <a:gd name="T59" fmla="*/ 6 h 47"/>
                <a:gd name="T60" fmla="*/ 67 w 90"/>
                <a:gd name="T61" fmla="*/ 42 h 47"/>
                <a:gd name="T62" fmla="*/ 67 w 90"/>
                <a:gd name="T63" fmla="*/ 42 h 47"/>
                <a:gd name="T64" fmla="*/ 49 w 90"/>
                <a:gd name="T65" fmla="*/ 47 h 47"/>
                <a:gd name="T66" fmla="*/ 49 w 90"/>
                <a:gd name="T67" fmla="*/ 47 h 47"/>
                <a:gd name="T68" fmla="*/ 49 w 90"/>
                <a:gd name="T6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47">
                  <a:moveTo>
                    <a:pt x="49" y="47"/>
                  </a:moveTo>
                  <a:cubicBezTo>
                    <a:pt x="48" y="47"/>
                    <a:pt x="48" y="47"/>
                    <a:pt x="48" y="47"/>
                  </a:cubicBezTo>
                  <a:cubicBezTo>
                    <a:pt x="10" y="43"/>
                    <a:pt x="2" y="26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0" y="22"/>
                    <a:pt x="1" y="19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7" y="17"/>
                    <a:pt x="9" y="18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3"/>
                    <a:pt x="14" y="25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22" y="30"/>
                    <a:pt x="32" y="35"/>
                    <a:pt x="49" y="37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7"/>
                    <a:pt x="50" y="37"/>
                    <a:pt x="50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1" y="37"/>
                    <a:pt x="52" y="37"/>
                    <a:pt x="53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5" y="36"/>
                    <a:pt x="59" y="35"/>
                    <a:pt x="63" y="33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70" y="29"/>
                    <a:pt x="77" y="22"/>
                    <a:pt x="79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80" y="2"/>
                    <a:pt x="82" y="0"/>
                    <a:pt x="85" y="1"/>
                  </a:cubicBezTo>
                  <a:cubicBezTo>
                    <a:pt x="85" y="1"/>
                    <a:pt x="85" y="1"/>
                    <a:pt x="85" y="1"/>
                  </a:cubicBezTo>
                  <a:cubicBezTo>
                    <a:pt x="88" y="1"/>
                    <a:pt x="90" y="4"/>
                    <a:pt x="89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7" y="26"/>
                    <a:pt x="77" y="37"/>
                    <a:pt x="67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58" y="47"/>
                    <a:pt x="50" y="47"/>
                    <a:pt x="49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47"/>
                    <a:pt x="49" y="47"/>
                    <a:pt x="49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63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539468" y="2014764"/>
              <a:ext cx="608013" cy="582613"/>
            </a:xfrm>
            <a:custGeom>
              <a:avLst/>
              <a:gdLst>
                <a:gd name="T0" fmla="*/ 80 w 162"/>
                <a:gd name="T1" fmla="*/ 155 h 155"/>
                <a:gd name="T2" fmla="*/ 79 w 162"/>
                <a:gd name="T3" fmla="*/ 155 h 155"/>
                <a:gd name="T4" fmla="*/ 11 w 162"/>
                <a:gd name="T5" fmla="*/ 119 h 155"/>
                <a:gd name="T6" fmla="*/ 0 w 162"/>
                <a:gd name="T7" fmla="*/ 77 h 155"/>
                <a:gd name="T8" fmla="*/ 0 w 162"/>
                <a:gd name="T9" fmla="*/ 75 h 155"/>
                <a:gd name="T10" fmla="*/ 41 w 162"/>
                <a:gd name="T11" fmla="*/ 11 h 155"/>
                <a:gd name="T12" fmla="*/ 91 w 162"/>
                <a:gd name="T13" fmla="*/ 0 h 155"/>
                <a:gd name="T14" fmla="*/ 94 w 162"/>
                <a:gd name="T15" fmla="*/ 0 h 155"/>
                <a:gd name="T16" fmla="*/ 94 w 162"/>
                <a:gd name="T17" fmla="*/ 5 h 155"/>
                <a:gd name="T18" fmla="*/ 94 w 162"/>
                <a:gd name="T19" fmla="*/ 5 h 155"/>
                <a:gd name="T20" fmla="*/ 95 w 162"/>
                <a:gd name="T21" fmla="*/ 0 h 155"/>
                <a:gd name="T22" fmla="*/ 153 w 162"/>
                <a:gd name="T23" fmla="*/ 51 h 155"/>
                <a:gd name="T24" fmla="*/ 162 w 162"/>
                <a:gd name="T25" fmla="*/ 94 h 155"/>
                <a:gd name="T26" fmla="*/ 162 w 162"/>
                <a:gd name="T27" fmla="*/ 95 h 155"/>
                <a:gd name="T28" fmla="*/ 162 w 162"/>
                <a:gd name="T29" fmla="*/ 95 h 155"/>
                <a:gd name="T30" fmla="*/ 91 w 162"/>
                <a:gd name="T31" fmla="*/ 155 h 155"/>
                <a:gd name="T32" fmla="*/ 90 w 162"/>
                <a:gd name="T33" fmla="*/ 155 h 155"/>
                <a:gd name="T34" fmla="*/ 90 w 162"/>
                <a:gd name="T35" fmla="*/ 145 h 155"/>
                <a:gd name="T36" fmla="*/ 152 w 162"/>
                <a:gd name="T37" fmla="*/ 94 h 155"/>
                <a:gd name="T38" fmla="*/ 152 w 162"/>
                <a:gd name="T39" fmla="*/ 94 h 155"/>
                <a:gd name="T40" fmla="*/ 144 w 162"/>
                <a:gd name="T41" fmla="*/ 55 h 155"/>
                <a:gd name="T42" fmla="*/ 93 w 162"/>
                <a:gd name="T43" fmla="*/ 10 h 155"/>
                <a:gd name="T44" fmla="*/ 91 w 162"/>
                <a:gd name="T45" fmla="*/ 10 h 155"/>
                <a:gd name="T46" fmla="*/ 45 w 162"/>
                <a:gd name="T47" fmla="*/ 20 h 155"/>
                <a:gd name="T48" fmla="*/ 10 w 162"/>
                <a:gd name="T49" fmla="*/ 75 h 155"/>
                <a:gd name="T50" fmla="*/ 10 w 162"/>
                <a:gd name="T51" fmla="*/ 77 h 155"/>
                <a:gd name="T52" fmla="*/ 20 w 162"/>
                <a:gd name="T53" fmla="*/ 114 h 155"/>
                <a:gd name="T54" fmla="*/ 79 w 162"/>
                <a:gd name="T55" fmla="*/ 145 h 155"/>
                <a:gd name="T56" fmla="*/ 81 w 162"/>
                <a:gd name="T57" fmla="*/ 145 h 155"/>
                <a:gd name="T58" fmla="*/ 81 w 162"/>
                <a:gd name="T59" fmla="*/ 145 h 155"/>
                <a:gd name="T60" fmla="*/ 82 w 162"/>
                <a:gd name="T61" fmla="*/ 145 h 155"/>
                <a:gd name="T62" fmla="*/ 84 w 162"/>
                <a:gd name="T63" fmla="*/ 14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2" h="155">
                  <a:moveTo>
                    <a:pt x="90" y="155"/>
                  </a:moveTo>
                  <a:cubicBezTo>
                    <a:pt x="85" y="155"/>
                    <a:pt x="82" y="155"/>
                    <a:pt x="80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80" y="155"/>
                    <a:pt x="79" y="155"/>
                    <a:pt x="79" y="155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42" y="155"/>
                    <a:pt x="21" y="138"/>
                    <a:pt x="11" y="119"/>
                  </a:cubicBezTo>
                  <a:cubicBezTo>
                    <a:pt x="11" y="119"/>
                    <a:pt x="11" y="119"/>
                    <a:pt x="11" y="119"/>
                  </a:cubicBezTo>
                  <a:cubicBezTo>
                    <a:pt x="1" y="101"/>
                    <a:pt x="0" y="82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6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1" y="40"/>
                    <a:pt x="20" y="2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61" y="1"/>
                    <a:pt x="83" y="0"/>
                    <a:pt x="91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3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28" y="9"/>
                    <a:pt x="145" y="31"/>
                    <a:pt x="153" y="51"/>
                  </a:cubicBezTo>
                  <a:cubicBezTo>
                    <a:pt x="153" y="51"/>
                    <a:pt x="153" y="51"/>
                    <a:pt x="153" y="51"/>
                  </a:cubicBezTo>
                  <a:cubicBezTo>
                    <a:pt x="162" y="71"/>
                    <a:pt x="162" y="90"/>
                    <a:pt x="162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2" y="94"/>
                    <a:pt x="162" y="95"/>
                    <a:pt x="162" y="95"/>
                  </a:cubicBezTo>
                  <a:cubicBezTo>
                    <a:pt x="162" y="95"/>
                    <a:pt x="162" y="95"/>
                    <a:pt x="162" y="95"/>
                  </a:cubicBezTo>
                  <a:cubicBezTo>
                    <a:pt x="162" y="95"/>
                    <a:pt x="162" y="95"/>
                    <a:pt x="162" y="95"/>
                  </a:cubicBezTo>
                  <a:cubicBezTo>
                    <a:pt x="162" y="96"/>
                    <a:pt x="162" y="96"/>
                    <a:pt x="162" y="96"/>
                  </a:cubicBezTo>
                  <a:cubicBezTo>
                    <a:pt x="148" y="147"/>
                    <a:pt x="110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0" y="155"/>
                  </a:cubicBezTo>
                  <a:close/>
                  <a:moveTo>
                    <a:pt x="84" y="145"/>
                  </a:moveTo>
                  <a:cubicBezTo>
                    <a:pt x="85" y="145"/>
                    <a:pt x="88" y="145"/>
                    <a:pt x="90" y="145"/>
                  </a:cubicBezTo>
                  <a:cubicBezTo>
                    <a:pt x="90" y="145"/>
                    <a:pt x="90" y="145"/>
                    <a:pt x="90" y="145"/>
                  </a:cubicBezTo>
                  <a:cubicBezTo>
                    <a:pt x="107" y="145"/>
                    <a:pt x="139" y="140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1"/>
                    <a:pt x="152" y="73"/>
                    <a:pt x="144" y="55"/>
                  </a:cubicBezTo>
                  <a:cubicBezTo>
                    <a:pt x="144" y="55"/>
                    <a:pt x="144" y="55"/>
                    <a:pt x="144" y="55"/>
                  </a:cubicBezTo>
                  <a:cubicBezTo>
                    <a:pt x="136" y="37"/>
                    <a:pt x="122" y="18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83" y="10"/>
                    <a:pt x="63" y="11"/>
                    <a:pt x="45" y="20"/>
                  </a:cubicBezTo>
                  <a:cubicBezTo>
                    <a:pt x="45" y="20"/>
                    <a:pt x="45" y="20"/>
                    <a:pt x="45" y="20"/>
                  </a:cubicBezTo>
                  <a:cubicBezTo>
                    <a:pt x="27" y="29"/>
                    <a:pt x="11" y="44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10" y="75"/>
                    <a:pt x="10" y="76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0" y="81"/>
                    <a:pt x="11" y="99"/>
                    <a:pt x="20" y="114"/>
                  </a:cubicBezTo>
                  <a:cubicBezTo>
                    <a:pt x="20" y="114"/>
                    <a:pt x="20" y="114"/>
                    <a:pt x="20" y="114"/>
                  </a:cubicBezTo>
                  <a:cubicBezTo>
                    <a:pt x="29" y="130"/>
                    <a:pt x="45" y="144"/>
                    <a:pt x="79" y="145"/>
                  </a:cubicBezTo>
                  <a:cubicBezTo>
                    <a:pt x="79" y="145"/>
                    <a:pt x="79" y="145"/>
                    <a:pt x="79" y="145"/>
                  </a:cubicBezTo>
                  <a:cubicBezTo>
                    <a:pt x="79" y="145"/>
                    <a:pt x="80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3" y="145"/>
                    <a:pt x="84" y="1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64"/>
            <p:cNvSpPr/>
            <p:nvPr>
              <p:custDataLst>
                <p:tags r:id="rId8"/>
              </p:custDataLst>
            </p:nvPr>
          </p:nvSpPr>
          <p:spPr bwMode="auto">
            <a:xfrm>
              <a:off x="5693456" y="2019527"/>
              <a:ext cx="239713" cy="134938"/>
            </a:xfrm>
            <a:custGeom>
              <a:avLst/>
              <a:gdLst>
                <a:gd name="T0" fmla="*/ 1 w 64"/>
                <a:gd name="T1" fmla="*/ 30 h 36"/>
                <a:gd name="T2" fmla="*/ 0 w 64"/>
                <a:gd name="T3" fmla="*/ 21 h 36"/>
                <a:gd name="T4" fmla="*/ 0 w 64"/>
                <a:gd name="T5" fmla="*/ 21 h 36"/>
                <a:gd name="T6" fmla="*/ 1 w 64"/>
                <a:gd name="T7" fmla="*/ 10 h 36"/>
                <a:gd name="T8" fmla="*/ 1 w 64"/>
                <a:gd name="T9" fmla="*/ 10 h 36"/>
                <a:gd name="T10" fmla="*/ 1 w 64"/>
                <a:gd name="T11" fmla="*/ 10 h 36"/>
                <a:gd name="T12" fmla="*/ 7 w 64"/>
                <a:gd name="T13" fmla="*/ 6 h 36"/>
                <a:gd name="T14" fmla="*/ 7 w 64"/>
                <a:gd name="T15" fmla="*/ 6 h 36"/>
                <a:gd name="T16" fmla="*/ 11 w 64"/>
                <a:gd name="T17" fmla="*/ 12 h 36"/>
                <a:gd name="T18" fmla="*/ 11 w 64"/>
                <a:gd name="T19" fmla="*/ 12 h 36"/>
                <a:gd name="T20" fmla="*/ 10 w 64"/>
                <a:gd name="T21" fmla="*/ 21 h 36"/>
                <a:gd name="T22" fmla="*/ 10 w 64"/>
                <a:gd name="T23" fmla="*/ 21 h 36"/>
                <a:gd name="T24" fmla="*/ 11 w 64"/>
                <a:gd name="T25" fmla="*/ 26 h 36"/>
                <a:gd name="T26" fmla="*/ 11 w 64"/>
                <a:gd name="T27" fmla="*/ 26 h 36"/>
                <a:gd name="T28" fmla="*/ 12 w 64"/>
                <a:gd name="T29" fmla="*/ 25 h 36"/>
                <a:gd name="T30" fmla="*/ 12 w 64"/>
                <a:gd name="T31" fmla="*/ 25 h 36"/>
                <a:gd name="T32" fmla="*/ 19 w 64"/>
                <a:gd name="T33" fmla="*/ 19 h 36"/>
                <a:gd name="T34" fmla="*/ 19 w 64"/>
                <a:gd name="T35" fmla="*/ 19 h 36"/>
                <a:gd name="T36" fmla="*/ 20 w 64"/>
                <a:gd name="T37" fmla="*/ 17 h 36"/>
                <a:gd name="T38" fmla="*/ 20 w 64"/>
                <a:gd name="T39" fmla="*/ 17 h 36"/>
                <a:gd name="T40" fmla="*/ 27 w 64"/>
                <a:gd name="T41" fmla="*/ 13 h 36"/>
                <a:gd name="T42" fmla="*/ 27 w 64"/>
                <a:gd name="T43" fmla="*/ 13 h 36"/>
                <a:gd name="T44" fmla="*/ 36 w 64"/>
                <a:gd name="T45" fmla="*/ 19 h 36"/>
                <a:gd name="T46" fmla="*/ 36 w 64"/>
                <a:gd name="T47" fmla="*/ 19 h 36"/>
                <a:gd name="T48" fmla="*/ 36 w 64"/>
                <a:gd name="T49" fmla="*/ 19 h 36"/>
                <a:gd name="T50" fmla="*/ 36 w 64"/>
                <a:gd name="T51" fmla="*/ 19 h 36"/>
                <a:gd name="T52" fmla="*/ 38 w 64"/>
                <a:gd name="T53" fmla="*/ 20 h 36"/>
                <a:gd name="T54" fmla="*/ 38 w 64"/>
                <a:gd name="T55" fmla="*/ 20 h 36"/>
                <a:gd name="T56" fmla="*/ 41 w 64"/>
                <a:gd name="T57" fmla="*/ 22 h 36"/>
                <a:gd name="T58" fmla="*/ 41 w 64"/>
                <a:gd name="T59" fmla="*/ 22 h 36"/>
                <a:gd name="T60" fmla="*/ 45 w 64"/>
                <a:gd name="T61" fmla="*/ 19 h 36"/>
                <a:gd name="T62" fmla="*/ 45 w 64"/>
                <a:gd name="T63" fmla="*/ 19 h 36"/>
                <a:gd name="T64" fmla="*/ 54 w 64"/>
                <a:gd name="T65" fmla="*/ 4 h 36"/>
                <a:gd name="T66" fmla="*/ 54 w 64"/>
                <a:gd name="T67" fmla="*/ 4 h 36"/>
                <a:gd name="T68" fmla="*/ 60 w 64"/>
                <a:gd name="T69" fmla="*/ 1 h 36"/>
                <a:gd name="T70" fmla="*/ 60 w 64"/>
                <a:gd name="T71" fmla="*/ 1 h 36"/>
                <a:gd name="T72" fmla="*/ 63 w 64"/>
                <a:gd name="T73" fmla="*/ 7 h 36"/>
                <a:gd name="T74" fmla="*/ 63 w 64"/>
                <a:gd name="T75" fmla="*/ 7 h 36"/>
                <a:gd name="T76" fmla="*/ 53 w 64"/>
                <a:gd name="T77" fmla="*/ 26 h 36"/>
                <a:gd name="T78" fmla="*/ 53 w 64"/>
                <a:gd name="T79" fmla="*/ 26 h 36"/>
                <a:gd name="T80" fmla="*/ 41 w 64"/>
                <a:gd name="T81" fmla="*/ 32 h 36"/>
                <a:gd name="T82" fmla="*/ 41 w 64"/>
                <a:gd name="T83" fmla="*/ 32 h 36"/>
                <a:gd name="T84" fmla="*/ 28 w 64"/>
                <a:gd name="T85" fmla="*/ 25 h 36"/>
                <a:gd name="T86" fmla="*/ 28 w 64"/>
                <a:gd name="T87" fmla="*/ 25 h 36"/>
                <a:gd name="T88" fmla="*/ 28 w 64"/>
                <a:gd name="T89" fmla="*/ 25 h 36"/>
                <a:gd name="T90" fmla="*/ 28 w 64"/>
                <a:gd name="T91" fmla="*/ 25 h 36"/>
                <a:gd name="T92" fmla="*/ 28 w 64"/>
                <a:gd name="T93" fmla="*/ 24 h 36"/>
                <a:gd name="T94" fmla="*/ 28 w 64"/>
                <a:gd name="T95" fmla="*/ 24 h 36"/>
                <a:gd name="T96" fmla="*/ 28 w 64"/>
                <a:gd name="T97" fmla="*/ 25 h 36"/>
                <a:gd name="T98" fmla="*/ 27 w 64"/>
                <a:gd name="T99" fmla="*/ 26 h 36"/>
                <a:gd name="T100" fmla="*/ 10 w 64"/>
                <a:gd name="T101" fmla="*/ 36 h 36"/>
                <a:gd name="T102" fmla="*/ 10 w 64"/>
                <a:gd name="T103" fmla="*/ 36 h 36"/>
                <a:gd name="T104" fmla="*/ 10 w 64"/>
                <a:gd name="T105" fmla="*/ 36 h 36"/>
                <a:gd name="T106" fmla="*/ 10 w 64"/>
                <a:gd name="T107" fmla="*/ 36 h 36"/>
                <a:gd name="T108" fmla="*/ 1 w 64"/>
                <a:gd name="T109" fmla="*/ 3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" h="36">
                  <a:moveTo>
                    <a:pt x="1" y="30"/>
                  </a:moveTo>
                  <a:cubicBezTo>
                    <a:pt x="0" y="27"/>
                    <a:pt x="0" y="24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5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7"/>
                    <a:pt x="4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7"/>
                    <a:pt x="11" y="9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2"/>
                    <a:pt x="10" y="16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3"/>
                    <a:pt x="10" y="25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2" y="26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4"/>
                    <a:pt x="16" y="22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20" y="18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6"/>
                    <a:pt x="23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31" y="13"/>
                    <a:pt x="34" y="16"/>
                    <a:pt x="36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20"/>
                    <a:pt x="37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1"/>
                    <a:pt x="40" y="22"/>
                    <a:pt x="41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2" y="21"/>
                    <a:pt x="43" y="21"/>
                    <a:pt x="45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8" y="16"/>
                    <a:pt x="51" y="12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1"/>
                    <a:pt x="58" y="0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3" y="2"/>
                    <a:pt x="64" y="5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16"/>
                    <a:pt x="56" y="22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49" y="30"/>
                    <a:pt x="45" y="32"/>
                    <a:pt x="41" y="3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32" y="31"/>
                    <a:pt x="29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0" y="32"/>
                    <a:pt x="16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5" y="36"/>
                    <a:pt x="2" y="33"/>
                    <a:pt x="1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65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588681" y="2564039"/>
              <a:ext cx="473075" cy="415925"/>
            </a:xfrm>
            <a:custGeom>
              <a:avLst/>
              <a:gdLst>
                <a:gd name="T0" fmla="*/ 0 w 126"/>
                <a:gd name="T1" fmla="*/ 111 h 111"/>
                <a:gd name="T2" fmla="*/ 2 w 126"/>
                <a:gd name="T3" fmla="*/ 95 h 111"/>
                <a:gd name="T4" fmla="*/ 44 w 126"/>
                <a:gd name="T5" fmla="*/ 8 h 111"/>
                <a:gd name="T6" fmla="*/ 44 w 126"/>
                <a:gd name="T7" fmla="*/ 8 h 111"/>
                <a:gd name="T8" fmla="*/ 76 w 126"/>
                <a:gd name="T9" fmla="*/ 1 h 111"/>
                <a:gd name="T10" fmla="*/ 76 w 126"/>
                <a:gd name="T11" fmla="*/ 1 h 111"/>
                <a:gd name="T12" fmla="*/ 119 w 126"/>
                <a:gd name="T13" fmla="*/ 34 h 111"/>
                <a:gd name="T14" fmla="*/ 119 w 126"/>
                <a:gd name="T15" fmla="*/ 34 h 111"/>
                <a:gd name="T16" fmla="*/ 126 w 126"/>
                <a:gd name="T17" fmla="*/ 78 h 111"/>
                <a:gd name="T18" fmla="*/ 126 w 126"/>
                <a:gd name="T19" fmla="*/ 78 h 111"/>
                <a:gd name="T20" fmla="*/ 126 w 126"/>
                <a:gd name="T21" fmla="*/ 84 h 111"/>
                <a:gd name="T22" fmla="*/ 126 w 126"/>
                <a:gd name="T23" fmla="*/ 84 h 111"/>
                <a:gd name="T24" fmla="*/ 121 w 126"/>
                <a:gd name="T25" fmla="*/ 83 h 111"/>
                <a:gd name="T26" fmla="*/ 126 w 126"/>
                <a:gd name="T27" fmla="*/ 84 h 111"/>
                <a:gd name="T28" fmla="*/ 123 w 126"/>
                <a:gd name="T29" fmla="*/ 106 h 111"/>
                <a:gd name="T30" fmla="*/ 123 w 126"/>
                <a:gd name="T31" fmla="*/ 106 h 111"/>
                <a:gd name="T32" fmla="*/ 122 w 126"/>
                <a:gd name="T33" fmla="*/ 111 h 111"/>
                <a:gd name="T34" fmla="*/ 0 w 126"/>
                <a:gd name="T35" fmla="*/ 111 h 111"/>
                <a:gd name="T36" fmla="*/ 48 w 126"/>
                <a:gd name="T37" fmla="*/ 18 h 111"/>
                <a:gd name="T38" fmla="*/ 47 w 126"/>
                <a:gd name="T39" fmla="*/ 18 h 111"/>
                <a:gd name="T40" fmla="*/ 47 w 126"/>
                <a:gd name="T41" fmla="*/ 18 h 111"/>
                <a:gd name="T42" fmla="*/ 47 w 126"/>
                <a:gd name="T43" fmla="*/ 18 h 111"/>
                <a:gd name="T44" fmla="*/ 46 w 126"/>
                <a:gd name="T45" fmla="*/ 18 h 111"/>
                <a:gd name="T46" fmla="*/ 46 w 126"/>
                <a:gd name="T47" fmla="*/ 18 h 111"/>
                <a:gd name="T48" fmla="*/ 43 w 126"/>
                <a:gd name="T49" fmla="*/ 20 h 111"/>
                <a:gd name="T50" fmla="*/ 43 w 126"/>
                <a:gd name="T51" fmla="*/ 20 h 111"/>
                <a:gd name="T52" fmla="*/ 33 w 126"/>
                <a:gd name="T53" fmla="*/ 29 h 111"/>
                <a:gd name="T54" fmla="*/ 33 w 126"/>
                <a:gd name="T55" fmla="*/ 29 h 111"/>
                <a:gd name="T56" fmla="*/ 12 w 126"/>
                <a:gd name="T57" fmla="*/ 96 h 111"/>
                <a:gd name="T58" fmla="*/ 12 w 126"/>
                <a:gd name="T59" fmla="*/ 96 h 111"/>
                <a:gd name="T60" fmla="*/ 12 w 126"/>
                <a:gd name="T61" fmla="*/ 101 h 111"/>
                <a:gd name="T62" fmla="*/ 114 w 126"/>
                <a:gd name="T63" fmla="*/ 101 h 111"/>
                <a:gd name="T64" fmla="*/ 116 w 126"/>
                <a:gd name="T65" fmla="*/ 83 h 111"/>
                <a:gd name="T66" fmla="*/ 116 w 126"/>
                <a:gd name="T67" fmla="*/ 83 h 111"/>
                <a:gd name="T68" fmla="*/ 116 w 126"/>
                <a:gd name="T69" fmla="*/ 78 h 111"/>
                <a:gd name="T70" fmla="*/ 116 w 126"/>
                <a:gd name="T71" fmla="*/ 78 h 111"/>
                <a:gd name="T72" fmla="*/ 109 w 126"/>
                <a:gd name="T73" fmla="*/ 37 h 111"/>
                <a:gd name="T74" fmla="*/ 109 w 126"/>
                <a:gd name="T75" fmla="*/ 37 h 111"/>
                <a:gd name="T76" fmla="*/ 76 w 126"/>
                <a:gd name="T77" fmla="*/ 11 h 111"/>
                <a:gd name="T78" fmla="*/ 76 w 126"/>
                <a:gd name="T79" fmla="*/ 11 h 111"/>
                <a:gd name="T80" fmla="*/ 76 w 126"/>
                <a:gd name="T81" fmla="*/ 11 h 111"/>
                <a:gd name="T82" fmla="*/ 76 w 126"/>
                <a:gd name="T83" fmla="*/ 11 h 111"/>
                <a:gd name="T84" fmla="*/ 48 w 126"/>
                <a:gd name="T85" fmla="*/ 1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11">
                  <a:moveTo>
                    <a:pt x="0" y="111"/>
                  </a:moveTo>
                  <a:cubicBezTo>
                    <a:pt x="2" y="95"/>
                    <a:pt x="2" y="95"/>
                    <a:pt x="2" y="95"/>
                  </a:cubicBezTo>
                  <a:cubicBezTo>
                    <a:pt x="8" y="22"/>
                    <a:pt x="40" y="9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56" y="3"/>
                    <a:pt x="67" y="1"/>
                    <a:pt x="76" y="1"/>
                  </a:cubicBezTo>
                  <a:cubicBezTo>
                    <a:pt x="76" y="1"/>
                    <a:pt x="76" y="1"/>
                    <a:pt x="76" y="1"/>
                  </a:cubicBezTo>
                  <a:cubicBezTo>
                    <a:pt x="99" y="0"/>
                    <a:pt x="113" y="17"/>
                    <a:pt x="119" y="34"/>
                  </a:cubicBezTo>
                  <a:cubicBezTo>
                    <a:pt x="119" y="34"/>
                    <a:pt x="119" y="34"/>
                    <a:pt x="119" y="34"/>
                  </a:cubicBezTo>
                  <a:cubicBezTo>
                    <a:pt x="125" y="51"/>
                    <a:pt x="126" y="69"/>
                    <a:pt x="126" y="78"/>
                  </a:cubicBezTo>
                  <a:cubicBezTo>
                    <a:pt x="126" y="78"/>
                    <a:pt x="126" y="78"/>
                    <a:pt x="126" y="78"/>
                  </a:cubicBezTo>
                  <a:cubicBezTo>
                    <a:pt x="126" y="82"/>
                    <a:pt x="126" y="84"/>
                    <a:pt x="126" y="84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1" y="83"/>
                    <a:pt x="121" y="83"/>
                    <a:pt x="121" y="83"/>
                  </a:cubicBezTo>
                  <a:cubicBezTo>
                    <a:pt x="126" y="84"/>
                    <a:pt x="126" y="84"/>
                    <a:pt x="126" y="84"/>
                  </a:cubicBezTo>
                  <a:cubicBezTo>
                    <a:pt x="124" y="98"/>
                    <a:pt x="123" y="106"/>
                    <a:pt x="123" y="106"/>
                  </a:cubicBezTo>
                  <a:cubicBezTo>
                    <a:pt x="123" y="106"/>
                    <a:pt x="123" y="106"/>
                    <a:pt x="123" y="106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0" y="111"/>
                    <a:pt x="0" y="111"/>
                    <a:pt x="0" y="111"/>
                  </a:cubicBezTo>
                  <a:close/>
                  <a:moveTo>
                    <a:pt x="48" y="18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7" y="18"/>
                    <a:pt x="46" y="18"/>
                    <a:pt x="46" y="18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5" y="19"/>
                    <a:pt x="44" y="19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1" y="21"/>
                    <a:pt x="37" y="24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25" y="40"/>
                    <a:pt x="15" y="59"/>
                    <a:pt x="12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7"/>
                    <a:pt x="115" y="91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6" y="83"/>
                    <a:pt x="116" y="81"/>
                    <a:pt x="116" y="78"/>
                  </a:cubicBezTo>
                  <a:cubicBezTo>
                    <a:pt x="116" y="78"/>
                    <a:pt x="116" y="78"/>
                    <a:pt x="116" y="78"/>
                  </a:cubicBezTo>
                  <a:cubicBezTo>
                    <a:pt x="116" y="70"/>
                    <a:pt x="115" y="52"/>
                    <a:pt x="109" y="37"/>
                  </a:cubicBezTo>
                  <a:cubicBezTo>
                    <a:pt x="109" y="37"/>
                    <a:pt x="109" y="37"/>
                    <a:pt x="109" y="37"/>
                  </a:cubicBezTo>
                  <a:cubicBezTo>
                    <a:pt x="103" y="22"/>
                    <a:pt x="94" y="11"/>
                    <a:pt x="76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68" y="11"/>
                    <a:pt x="59" y="13"/>
                    <a:pt x="4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>
            <p:custDataLst>
              <p:tags r:id="rId10"/>
            </p:custDataLst>
          </p:nvPr>
        </p:nvGrpSpPr>
        <p:grpSpPr>
          <a:xfrm>
            <a:off x="5264150" y="1603375"/>
            <a:ext cx="595630" cy="981075"/>
            <a:chOff x="6725331" y="2083027"/>
            <a:chExt cx="612775" cy="1106488"/>
          </a:xfrm>
          <a:solidFill>
            <a:srgbClr val="114196"/>
          </a:solidFill>
        </p:grpSpPr>
        <p:sp>
          <p:nvSpPr>
            <p:cNvPr id="38" name="Freeform 354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6928531" y="2303689"/>
              <a:ext cx="49213" cy="49213"/>
            </a:xfrm>
            <a:custGeom>
              <a:avLst/>
              <a:gdLst>
                <a:gd name="T0" fmla="*/ 0 w 13"/>
                <a:gd name="T1" fmla="*/ 6 h 13"/>
                <a:gd name="T2" fmla="*/ 7 w 13"/>
                <a:gd name="T3" fmla="*/ 0 h 13"/>
                <a:gd name="T4" fmla="*/ 7 w 13"/>
                <a:gd name="T5" fmla="*/ 0 h 13"/>
                <a:gd name="T6" fmla="*/ 13 w 13"/>
                <a:gd name="T7" fmla="*/ 6 h 13"/>
                <a:gd name="T8" fmla="*/ 13 w 13"/>
                <a:gd name="T9" fmla="*/ 6 h 13"/>
                <a:gd name="T10" fmla="*/ 7 w 13"/>
                <a:gd name="T11" fmla="*/ 13 h 13"/>
                <a:gd name="T12" fmla="*/ 7 w 13"/>
                <a:gd name="T13" fmla="*/ 13 h 13"/>
                <a:gd name="T14" fmla="*/ 0 w 13"/>
                <a:gd name="T15" fmla="*/ 6 h 13"/>
                <a:gd name="T16" fmla="*/ 7 w 13"/>
                <a:gd name="T17" fmla="*/ 6 h 13"/>
                <a:gd name="T18" fmla="*/ 7 w 13"/>
                <a:gd name="T19" fmla="*/ 3 h 13"/>
                <a:gd name="T20" fmla="*/ 7 w 13"/>
                <a:gd name="T21" fmla="*/ 6 h 13"/>
                <a:gd name="T22" fmla="*/ 7 w 13"/>
                <a:gd name="T23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lose/>
                  <a:moveTo>
                    <a:pt x="7" y="6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55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123793" y="2330677"/>
              <a:ext cx="49213" cy="49213"/>
            </a:xfrm>
            <a:custGeom>
              <a:avLst/>
              <a:gdLst>
                <a:gd name="T0" fmla="*/ 0 w 13"/>
                <a:gd name="T1" fmla="*/ 7 h 13"/>
                <a:gd name="T2" fmla="*/ 7 w 13"/>
                <a:gd name="T3" fmla="*/ 0 h 13"/>
                <a:gd name="T4" fmla="*/ 7 w 13"/>
                <a:gd name="T5" fmla="*/ 0 h 13"/>
                <a:gd name="T6" fmla="*/ 13 w 13"/>
                <a:gd name="T7" fmla="*/ 7 h 13"/>
                <a:gd name="T8" fmla="*/ 13 w 13"/>
                <a:gd name="T9" fmla="*/ 7 h 13"/>
                <a:gd name="T10" fmla="*/ 7 w 13"/>
                <a:gd name="T11" fmla="*/ 13 h 13"/>
                <a:gd name="T12" fmla="*/ 7 w 13"/>
                <a:gd name="T13" fmla="*/ 13 h 13"/>
                <a:gd name="T14" fmla="*/ 0 w 13"/>
                <a:gd name="T15" fmla="*/ 7 h 13"/>
                <a:gd name="T16" fmla="*/ 8 w 13"/>
                <a:gd name="T17" fmla="*/ 7 h 13"/>
                <a:gd name="T18" fmla="*/ 10 w 13"/>
                <a:gd name="T19" fmla="*/ 7 h 13"/>
                <a:gd name="T20" fmla="*/ 7 w 13"/>
                <a:gd name="T21" fmla="*/ 7 h 13"/>
                <a:gd name="T22" fmla="*/ 7 w 13"/>
                <a:gd name="T23" fmla="*/ 3 h 13"/>
                <a:gd name="T24" fmla="*/ 7 w 13"/>
                <a:gd name="T25" fmla="*/ 7 h 13"/>
                <a:gd name="T26" fmla="*/ 7 w 13"/>
                <a:gd name="T27" fmla="*/ 7 h 13"/>
                <a:gd name="T28" fmla="*/ 7 w 13"/>
                <a:gd name="T29" fmla="*/ 7 h 13"/>
                <a:gd name="T30" fmla="*/ 8 w 13"/>
                <a:gd name="T31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3"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3" y="3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10"/>
                    <a:pt x="11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lose/>
                  <a:moveTo>
                    <a:pt x="8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7"/>
                    <a:pt x="8" y="7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59"/>
            <p:cNvSpPr/>
            <p:nvPr>
              <p:custDataLst>
                <p:tags r:id="rId13"/>
              </p:custDataLst>
            </p:nvPr>
          </p:nvSpPr>
          <p:spPr bwMode="auto">
            <a:xfrm>
              <a:off x="6838043" y="2379889"/>
              <a:ext cx="357188" cy="184150"/>
            </a:xfrm>
            <a:custGeom>
              <a:avLst/>
              <a:gdLst>
                <a:gd name="T0" fmla="*/ 49 w 95"/>
                <a:gd name="T1" fmla="*/ 49 h 49"/>
                <a:gd name="T2" fmla="*/ 29 w 95"/>
                <a:gd name="T3" fmla="*/ 44 h 49"/>
                <a:gd name="T4" fmla="*/ 29 w 95"/>
                <a:gd name="T5" fmla="*/ 44 h 49"/>
                <a:gd name="T6" fmla="*/ 6 w 95"/>
                <a:gd name="T7" fmla="*/ 24 h 49"/>
                <a:gd name="T8" fmla="*/ 6 w 95"/>
                <a:gd name="T9" fmla="*/ 24 h 49"/>
                <a:gd name="T10" fmla="*/ 0 w 95"/>
                <a:gd name="T11" fmla="*/ 7 h 49"/>
                <a:gd name="T12" fmla="*/ 0 w 95"/>
                <a:gd name="T13" fmla="*/ 7 h 49"/>
                <a:gd name="T14" fmla="*/ 0 w 95"/>
                <a:gd name="T15" fmla="*/ 7 h 49"/>
                <a:gd name="T16" fmla="*/ 4 w 95"/>
                <a:gd name="T17" fmla="*/ 1 h 49"/>
                <a:gd name="T18" fmla="*/ 4 w 95"/>
                <a:gd name="T19" fmla="*/ 1 h 49"/>
                <a:gd name="T20" fmla="*/ 10 w 95"/>
                <a:gd name="T21" fmla="*/ 5 h 49"/>
                <a:gd name="T22" fmla="*/ 10 w 95"/>
                <a:gd name="T23" fmla="*/ 5 h 49"/>
                <a:gd name="T24" fmla="*/ 11 w 95"/>
                <a:gd name="T25" fmla="*/ 9 h 49"/>
                <a:gd name="T26" fmla="*/ 11 w 95"/>
                <a:gd name="T27" fmla="*/ 9 h 49"/>
                <a:gd name="T28" fmla="*/ 15 w 95"/>
                <a:gd name="T29" fmla="*/ 19 h 49"/>
                <a:gd name="T30" fmla="*/ 15 w 95"/>
                <a:gd name="T31" fmla="*/ 19 h 49"/>
                <a:gd name="T32" fmla="*/ 32 w 95"/>
                <a:gd name="T33" fmla="*/ 34 h 49"/>
                <a:gd name="T34" fmla="*/ 32 w 95"/>
                <a:gd name="T35" fmla="*/ 34 h 49"/>
                <a:gd name="T36" fmla="*/ 33 w 95"/>
                <a:gd name="T37" fmla="*/ 35 h 49"/>
                <a:gd name="T38" fmla="*/ 34 w 95"/>
                <a:gd name="T39" fmla="*/ 35 h 49"/>
                <a:gd name="T40" fmla="*/ 34 w 95"/>
                <a:gd name="T41" fmla="*/ 36 h 49"/>
                <a:gd name="T42" fmla="*/ 34 w 95"/>
                <a:gd name="T43" fmla="*/ 36 h 49"/>
                <a:gd name="T44" fmla="*/ 37 w 95"/>
                <a:gd name="T45" fmla="*/ 37 h 49"/>
                <a:gd name="T46" fmla="*/ 37 w 95"/>
                <a:gd name="T47" fmla="*/ 37 h 49"/>
                <a:gd name="T48" fmla="*/ 49 w 95"/>
                <a:gd name="T49" fmla="*/ 39 h 49"/>
                <a:gd name="T50" fmla="*/ 49 w 95"/>
                <a:gd name="T51" fmla="*/ 39 h 49"/>
                <a:gd name="T52" fmla="*/ 86 w 95"/>
                <a:gd name="T53" fmla="*/ 19 h 49"/>
                <a:gd name="T54" fmla="*/ 86 w 95"/>
                <a:gd name="T55" fmla="*/ 19 h 49"/>
                <a:gd name="T56" fmla="*/ 93 w 95"/>
                <a:gd name="T57" fmla="*/ 19 h 49"/>
                <a:gd name="T58" fmla="*/ 93 w 95"/>
                <a:gd name="T59" fmla="*/ 19 h 49"/>
                <a:gd name="T60" fmla="*/ 93 w 95"/>
                <a:gd name="T61" fmla="*/ 26 h 49"/>
                <a:gd name="T62" fmla="*/ 93 w 95"/>
                <a:gd name="T63" fmla="*/ 26 h 49"/>
                <a:gd name="T64" fmla="*/ 49 w 95"/>
                <a:gd name="T65" fmla="*/ 49 h 49"/>
                <a:gd name="T66" fmla="*/ 49 w 95"/>
                <a:gd name="T67" fmla="*/ 49 h 49"/>
                <a:gd name="T68" fmla="*/ 49 w 95"/>
                <a:gd name="T6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5" h="49">
                  <a:moveTo>
                    <a:pt x="49" y="49"/>
                  </a:moveTo>
                  <a:cubicBezTo>
                    <a:pt x="38" y="49"/>
                    <a:pt x="31" y="45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18" y="41"/>
                    <a:pt x="11" y="32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2" y="15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5"/>
                    <a:pt x="10" y="6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2" y="12"/>
                    <a:pt x="13" y="15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9" y="26"/>
                    <a:pt x="25" y="33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5" y="36"/>
                    <a:pt x="36" y="36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40" y="38"/>
                    <a:pt x="44" y="39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8" y="39"/>
                    <a:pt x="71" y="35"/>
                    <a:pt x="86" y="19"/>
                  </a:cubicBezTo>
                  <a:cubicBezTo>
                    <a:pt x="86" y="19"/>
                    <a:pt x="86" y="19"/>
                    <a:pt x="86" y="19"/>
                  </a:cubicBezTo>
                  <a:cubicBezTo>
                    <a:pt x="88" y="17"/>
                    <a:pt x="91" y="17"/>
                    <a:pt x="93" y="19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5" y="21"/>
                    <a:pt x="95" y="24"/>
                    <a:pt x="93" y="26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77" y="44"/>
                    <a:pt x="61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49" y="49"/>
                    <a:pt x="49" y="49"/>
                    <a:pt x="49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60"/>
            <p:cNvSpPr/>
            <p:nvPr>
              <p:custDataLst>
                <p:tags r:id="rId14"/>
              </p:custDataLst>
            </p:nvPr>
          </p:nvSpPr>
          <p:spPr bwMode="auto">
            <a:xfrm>
              <a:off x="7131731" y="2410052"/>
              <a:ext cx="93663" cy="88900"/>
            </a:xfrm>
            <a:custGeom>
              <a:avLst/>
              <a:gdLst>
                <a:gd name="T0" fmla="*/ 16 w 25"/>
                <a:gd name="T1" fmla="*/ 22 h 24"/>
                <a:gd name="T2" fmla="*/ 2 w 25"/>
                <a:gd name="T3" fmla="*/ 9 h 24"/>
                <a:gd name="T4" fmla="*/ 2 w 25"/>
                <a:gd name="T5" fmla="*/ 2 h 24"/>
                <a:gd name="T6" fmla="*/ 2 w 25"/>
                <a:gd name="T7" fmla="*/ 2 h 24"/>
                <a:gd name="T8" fmla="*/ 9 w 25"/>
                <a:gd name="T9" fmla="*/ 2 h 24"/>
                <a:gd name="T10" fmla="*/ 9 w 25"/>
                <a:gd name="T11" fmla="*/ 2 h 24"/>
                <a:gd name="T12" fmla="*/ 23 w 25"/>
                <a:gd name="T13" fmla="*/ 15 h 24"/>
                <a:gd name="T14" fmla="*/ 23 w 25"/>
                <a:gd name="T15" fmla="*/ 22 h 24"/>
                <a:gd name="T16" fmla="*/ 23 w 25"/>
                <a:gd name="T17" fmla="*/ 22 h 24"/>
                <a:gd name="T18" fmla="*/ 19 w 25"/>
                <a:gd name="T19" fmla="*/ 24 h 24"/>
                <a:gd name="T20" fmla="*/ 19 w 25"/>
                <a:gd name="T21" fmla="*/ 24 h 24"/>
                <a:gd name="T22" fmla="*/ 16 w 25"/>
                <a:gd name="T23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24">
                  <a:moveTo>
                    <a:pt x="16" y="22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5" y="20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4"/>
                    <a:pt x="17" y="23"/>
                    <a:pt x="16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66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725331" y="2683102"/>
              <a:ext cx="522288" cy="506413"/>
            </a:xfrm>
            <a:custGeom>
              <a:avLst/>
              <a:gdLst>
                <a:gd name="T0" fmla="*/ 79 w 139"/>
                <a:gd name="T1" fmla="*/ 135 h 135"/>
                <a:gd name="T2" fmla="*/ 3 w 139"/>
                <a:gd name="T3" fmla="*/ 116 h 135"/>
                <a:gd name="T4" fmla="*/ 3 w 139"/>
                <a:gd name="T5" fmla="*/ 116 h 135"/>
                <a:gd name="T6" fmla="*/ 0 w 139"/>
                <a:gd name="T7" fmla="*/ 115 h 135"/>
                <a:gd name="T8" fmla="*/ 0 w 139"/>
                <a:gd name="T9" fmla="*/ 111 h 135"/>
                <a:gd name="T10" fmla="*/ 52 w 139"/>
                <a:gd name="T11" fmla="*/ 8 h 135"/>
                <a:gd name="T12" fmla="*/ 52 w 139"/>
                <a:gd name="T13" fmla="*/ 8 h 135"/>
                <a:gd name="T14" fmla="*/ 52 w 139"/>
                <a:gd name="T15" fmla="*/ 8 h 135"/>
                <a:gd name="T16" fmla="*/ 53 w 139"/>
                <a:gd name="T17" fmla="*/ 8 h 135"/>
                <a:gd name="T18" fmla="*/ 86 w 139"/>
                <a:gd name="T19" fmla="*/ 1 h 135"/>
                <a:gd name="T20" fmla="*/ 86 w 139"/>
                <a:gd name="T21" fmla="*/ 1 h 135"/>
                <a:gd name="T22" fmla="*/ 131 w 139"/>
                <a:gd name="T23" fmla="*/ 30 h 135"/>
                <a:gd name="T24" fmla="*/ 131 w 139"/>
                <a:gd name="T25" fmla="*/ 30 h 135"/>
                <a:gd name="T26" fmla="*/ 139 w 139"/>
                <a:gd name="T27" fmla="*/ 75 h 135"/>
                <a:gd name="T28" fmla="*/ 139 w 139"/>
                <a:gd name="T29" fmla="*/ 75 h 135"/>
                <a:gd name="T30" fmla="*/ 139 w 139"/>
                <a:gd name="T31" fmla="*/ 86 h 135"/>
                <a:gd name="T32" fmla="*/ 139 w 139"/>
                <a:gd name="T33" fmla="*/ 86 h 135"/>
                <a:gd name="T34" fmla="*/ 139 w 139"/>
                <a:gd name="T35" fmla="*/ 86 h 135"/>
                <a:gd name="T36" fmla="*/ 137 w 139"/>
                <a:gd name="T37" fmla="*/ 116 h 135"/>
                <a:gd name="T38" fmla="*/ 135 w 139"/>
                <a:gd name="T39" fmla="*/ 117 h 135"/>
                <a:gd name="T40" fmla="*/ 79 w 139"/>
                <a:gd name="T41" fmla="*/ 135 h 135"/>
                <a:gd name="T42" fmla="*/ 79 w 139"/>
                <a:gd name="T43" fmla="*/ 135 h 135"/>
                <a:gd name="T44" fmla="*/ 79 w 139"/>
                <a:gd name="T45" fmla="*/ 135 h 135"/>
                <a:gd name="T46" fmla="*/ 13 w 139"/>
                <a:gd name="T47" fmla="*/ 110 h 135"/>
                <a:gd name="T48" fmla="*/ 29 w 139"/>
                <a:gd name="T49" fmla="*/ 116 h 135"/>
                <a:gd name="T50" fmla="*/ 29 w 139"/>
                <a:gd name="T51" fmla="*/ 116 h 135"/>
                <a:gd name="T52" fmla="*/ 79 w 139"/>
                <a:gd name="T53" fmla="*/ 125 h 135"/>
                <a:gd name="T54" fmla="*/ 79 w 139"/>
                <a:gd name="T55" fmla="*/ 125 h 135"/>
                <a:gd name="T56" fmla="*/ 127 w 139"/>
                <a:gd name="T57" fmla="*/ 111 h 135"/>
                <a:gd name="T58" fmla="*/ 127 w 139"/>
                <a:gd name="T59" fmla="*/ 111 h 135"/>
                <a:gd name="T60" fmla="*/ 129 w 139"/>
                <a:gd name="T61" fmla="*/ 86 h 135"/>
                <a:gd name="T62" fmla="*/ 134 w 139"/>
                <a:gd name="T63" fmla="*/ 86 h 135"/>
                <a:gd name="T64" fmla="*/ 129 w 139"/>
                <a:gd name="T65" fmla="*/ 86 h 135"/>
                <a:gd name="T66" fmla="*/ 129 w 139"/>
                <a:gd name="T67" fmla="*/ 75 h 135"/>
                <a:gd name="T68" fmla="*/ 129 w 139"/>
                <a:gd name="T69" fmla="*/ 75 h 135"/>
                <a:gd name="T70" fmla="*/ 122 w 139"/>
                <a:gd name="T71" fmla="*/ 34 h 135"/>
                <a:gd name="T72" fmla="*/ 122 w 139"/>
                <a:gd name="T73" fmla="*/ 34 h 135"/>
                <a:gd name="T74" fmla="*/ 86 w 139"/>
                <a:gd name="T75" fmla="*/ 11 h 135"/>
                <a:gd name="T76" fmla="*/ 86 w 139"/>
                <a:gd name="T77" fmla="*/ 11 h 135"/>
                <a:gd name="T78" fmla="*/ 57 w 139"/>
                <a:gd name="T79" fmla="*/ 17 h 135"/>
                <a:gd name="T80" fmla="*/ 57 w 139"/>
                <a:gd name="T81" fmla="*/ 17 h 135"/>
                <a:gd name="T82" fmla="*/ 56 w 139"/>
                <a:gd name="T83" fmla="*/ 18 h 135"/>
                <a:gd name="T84" fmla="*/ 56 w 139"/>
                <a:gd name="T85" fmla="*/ 18 h 135"/>
                <a:gd name="T86" fmla="*/ 52 w 139"/>
                <a:gd name="T87" fmla="*/ 21 h 135"/>
                <a:gd name="T88" fmla="*/ 52 w 139"/>
                <a:gd name="T89" fmla="*/ 21 h 135"/>
                <a:gd name="T90" fmla="*/ 38 w 139"/>
                <a:gd name="T91" fmla="*/ 35 h 135"/>
                <a:gd name="T92" fmla="*/ 38 w 139"/>
                <a:gd name="T93" fmla="*/ 35 h 135"/>
                <a:gd name="T94" fmla="*/ 11 w 139"/>
                <a:gd name="T95" fmla="*/ 109 h 135"/>
                <a:gd name="T96" fmla="*/ 11 w 139"/>
                <a:gd name="T97" fmla="*/ 109 h 135"/>
                <a:gd name="T98" fmla="*/ 13 w 139"/>
                <a:gd name="T99" fmla="*/ 11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9" h="135">
                  <a:moveTo>
                    <a:pt x="79" y="135"/>
                  </a:moveTo>
                  <a:cubicBezTo>
                    <a:pt x="39" y="134"/>
                    <a:pt x="3" y="116"/>
                    <a:pt x="3" y="116"/>
                  </a:cubicBezTo>
                  <a:cubicBezTo>
                    <a:pt x="3" y="116"/>
                    <a:pt x="3" y="116"/>
                    <a:pt x="3" y="11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12" y="30"/>
                    <a:pt x="51" y="9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66" y="3"/>
                    <a:pt x="77" y="1"/>
                    <a:pt x="86" y="1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110" y="0"/>
                    <a:pt x="124" y="14"/>
                    <a:pt x="131" y="30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8" y="46"/>
                    <a:pt x="139" y="64"/>
                    <a:pt x="139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39" y="81"/>
                    <a:pt x="139" y="85"/>
                    <a:pt x="139" y="86"/>
                  </a:cubicBezTo>
                  <a:cubicBezTo>
                    <a:pt x="139" y="86"/>
                    <a:pt x="139" y="86"/>
                    <a:pt x="139" y="86"/>
                  </a:cubicBezTo>
                  <a:cubicBezTo>
                    <a:pt x="139" y="86"/>
                    <a:pt x="139" y="86"/>
                    <a:pt x="139" y="86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5" y="117"/>
                    <a:pt x="135" y="117"/>
                    <a:pt x="135" y="117"/>
                  </a:cubicBezTo>
                  <a:cubicBezTo>
                    <a:pt x="118" y="130"/>
                    <a:pt x="98" y="135"/>
                    <a:pt x="79" y="135"/>
                  </a:cubicBezTo>
                  <a:cubicBezTo>
                    <a:pt x="79" y="135"/>
                    <a:pt x="79" y="135"/>
                    <a:pt x="79" y="135"/>
                  </a:cubicBezTo>
                  <a:cubicBezTo>
                    <a:pt x="79" y="135"/>
                    <a:pt x="79" y="135"/>
                    <a:pt x="79" y="135"/>
                  </a:cubicBezTo>
                  <a:close/>
                  <a:moveTo>
                    <a:pt x="13" y="110"/>
                  </a:moveTo>
                  <a:cubicBezTo>
                    <a:pt x="17" y="112"/>
                    <a:pt x="23" y="114"/>
                    <a:pt x="29" y="116"/>
                  </a:cubicBezTo>
                  <a:cubicBezTo>
                    <a:pt x="29" y="116"/>
                    <a:pt x="29" y="116"/>
                    <a:pt x="29" y="116"/>
                  </a:cubicBezTo>
                  <a:cubicBezTo>
                    <a:pt x="43" y="120"/>
                    <a:pt x="61" y="125"/>
                    <a:pt x="79" y="125"/>
                  </a:cubicBezTo>
                  <a:cubicBezTo>
                    <a:pt x="79" y="125"/>
                    <a:pt x="79" y="125"/>
                    <a:pt x="79" y="125"/>
                  </a:cubicBezTo>
                  <a:cubicBezTo>
                    <a:pt x="96" y="125"/>
                    <a:pt x="113" y="121"/>
                    <a:pt x="127" y="111"/>
                  </a:cubicBezTo>
                  <a:cubicBezTo>
                    <a:pt x="127" y="111"/>
                    <a:pt x="127" y="111"/>
                    <a:pt x="127" y="111"/>
                  </a:cubicBezTo>
                  <a:cubicBezTo>
                    <a:pt x="129" y="86"/>
                    <a:pt x="129" y="86"/>
                    <a:pt x="129" y="86"/>
                  </a:cubicBezTo>
                  <a:cubicBezTo>
                    <a:pt x="134" y="86"/>
                    <a:pt x="134" y="86"/>
                    <a:pt x="134" y="86"/>
                  </a:cubicBezTo>
                  <a:cubicBezTo>
                    <a:pt x="129" y="86"/>
                    <a:pt x="129" y="86"/>
                    <a:pt x="129" y="86"/>
                  </a:cubicBezTo>
                  <a:cubicBezTo>
                    <a:pt x="129" y="86"/>
                    <a:pt x="129" y="82"/>
                    <a:pt x="129" y="75"/>
                  </a:cubicBezTo>
                  <a:cubicBezTo>
                    <a:pt x="129" y="75"/>
                    <a:pt x="129" y="75"/>
                    <a:pt x="129" y="75"/>
                  </a:cubicBezTo>
                  <a:cubicBezTo>
                    <a:pt x="129" y="65"/>
                    <a:pt x="128" y="48"/>
                    <a:pt x="122" y="34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15" y="21"/>
                    <a:pt x="10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78" y="11"/>
                    <a:pt x="69" y="12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6" y="17"/>
                    <a:pt x="56" y="18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55" y="18"/>
                    <a:pt x="53" y="19"/>
                    <a:pt x="52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48" y="24"/>
                    <a:pt x="44" y="28"/>
                    <a:pt x="38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28" y="49"/>
                    <a:pt x="17" y="72"/>
                    <a:pt x="11" y="109"/>
                  </a:cubicBez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12" y="110"/>
                    <a:pt x="13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6771368" y="2229077"/>
              <a:ext cx="566738" cy="495300"/>
            </a:xfrm>
            <a:custGeom>
              <a:avLst/>
              <a:gdLst>
                <a:gd name="T0" fmla="*/ 50 w 151"/>
                <a:gd name="T1" fmla="*/ 127 h 132"/>
                <a:gd name="T2" fmla="*/ 0 w 151"/>
                <a:gd name="T3" fmla="*/ 69 h 132"/>
                <a:gd name="T4" fmla="*/ 16 w 151"/>
                <a:gd name="T5" fmla="*/ 24 h 132"/>
                <a:gd name="T6" fmla="*/ 16 w 151"/>
                <a:gd name="T7" fmla="*/ 23 h 132"/>
                <a:gd name="T8" fmla="*/ 59 w 151"/>
                <a:gd name="T9" fmla="*/ 6 h 132"/>
                <a:gd name="T10" fmla="*/ 64 w 151"/>
                <a:gd name="T11" fmla="*/ 6 h 132"/>
                <a:gd name="T12" fmla="*/ 64 w 151"/>
                <a:gd name="T13" fmla="*/ 4 h 132"/>
                <a:gd name="T14" fmla="*/ 70 w 151"/>
                <a:gd name="T15" fmla="*/ 0 h 132"/>
                <a:gd name="T16" fmla="*/ 102 w 151"/>
                <a:gd name="T17" fmla="*/ 4 h 132"/>
                <a:gd name="T18" fmla="*/ 151 w 151"/>
                <a:gd name="T19" fmla="*/ 66 h 132"/>
                <a:gd name="T20" fmla="*/ 140 w 151"/>
                <a:gd name="T21" fmla="*/ 106 h 132"/>
                <a:gd name="T22" fmla="*/ 140 w 151"/>
                <a:gd name="T23" fmla="*/ 106 h 132"/>
                <a:gd name="T24" fmla="*/ 79 w 151"/>
                <a:gd name="T25" fmla="*/ 132 h 132"/>
                <a:gd name="T26" fmla="*/ 79 w 151"/>
                <a:gd name="T27" fmla="*/ 132 h 132"/>
                <a:gd name="T28" fmla="*/ 60 w 151"/>
                <a:gd name="T29" fmla="*/ 120 h 132"/>
                <a:gd name="T30" fmla="*/ 79 w 151"/>
                <a:gd name="T31" fmla="*/ 122 h 132"/>
                <a:gd name="T32" fmla="*/ 132 w 151"/>
                <a:gd name="T33" fmla="*/ 100 h 132"/>
                <a:gd name="T34" fmla="*/ 133 w 151"/>
                <a:gd name="T35" fmla="*/ 98 h 132"/>
                <a:gd name="T36" fmla="*/ 136 w 151"/>
                <a:gd name="T37" fmla="*/ 90 h 132"/>
                <a:gd name="T38" fmla="*/ 141 w 151"/>
                <a:gd name="T39" fmla="*/ 66 h 132"/>
                <a:gd name="T40" fmla="*/ 100 w 151"/>
                <a:gd name="T41" fmla="*/ 14 h 132"/>
                <a:gd name="T42" fmla="*/ 84 w 151"/>
                <a:gd name="T43" fmla="*/ 12 h 132"/>
                <a:gd name="T44" fmla="*/ 85 w 151"/>
                <a:gd name="T45" fmla="*/ 19 h 132"/>
                <a:gd name="T46" fmla="*/ 78 w 151"/>
                <a:gd name="T47" fmla="*/ 20 h 132"/>
                <a:gd name="T48" fmla="*/ 77 w 151"/>
                <a:gd name="T49" fmla="*/ 20 h 132"/>
                <a:gd name="T50" fmla="*/ 73 w 151"/>
                <a:gd name="T51" fmla="*/ 18 h 132"/>
                <a:gd name="T52" fmla="*/ 59 w 151"/>
                <a:gd name="T53" fmla="*/ 16 h 132"/>
                <a:gd name="T54" fmla="*/ 23 w 151"/>
                <a:gd name="T55" fmla="*/ 30 h 132"/>
                <a:gd name="T56" fmla="*/ 22 w 151"/>
                <a:gd name="T57" fmla="*/ 33 h 132"/>
                <a:gd name="T58" fmla="*/ 17 w 151"/>
                <a:gd name="T59" fmla="*/ 41 h 132"/>
                <a:gd name="T60" fmla="*/ 10 w 151"/>
                <a:gd name="T61" fmla="*/ 69 h 132"/>
                <a:gd name="T62" fmla="*/ 53 w 151"/>
                <a:gd name="T63" fmla="*/ 118 h 132"/>
                <a:gd name="T64" fmla="*/ 53 w 151"/>
                <a:gd name="T65" fmla="*/ 11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1" h="132">
                  <a:moveTo>
                    <a:pt x="79" y="132"/>
                  </a:moveTo>
                  <a:cubicBezTo>
                    <a:pt x="62" y="132"/>
                    <a:pt x="50" y="127"/>
                    <a:pt x="50" y="127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12" y="113"/>
                    <a:pt x="0" y="89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44"/>
                    <a:pt x="15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33" y="10"/>
                    <a:pt x="48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61" y="6"/>
                    <a:pt x="63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5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2"/>
                    <a:pt x="67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3" y="5"/>
                    <a:pt x="103" y="5"/>
                    <a:pt x="103" y="5"/>
                  </a:cubicBezTo>
                  <a:cubicBezTo>
                    <a:pt x="140" y="21"/>
                    <a:pt x="151" y="46"/>
                    <a:pt x="151" y="66"/>
                  </a:cubicBezTo>
                  <a:cubicBezTo>
                    <a:pt x="151" y="66"/>
                    <a:pt x="151" y="66"/>
                    <a:pt x="151" y="66"/>
                  </a:cubicBezTo>
                  <a:cubicBezTo>
                    <a:pt x="151" y="88"/>
                    <a:pt x="140" y="105"/>
                    <a:pt x="140" y="106"/>
                  </a:cubicBezTo>
                  <a:cubicBezTo>
                    <a:pt x="140" y="106"/>
                    <a:pt x="140" y="106"/>
                    <a:pt x="140" y="106"/>
                  </a:cubicBezTo>
                  <a:cubicBezTo>
                    <a:pt x="140" y="106"/>
                    <a:pt x="140" y="106"/>
                    <a:pt x="140" y="106"/>
                  </a:cubicBezTo>
                  <a:cubicBezTo>
                    <a:pt x="139" y="106"/>
                    <a:pt x="139" y="106"/>
                    <a:pt x="139" y="106"/>
                  </a:cubicBezTo>
                  <a:cubicBezTo>
                    <a:pt x="120" y="127"/>
                    <a:pt x="97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lose/>
                  <a:moveTo>
                    <a:pt x="55" y="118"/>
                  </a:moveTo>
                  <a:cubicBezTo>
                    <a:pt x="56" y="119"/>
                    <a:pt x="58" y="119"/>
                    <a:pt x="60" y="120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65" y="121"/>
                    <a:pt x="72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95" y="122"/>
                    <a:pt x="114" y="117"/>
                    <a:pt x="132" y="100"/>
                  </a:cubicBezTo>
                  <a:cubicBezTo>
                    <a:pt x="132" y="100"/>
                    <a:pt x="132" y="100"/>
                    <a:pt x="132" y="100"/>
                  </a:cubicBezTo>
                  <a:cubicBezTo>
                    <a:pt x="132" y="99"/>
                    <a:pt x="132" y="99"/>
                    <a:pt x="133" y="98"/>
                  </a:cubicBezTo>
                  <a:cubicBezTo>
                    <a:pt x="133" y="98"/>
                    <a:pt x="133" y="98"/>
                    <a:pt x="133" y="98"/>
                  </a:cubicBezTo>
                  <a:cubicBezTo>
                    <a:pt x="134" y="96"/>
                    <a:pt x="135" y="94"/>
                    <a:pt x="136" y="90"/>
                  </a:cubicBezTo>
                  <a:cubicBezTo>
                    <a:pt x="136" y="90"/>
                    <a:pt x="136" y="90"/>
                    <a:pt x="136" y="90"/>
                  </a:cubicBezTo>
                  <a:cubicBezTo>
                    <a:pt x="139" y="84"/>
                    <a:pt x="141" y="76"/>
                    <a:pt x="141" y="66"/>
                  </a:cubicBezTo>
                  <a:cubicBezTo>
                    <a:pt x="141" y="66"/>
                    <a:pt x="141" y="66"/>
                    <a:pt x="141" y="66"/>
                  </a:cubicBezTo>
                  <a:cubicBezTo>
                    <a:pt x="141" y="49"/>
                    <a:pt x="134" y="29"/>
                    <a:pt x="100" y="14"/>
                  </a:cubicBezTo>
                  <a:cubicBezTo>
                    <a:pt x="100" y="14"/>
                    <a:pt x="100" y="14"/>
                    <a:pt x="100" y="14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6" y="13"/>
                    <a:pt x="86" y="16"/>
                    <a:pt x="85" y="19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21"/>
                    <a:pt x="80" y="22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20"/>
                    <a:pt x="78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6" y="19"/>
                    <a:pt x="75" y="19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0" y="17"/>
                    <a:pt x="65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0" y="16"/>
                    <a:pt x="38" y="19"/>
                    <a:pt x="23" y="30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31"/>
                    <a:pt x="22" y="31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0" y="35"/>
                    <a:pt x="18" y="38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3" y="49"/>
                    <a:pt x="10" y="58"/>
                    <a:pt x="10" y="69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10" y="85"/>
                    <a:pt x="18" y="104"/>
                    <a:pt x="53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3" y="118"/>
                    <a:pt x="54" y="118"/>
                    <a:pt x="55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7030131" y="2176689"/>
              <a:ext cx="134938" cy="85725"/>
            </a:xfrm>
            <a:custGeom>
              <a:avLst/>
              <a:gdLst>
                <a:gd name="T0" fmla="*/ 3 w 36"/>
                <a:gd name="T1" fmla="*/ 23 h 23"/>
                <a:gd name="T2" fmla="*/ 1 w 36"/>
                <a:gd name="T3" fmla="*/ 16 h 23"/>
                <a:gd name="T4" fmla="*/ 1 w 36"/>
                <a:gd name="T5" fmla="*/ 16 h 23"/>
                <a:gd name="T6" fmla="*/ 7 w 36"/>
                <a:gd name="T7" fmla="*/ 8 h 23"/>
                <a:gd name="T8" fmla="*/ 7 w 36"/>
                <a:gd name="T9" fmla="*/ 8 h 23"/>
                <a:gd name="T10" fmla="*/ 23 w 36"/>
                <a:gd name="T11" fmla="*/ 0 h 23"/>
                <a:gd name="T12" fmla="*/ 23 w 36"/>
                <a:gd name="T13" fmla="*/ 0 h 23"/>
                <a:gd name="T14" fmla="*/ 33 w 36"/>
                <a:gd name="T15" fmla="*/ 4 h 23"/>
                <a:gd name="T16" fmla="*/ 33 w 36"/>
                <a:gd name="T17" fmla="*/ 4 h 23"/>
                <a:gd name="T18" fmla="*/ 35 w 36"/>
                <a:gd name="T19" fmla="*/ 11 h 23"/>
                <a:gd name="T20" fmla="*/ 35 w 36"/>
                <a:gd name="T21" fmla="*/ 11 h 23"/>
                <a:gd name="T22" fmla="*/ 28 w 36"/>
                <a:gd name="T23" fmla="*/ 12 h 23"/>
                <a:gd name="T24" fmla="*/ 28 w 36"/>
                <a:gd name="T25" fmla="*/ 12 h 23"/>
                <a:gd name="T26" fmla="*/ 23 w 36"/>
                <a:gd name="T27" fmla="*/ 10 h 23"/>
                <a:gd name="T28" fmla="*/ 23 w 36"/>
                <a:gd name="T29" fmla="*/ 10 h 23"/>
                <a:gd name="T30" fmla="*/ 11 w 36"/>
                <a:gd name="T31" fmla="*/ 19 h 23"/>
                <a:gd name="T32" fmla="*/ 11 w 36"/>
                <a:gd name="T33" fmla="*/ 19 h 23"/>
                <a:gd name="T34" fmla="*/ 10 w 36"/>
                <a:gd name="T35" fmla="*/ 21 h 23"/>
                <a:gd name="T36" fmla="*/ 10 w 36"/>
                <a:gd name="T37" fmla="*/ 21 h 23"/>
                <a:gd name="T38" fmla="*/ 10 w 36"/>
                <a:gd name="T39" fmla="*/ 21 h 23"/>
                <a:gd name="T40" fmla="*/ 5 w 36"/>
                <a:gd name="T41" fmla="*/ 23 h 23"/>
                <a:gd name="T42" fmla="*/ 5 w 36"/>
                <a:gd name="T43" fmla="*/ 23 h 23"/>
                <a:gd name="T44" fmla="*/ 3 w 36"/>
                <a:gd name="T4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" h="23">
                  <a:moveTo>
                    <a:pt x="3" y="23"/>
                  </a:moveTo>
                  <a:cubicBezTo>
                    <a:pt x="1" y="21"/>
                    <a:pt x="0" y="18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3" y="12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0" y="5"/>
                    <a:pt x="15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6" y="0"/>
                    <a:pt x="30" y="1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6" y="5"/>
                    <a:pt x="36" y="9"/>
                    <a:pt x="35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3" y="13"/>
                    <a:pt x="30" y="14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6" y="11"/>
                    <a:pt x="24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3" y="16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9" y="22"/>
                    <a:pt x="7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4" y="23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6972981" y="2083027"/>
              <a:ext cx="131763" cy="192088"/>
            </a:xfrm>
            <a:custGeom>
              <a:avLst/>
              <a:gdLst>
                <a:gd name="T0" fmla="*/ 12 w 35"/>
                <a:gd name="T1" fmla="*/ 49 h 51"/>
                <a:gd name="T2" fmla="*/ 0 w 35"/>
                <a:gd name="T3" fmla="*/ 21 h 51"/>
                <a:gd name="T4" fmla="*/ 0 w 35"/>
                <a:gd name="T5" fmla="*/ 21 h 51"/>
                <a:gd name="T6" fmla="*/ 13 w 35"/>
                <a:gd name="T7" fmla="*/ 3 h 51"/>
                <a:gd name="T8" fmla="*/ 13 w 35"/>
                <a:gd name="T9" fmla="*/ 3 h 51"/>
                <a:gd name="T10" fmla="*/ 13 w 35"/>
                <a:gd name="T11" fmla="*/ 3 h 51"/>
                <a:gd name="T12" fmla="*/ 25 w 35"/>
                <a:gd name="T13" fmla="*/ 0 h 51"/>
                <a:gd name="T14" fmla="*/ 25 w 35"/>
                <a:gd name="T15" fmla="*/ 0 h 51"/>
                <a:gd name="T16" fmla="*/ 31 w 35"/>
                <a:gd name="T17" fmla="*/ 2 h 51"/>
                <a:gd name="T18" fmla="*/ 31 w 35"/>
                <a:gd name="T19" fmla="*/ 2 h 51"/>
                <a:gd name="T20" fmla="*/ 35 w 35"/>
                <a:gd name="T21" fmla="*/ 9 h 51"/>
                <a:gd name="T22" fmla="*/ 35 w 35"/>
                <a:gd name="T23" fmla="*/ 9 h 51"/>
                <a:gd name="T24" fmla="*/ 33 w 35"/>
                <a:gd name="T25" fmla="*/ 17 h 51"/>
                <a:gd name="T26" fmla="*/ 33 w 35"/>
                <a:gd name="T27" fmla="*/ 17 h 51"/>
                <a:gd name="T28" fmla="*/ 26 w 35"/>
                <a:gd name="T29" fmla="*/ 20 h 51"/>
                <a:gd name="T30" fmla="*/ 26 w 35"/>
                <a:gd name="T31" fmla="*/ 20 h 51"/>
                <a:gd name="T32" fmla="*/ 23 w 35"/>
                <a:gd name="T33" fmla="*/ 14 h 51"/>
                <a:gd name="T34" fmla="*/ 23 w 35"/>
                <a:gd name="T35" fmla="*/ 14 h 51"/>
                <a:gd name="T36" fmla="*/ 25 w 35"/>
                <a:gd name="T37" fmla="*/ 10 h 51"/>
                <a:gd name="T38" fmla="*/ 25 w 35"/>
                <a:gd name="T39" fmla="*/ 10 h 51"/>
                <a:gd name="T40" fmla="*/ 20 w 35"/>
                <a:gd name="T41" fmla="*/ 11 h 51"/>
                <a:gd name="T42" fmla="*/ 20 w 35"/>
                <a:gd name="T43" fmla="*/ 11 h 51"/>
                <a:gd name="T44" fmla="*/ 17 w 35"/>
                <a:gd name="T45" fmla="*/ 12 h 51"/>
                <a:gd name="T46" fmla="*/ 17 w 35"/>
                <a:gd name="T47" fmla="*/ 12 h 51"/>
                <a:gd name="T48" fmla="*/ 17 w 35"/>
                <a:gd name="T49" fmla="*/ 12 h 51"/>
                <a:gd name="T50" fmla="*/ 17 w 35"/>
                <a:gd name="T51" fmla="*/ 12 h 51"/>
                <a:gd name="T52" fmla="*/ 10 w 35"/>
                <a:gd name="T53" fmla="*/ 21 h 51"/>
                <a:gd name="T54" fmla="*/ 10 w 35"/>
                <a:gd name="T55" fmla="*/ 21 h 51"/>
                <a:gd name="T56" fmla="*/ 19 w 35"/>
                <a:gd name="T57" fmla="*/ 41 h 51"/>
                <a:gd name="T58" fmla="*/ 19 w 35"/>
                <a:gd name="T59" fmla="*/ 41 h 51"/>
                <a:gd name="T60" fmla="*/ 20 w 35"/>
                <a:gd name="T61" fmla="*/ 43 h 51"/>
                <a:gd name="T62" fmla="*/ 20 w 35"/>
                <a:gd name="T63" fmla="*/ 43 h 51"/>
                <a:gd name="T64" fmla="*/ 19 w 35"/>
                <a:gd name="T65" fmla="*/ 50 h 51"/>
                <a:gd name="T66" fmla="*/ 19 w 35"/>
                <a:gd name="T67" fmla="*/ 50 h 51"/>
                <a:gd name="T68" fmla="*/ 16 w 35"/>
                <a:gd name="T69" fmla="*/ 51 h 51"/>
                <a:gd name="T70" fmla="*/ 16 w 35"/>
                <a:gd name="T71" fmla="*/ 51 h 51"/>
                <a:gd name="T72" fmla="*/ 12 w 35"/>
                <a:gd name="T73" fmla="*/ 4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5" h="51">
                  <a:moveTo>
                    <a:pt x="12" y="49"/>
                  </a:moveTo>
                  <a:cubicBezTo>
                    <a:pt x="12" y="49"/>
                    <a:pt x="0" y="35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4"/>
                    <a:pt x="4" y="6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2"/>
                    <a:pt x="19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7" y="0"/>
                    <a:pt x="29" y="0"/>
                    <a:pt x="31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4" y="3"/>
                    <a:pt x="35" y="6"/>
                    <a:pt x="35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12"/>
                    <a:pt x="34" y="14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20"/>
                    <a:pt x="29" y="21"/>
                    <a:pt x="26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4" y="19"/>
                    <a:pt x="22" y="16"/>
                    <a:pt x="23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2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3" y="10"/>
                    <a:pt x="21" y="10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8" y="11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1" y="14"/>
                    <a:pt x="10" y="17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7"/>
                    <a:pt x="16" y="37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42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2" y="45"/>
                    <a:pt x="22" y="48"/>
                    <a:pt x="19" y="50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19" y="51"/>
                    <a:pt x="17" y="51"/>
                    <a:pt x="16" y="51"/>
                  </a:cubicBezTo>
                  <a:cubicBezTo>
                    <a:pt x="16" y="51"/>
                    <a:pt x="16" y="51"/>
                    <a:pt x="16" y="51"/>
                  </a:cubicBezTo>
                  <a:cubicBezTo>
                    <a:pt x="15" y="51"/>
                    <a:pt x="13" y="50"/>
                    <a:pt x="1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9"/>
            </p:custDataLst>
          </p:nvPr>
        </p:nvGrpSpPr>
        <p:grpSpPr>
          <a:xfrm>
            <a:off x="5007610" y="2957195"/>
            <a:ext cx="495935" cy="678815"/>
            <a:chOff x="6752318" y="3354614"/>
            <a:chExt cx="423863" cy="635000"/>
          </a:xfrm>
          <a:solidFill>
            <a:srgbClr val="114196"/>
          </a:solidFill>
        </p:grpSpPr>
        <p:sp>
          <p:nvSpPr>
            <p:cNvPr id="47" name="Freeform 370"/>
            <p:cNvSpPr/>
            <p:nvPr>
              <p:custDataLst>
                <p:tags r:id="rId20"/>
              </p:custDataLst>
            </p:nvPr>
          </p:nvSpPr>
          <p:spPr bwMode="auto">
            <a:xfrm>
              <a:off x="6845981" y="3354614"/>
              <a:ext cx="330200" cy="585788"/>
            </a:xfrm>
            <a:custGeom>
              <a:avLst/>
              <a:gdLst>
                <a:gd name="T0" fmla="*/ 4 w 88"/>
                <a:gd name="T1" fmla="*/ 151 h 156"/>
                <a:gd name="T2" fmla="*/ 2 w 88"/>
                <a:gd name="T3" fmla="*/ 144 h 156"/>
                <a:gd name="T4" fmla="*/ 2 w 88"/>
                <a:gd name="T5" fmla="*/ 144 h 156"/>
                <a:gd name="T6" fmla="*/ 9 w 88"/>
                <a:gd name="T7" fmla="*/ 142 h 156"/>
                <a:gd name="T8" fmla="*/ 9 w 88"/>
                <a:gd name="T9" fmla="*/ 142 h 156"/>
                <a:gd name="T10" fmla="*/ 19 w 88"/>
                <a:gd name="T11" fmla="*/ 146 h 156"/>
                <a:gd name="T12" fmla="*/ 19 w 88"/>
                <a:gd name="T13" fmla="*/ 146 h 156"/>
                <a:gd name="T14" fmla="*/ 38 w 88"/>
                <a:gd name="T15" fmla="*/ 134 h 156"/>
                <a:gd name="T16" fmla="*/ 38 w 88"/>
                <a:gd name="T17" fmla="*/ 134 h 156"/>
                <a:gd name="T18" fmla="*/ 54 w 88"/>
                <a:gd name="T19" fmla="*/ 103 h 156"/>
                <a:gd name="T20" fmla="*/ 54 w 88"/>
                <a:gd name="T21" fmla="*/ 103 h 156"/>
                <a:gd name="T22" fmla="*/ 74 w 88"/>
                <a:gd name="T23" fmla="*/ 28 h 156"/>
                <a:gd name="T24" fmla="*/ 74 w 88"/>
                <a:gd name="T25" fmla="*/ 28 h 156"/>
                <a:gd name="T26" fmla="*/ 78 w 88"/>
                <a:gd name="T27" fmla="*/ 5 h 156"/>
                <a:gd name="T28" fmla="*/ 78 w 88"/>
                <a:gd name="T29" fmla="*/ 5 h 156"/>
                <a:gd name="T30" fmla="*/ 78 w 88"/>
                <a:gd name="T31" fmla="*/ 5 h 156"/>
                <a:gd name="T32" fmla="*/ 83 w 88"/>
                <a:gd name="T33" fmla="*/ 1 h 156"/>
                <a:gd name="T34" fmla="*/ 83 w 88"/>
                <a:gd name="T35" fmla="*/ 1 h 156"/>
                <a:gd name="T36" fmla="*/ 88 w 88"/>
                <a:gd name="T37" fmla="*/ 6 h 156"/>
                <a:gd name="T38" fmla="*/ 88 w 88"/>
                <a:gd name="T39" fmla="*/ 6 h 156"/>
                <a:gd name="T40" fmla="*/ 52 w 88"/>
                <a:gd name="T41" fmla="*/ 131 h 156"/>
                <a:gd name="T42" fmla="*/ 52 w 88"/>
                <a:gd name="T43" fmla="*/ 131 h 156"/>
                <a:gd name="T44" fmla="*/ 19 w 88"/>
                <a:gd name="T45" fmla="*/ 156 h 156"/>
                <a:gd name="T46" fmla="*/ 19 w 88"/>
                <a:gd name="T47" fmla="*/ 156 h 156"/>
                <a:gd name="T48" fmla="*/ 19 w 88"/>
                <a:gd name="T49" fmla="*/ 156 h 156"/>
                <a:gd name="T50" fmla="*/ 19 w 88"/>
                <a:gd name="T51" fmla="*/ 156 h 156"/>
                <a:gd name="T52" fmla="*/ 4 w 88"/>
                <a:gd name="T53" fmla="*/ 15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8" h="156">
                  <a:moveTo>
                    <a:pt x="4" y="151"/>
                  </a:moveTo>
                  <a:cubicBezTo>
                    <a:pt x="1" y="150"/>
                    <a:pt x="0" y="147"/>
                    <a:pt x="2" y="144"/>
                  </a:cubicBezTo>
                  <a:cubicBezTo>
                    <a:pt x="2" y="144"/>
                    <a:pt x="2" y="144"/>
                    <a:pt x="2" y="144"/>
                  </a:cubicBezTo>
                  <a:cubicBezTo>
                    <a:pt x="3" y="142"/>
                    <a:pt x="6" y="141"/>
                    <a:pt x="9" y="142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13" y="145"/>
                    <a:pt x="16" y="146"/>
                    <a:pt x="19" y="146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6" y="146"/>
                    <a:pt x="32" y="142"/>
                    <a:pt x="38" y="134"/>
                  </a:cubicBezTo>
                  <a:cubicBezTo>
                    <a:pt x="38" y="134"/>
                    <a:pt x="38" y="134"/>
                    <a:pt x="38" y="134"/>
                  </a:cubicBezTo>
                  <a:cubicBezTo>
                    <a:pt x="44" y="127"/>
                    <a:pt x="50" y="116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64" y="78"/>
                    <a:pt x="71" y="48"/>
                    <a:pt x="74" y="28"/>
                  </a:cubicBezTo>
                  <a:cubicBezTo>
                    <a:pt x="74" y="28"/>
                    <a:pt x="74" y="28"/>
                    <a:pt x="74" y="28"/>
                  </a:cubicBezTo>
                  <a:cubicBezTo>
                    <a:pt x="77" y="14"/>
                    <a:pt x="78" y="5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2"/>
                    <a:pt x="80" y="0"/>
                    <a:pt x="83" y="1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86" y="1"/>
                    <a:pt x="88" y="4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7" y="7"/>
                    <a:pt x="77" y="88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44" y="145"/>
                    <a:pt x="34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4" y="156"/>
                    <a:pt x="9" y="154"/>
                    <a:pt x="4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71"/>
            <p:cNvSpPr/>
            <p:nvPr>
              <p:custDataLst>
                <p:tags r:id="rId21"/>
              </p:custDataLst>
            </p:nvPr>
          </p:nvSpPr>
          <p:spPr bwMode="auto">
            <a:xfrm>
              <a:off x="6752318" y="3821339"/>
              <a:ext cx="104775" cy="168275"/>
            </a:xfrm>
            <a:custGeom>
              <a:avLst/>
              <a:gdLst>
                <a:gd name="T0" fmla="*/ 21 w 28"/>
                <a:gd name="T1" fmla="*/ 45 h 45"/>
                <a:gd name="T2" fmla="*/ 8 w 28"/>
                <a:gd name="T3" fmla="*/ 43 h 45"/>
                <a:gd name="T4" fmla="*/ 7 w 28"/>
                <a:gd name="T5" fmla="*/ 43 h 45"/>
                <a:gd name="T6" fmla="*/ 0 w 28"/>
                <a:gd name="T7" fmla="*/ 31 h 45"/>
                <a:gd name="T8" fmla="*/ 0 w 28"/>
                <a:gd name="T9" fmla="*/ 31 h 45"/>
                <a:gd name="T10" fmla="*/ 10 w 28"/>
                <a:gd name="T11" fmla="*/ 10 h 45"/>
                <a:gd name="T12" fmla="*/ 10 w 28"/>
                <a:gd name="T13" fmla="*/ 10 h 45"/>
                <a:gd name="T14" fmla="*/ 20 w 28"/>
                <a:gd name="T15" fmla="*/ 1 h 45"/>
                <a:gd name="T16" fmla="*/ 20 w 28"/>
                <a:gd name="T17" fmla="*/ 1 h 45"/>
                <a:gd name="T18" fmla="*/ 20 w 28"/>
                <a:gd name="T19" fmla="*/ 1 h 45"/>
                <a:gd name="T20" fmla="*/ 27 w 28"/>
                <a:gd name="T21" fmla="*/ 2 h 45"/>
                <a:gd name="T22" fmla="*/ 27 w 28"/>
                <a:gd name="T23" fmla="*/ 2 h 45"/>
                <a:gd name="T24" fmla="*/ 26 w 28"/>
                <a:gd name="T25" fmla="*/ 9 h 45"/>
                <a:gd name="T26" fmla="*/ 26 w 28"/>
                <a:gd name="T27" fmla="*/ 9 h 45"/>
                <a:gd name="T28" fmla="*/ 23 w 28"/>
                <a:gd name="T29" fmla="*/ 11 h 45"/>
                <a:gd name="T30" fmla="*/ 23 w 28"/>
                <a:gd name="T31" fmla="*/ 11 h 45"/>
                <a:gd name="T32" fmla="*/ 17 w 28"/>
                <a:gd name="T33" fmla="*/ 17 h 45"/>
                <a:gd name="T34" fmla="*/ 17 w 28"/>
                <a:gd name="T35" fmla="*/ 17 h 45"/>
                <a:gd name="T36" fmla="*/ 10 w 28"/>
                <a:gd name="T37" fmla="*/ 31 h 45"/>
                <a:gd name="T38" fmla="*/ 10 w 28"/>
                <a:gd name="T39" fmla="*/ 31 h 45"/>
                <a:gd name="T40" fmla="*/ 12 w 28"/>
                <a:gd name="T41" fmla="*/ 34 h 45"/>
                <a:gd name="T42" fmla="*/ 12 w 28"/>
                <a:gd name="T43" fmla="*/ 34 h 45"/>
                <a:gd name="T44" fmla="*/ 22 w 28"/>
                <a:gd name="T45" fmla="*/ 35 h 45"/>
                <a:gd name="T46" fmla="*/ 26 w 28"/>
                <a:gd name="T47" fmla="*/ 41 h 45"/>
                <a:gd name="T48" fmla="*/ 26 w 28"/>
                <a:gd name="T49" fmla="*/ 41 h 45"/>
                <a:gd name="T50" fmla="*/ 21 w 28"/>
                <a:gd name="T51" fmla="*/ 45 h 45"/>
                <a:gd name="T52" fmla="*/ 21 w 28"/>
                <a:gd name="T53" fmla="*/ 45 h 45"/>
                <a:gd name="T54" fmla="*/ 21 w 28"/>
                <a:gd name="T5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8" h="45">
                  <a:moveTo>
                    <a:pt x="21" y="45"/>
                  </a:moveTo>
                  <a:cubicBezTo>
                    <a:pt x="8" y="43"/>
                    <a:pt x="8" y="43"/>
                    <a:pt x="8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2" y="40"/>
                    <a:pt x="0" y="35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2"/>
                    <a:pt x="5" y="16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5" y="5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2" y="0"/>
                    <a:pt x="25" y="0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4"/>
                    <a:pt x="28" y="8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5" y="10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2" y="13"/>
                    <a:pt x="20" y="15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3" y="22"/>
                    <a:pt x="10" y="28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2"/>
                    <a:pt x="10" y="33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5" y="36"/>
                    <a:pt x="27" y="38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3"/>
                    <a:pt x="24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>
            <p:custDataLst>
              <p:tags r:id="rId22"/>
            </p:custDataLst>
          </p:nvPr>
        </p:nvGrpSpPr>
        <p:grpSpPr>
          <a:xfrm rot="21369113">
            <a:off x="3272155" y="2922270"/>
            <a:ext cx="624205" cy="695325"/>
            <a:chOff x="5038952" y="3259502"/>
            <a:chExt cx="737620" cy="900647"/>
          </a:xfrm>
          <a:solidFill>
            <a:srgbClr val="114196"/>
          </a:solidFill>
        </p:grpSpPr>
        <p:sp>
          <p:nvSpPr>
            <p:cNvPr id="50" name="Freeform 372"/>
            <p:cNvSpPr/>
            <p:nvPr>
              <p:custDataLst>
                <p:tags r:id="rId23"/>
              </p:custDataLst>
            </p:nvPr>
          </p:nvSpPr>
          <p:spPr bwMode="auto">
            <a:xfrm>
              <a:off x="5038952" y="3259502"/>
              <a:ext cx="237218" cy="190223"/>
            </a:xfrm>
            <a:custGeom>
              <a:avLst/>
              <a:gdLst>
                <a:gd name="T0" fmla="*/ 34 w 45"/>
                <a:gd name="T1" fmla="*/ 31 h 36"/>
                <a:gd name="T2" fmla="*/ 29 w 45"/>
                <a:gd name="T3" fmla="*/ 13 h 36"/>
                <a:gd name="T4" fmla="*/ 29 w 45"/>
                <a:gd name="T5" fmla="*/ 13 h 36"/>
                <a:gd name="T6" fmla="*/ 24 w 45"/>
                <a:gd name="T7" fmla="*/ 10 h 36"/>
                <a:gd name="T8" fmla="*/ 24 w 45"/>
                <a:gd name="T9" fmla="*/ 10 h 36"/>
                <a:gd name="T10" fmla="*/ 11 w 45"/>
                <a:gd name="T11" fmla="*/ 19 h 36"/>
                <a:gd name="T12" fmla="*/ 11 w 45"/>
                <a:gd name="T13" fmla="*/ 19 h 36"/>
                <a:gd name="T14" fmla="*/ 9 w 45"/>
                <a:gd name="T15" fmla="*/ 20 h 36"/>
                <a:gd name="T16" fmla="*/ 9 w 45"/>
                <a:gd name="T17" fmla="*/ 20 h 36"/>
                <a:gd name="T18" fmla="*/ 9 w 45"/>
                <a:gd name="T19" fmla="*/ 20 h 36"/>
                <a:gd name="T20" fmla="*/ 2 w 45"/>
                <a:gd name="T21" fmla="*/ 21 h 36"/>
                <a:gd name="T22" fmla="*/ 2 w 45"/>
                <a:gd name="T23" fmla="*/ 21 h 36"/>
                <a:gd name="T24" fmla="*/ 1 w 45"/>
                <a:gd name="T25" fmla="*/ 14 h 36"/>
                <a:gd name="T26" fmla="*/ 1 w 45"/>
                <a:gd name="T27" fmla="*/ 14 h 36"/>
                <a:gd name="T28" fmla="*/ 8 w 45"/>
                <a:gd name="T29" fmla="*/ 7 h 36"/>
                <a:gd name="T30" fmla="*/ 8 w 45"/>
                <a:gd name="T31" fmla="*/ 7 h 36"/>
                <a:gd name="T32" fmla="*/ 24 w 45"/>
                <a:gd name="T33" fmla="*/ 0 h 36"/>
                <a:gd name="T34" fmla="*/ 24 w 45"/>
                <a:gd name="T35" fmla="*/ 0 h 36"/>
                <a:gd name="T36" fmla="*/ 37 w 45"/>
                <a:gd name="T37" fmla="*/ 8 h 36"/>
                <a:gd name="T38" fmla="*/ 37 w 45"/>
                <a:gd name="T39" fmla="*/ 8 h 36"/>
                <a:gd name="T40" fmla="*/ 44 w 45"/>
                <a:gd name="T41" fmla="*/ 30 h 36"/>
                <a:gd name="T42" fmla="*/ 44 w 45"/>
                <a:gd name="T43" fmla="*/ 30 h 36"/>
                <a:gd name="T44" fmla="*/ 40 w 45"/>
                <a:gd name="T45" fmla="*/ 36 h 36"/>
                <a:gd name="T46" fmla="*/ 40 w 45"/>
                <a:gd name="T47" fmla="*/ 36 h 36"/>
                <a:gd name="T48" fmla="*/ 39 w 45"/>
                <a:gd name="T49" fmla="*/ 36 h 36"/>
                <a:gd name="T50" fmla="*/ 39 w 45"/>
                <a:gd name="T51" fmla="*/ 36 h 36"/>
                <a:gd name="T52" fmla="*/ 34 w 45"/>
                <a:gd name="T53" fmla="*/ 3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" h="36">
                  <a:moveTo>
                    <a:pt x="34" y="31"/>
                  </a:moveTo>
                  <a:cubicBezTo>
                    <a:pt x="33" y="22"/>
                    <a:pt x="31" y="16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7" y="10"/>
                    <a:pt x="26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0" y="10"/>
                    <a:pt x="13" y="15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7" y="22"/>
                    <a:pt x="4" y="23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19"/>
                    <a:pt x="0" y="16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4" y="10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12" y="4"/>
                    <a:pt x="17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9" y="0"/>
                    <a:pt x="34" y="3"/>
                    <a:pt x="37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41" y="13"/>
                    <a:pt x="43" y="20"/>
                    <a:pt x="44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5" y="33"/>
                    <a:pt x="43" y="35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7" y="36"/>
                    <a:pt x="35" y="34"/>
                    <a:pt x="3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373"/>
            <p:cNvSpPr/>
            <p:nvPr>
              <p:custDataLst>
                <p:tags r:id="rId24"/>
              </p:custDataLst>
            </p:nvPr>
          </p:nvSpPr>
          <p:spPr bwMode="auto">
            <a:xfrm>
              <a:off x="5105285" y="3323778"/>
              <a:ext cx="671287" cy="836371"/>
            </a:xfrm>
            <a:custGeom>
              <a:avLst/>
              <a:gdLst>
                <a:gd name="T0" fmla="*/ 17 w 111"/>
                <a:gd name="T1" fmla="*/ 113 h 155"/>
                <a:gd name="T2" fmla="*/ 0 w 111"/>
                <a:gd name="T3" fmla="*/ 39 h 155"/>
                <a:gd name="T4" fmla="*/ 0 w 111"/>
                <a:gd name="T5" fmla="*/ 39 h 155"/>
                <a:gd name="T6" fmla="*/ 2 w 111"/>
                <a:gd name="T7" fmla="*/ 4 h 155"/>
                <a:gd name="T8" fmla="*/ 2 w 111"/>
                <a:gd name="T9" fmla="*/ 4 h 155"/>
                <a:gd name="T10" fmla="*/ 2 w 111"/>
                <a:gd name="T11" fmla="*/ 4 h 155"/>
                <a:gd name="T12" fmla="*/ 8 w 111"/>
                <a:gd name="T13" fmla="*/ 0 h 155"/>
                <a:gd name="T14" fmla="*/ 8 w 111"/>
                <a:gd name="T15" fmla="*/ 0 h 155"/>
                <a:gd name="T16" fmla="*/ 12 w 111"/>
                <a:gd name="T17" fmla="*/ 6 h 155"/>
                <a:gd name="T18" fmla="*/ 12 w 111"/>
                <a:gd name="T19" fmla="*/ 6 h 155"/>
                <a:gd name="T20" fmla="*/ 11 w 111"/>
                <a:gd name="T21" fmla="*/ 15 h 155"/>
                <a:gd name="T22" fmla="*/ 11 w 111"/>
                <a:gd name="T23" fmla="*/ 15 h 155"/>
                <a:gd name="T24" fmla="*/ 10 w 111"/>
                <a:gd name="T25" fmla="*/ 39 h 155"/>
                <a:gd name="T26" fmla="*/ 10 w 111"/>
                <a:gd name="T27" fmla="*/ 39 h 155"/>
                <a:gd name="T28" fmla="*/ 26 w 111"/>
                <a:gd name="T29" fmla="*/ 108 h 155"/>
                <a:gd name="T30" fmla="*/ 26 w 111"/>
                <a:gd name="T31" fmla="*/ 108 h 155"/>
                <a:gd name="T32" fmla="*/ 101 w 111"/>
                <a:gd name="T33" fmla="*/ 145 h 155"/>
                <a:gd name="T34" fmla="*/ 101 w 111"/>
                <a:gd name="T35" fmla="*/ 145 h 155"/>
                <a:gd name="T36" fmla="*/ 106 w 111"/>
                <a:gd name="T37" fmla="*/ 145 h 155"/>
                <a:gd name="T38" fmla="*/ 106 w 111"/>
                <a:gd name="T39" fmla="*/ 145 h 155"/>
                <a:gd name="T40" fmla="*/ 111 w 111"/>
                <a:gd name="T41" fmla="*/ 150 h 155"/>
                <a:gd name="T42" fmla="*/ 111 w 111"/>
                <a:gd name="T43" fmla="*/ 150 h 155"/>
                <a:gd name="T44" fmla="*/ 106 w 111"/>
                <a:gd name="T45" fmla="*/ 155 h 155"/>
                <a:gd name="T46" fmla="*/ 106 w 111"/>
                <a:gd name="T47" fmla="*/ 155 h 155"/>
                <a:gd name="T48" fmla="*/ 101 w 111"/>
                <a:gd name="T49" fmla="*/ 155 h 155"/>
                <a:gd name="T50" fmla="*/ 101 w 111"/>
                <a:gd name="T51" fmla="*/ 155 h 155"/>
                <a:gd name="T52" fmla="*/ 100 w 111"/>
                <a:gd name="T53" fmla="*/ 155 h 155"/>
                <a:gd name="T54" fmla="*/ 100 w 111"/>
                <a:gd name="T55" fmla="*/ 155 h 155"/>
                <a:gd name="T56" fmla="*/ 17 w 111"/>
                <a:gd name="T57" fmla="*/ 113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1" h="155">
                  <a:moveTo>
                    <a:pt x="17" y="113"/>
                  </a:moveTo>
                  <a:cubicBezTo>
                    <a:pt x="3" y="89"/>
                    <a:pt x="0" y="60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9"/>
                    <a:pt x="2" y="5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2"/>
                    <a:pt x="5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1"/>
                    <a:pt x="13" y="3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1" y="9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21"/>
                    <a:pt x="10" y="29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9" y="59"/>
                    <a:pt x="13" y="86"/>
                    <a:pt x="26" y="108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9" y="129"/>
                    <a:pt x="61" y="145"/>
                    <a:pt x="101" y="145"/>
                  </a:cubicBezTo>
                  <a:cubicBezTo>
                    <a:pt x="101" y="145"/>
                    <a:pt x="101" y="145"/>
                    <a:pt x="101" y="145"/>
                  </a:cubicBezTo>
                  <a:cubicBezTo>
                    <a:pt x="102" y="145"/>
                    <a:pt x="104" y="145"/>
                    <a:pt x="106" y="145"/>
                  </a:cubicBezTo>
                  <a:cubicBezTo>
                    <a:pt x="106" y="145"/>
                    <a:pt x="106" y="145"/>
                    <a:pt x="106" y="145"/>
                  </a:cubicBezTo>
                  <a:cubicBezTo>
                    <a:pt x="108" y="145"/>
                    <a:pt x="111" y="147"/>
                    <a:pt x="111" y="150"/>
                  </a:cubicBezTo>
                  <a:cubicBezTo>
                    <a:pt x="111" y="150"/>
                    <a:pt x="111" y="150"/>
                    <a:pt x="111" y="150"/>
                  </a:cubicBezTo>
                  <a:cubicBezTo>
                    <a:pt x="111" y="153"/>
                    <a:pt x="109" y="155"/>
                    <a:pt x="106" y="155"/>
                  </a:cubicBezTo>
                  <a:cubicBezTo>
                    <a:pt x="106" y="155"/>
                    <a:pt x="106" y="155"/>
                    <a:pt x="106" y="155"/>
                  </a:cubicBezTo>
                  <a:cubicBezTo>
                    <a:pt x="104" y="155"/>
                    <a:pt x="103" y="155"/>
                    <a:pt x="101" y="155"/>
                  </a:cubicBezTo>
                  <a:cubicBezTo>
                    <a:pt x="101" y="155"/>
                    <a:pt x="101" y="155"/>
                    <a:pt x="101" y="155"/>
                  </a:cubicBezTo>
                  <a:cubicBezTo>
                    <a:pt x="101" y="155"/>
                    <a:pt x="101" y="155"/>
                    <a:pt x="100" y="155"/>
                  </a:cubicBezTo>
                  <a:cubicBezTo>
                    <a:pt x="100" y="155"/>
                    <a:pt x="100" y="155"/>
                    <a:pt x="100" y="155"/>
                  </a:cubicBezTo>
                  <a:cubicBezTo>
                    <a:pt x="58" y="155"/>
                    <a:pt x="31" y="137"/>
                    <a:pt x="17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2" name="组合 51"/>
          <p:cNvGrpSpPr/>
          <p:nvPr>
            <p:custDataLst>
              <p:tags r:id="rId25"/>
            </p:custDataLst>
          </p:nvPr>
        </p:nvGrpSpPr>
        <p:grpSpPr>
          <a:xfrm>
            <a:off x="4163060" y="2927985"/>
            <a:ext cx="596900" cy="943610"/>
            <a:chOff x="6028418" y="3502252"/>
            <a:chExt cx="555625" cy="963613"/>
          </a:xfrm>
          <a:solidFill>
            <a:srgbClr val="114196"/>
          </a:solidFill>
        </p:grpSpPr>
        <p:sp>
          <p:nvSpPr>
            <p:cNvPr id="53" name="Freeform 356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6210981" y="3632427"/>
              <a:ext cx="49213" cy="49213"/>
            </a:xfrm>
            <a:custGeom>
              <a:avLst/>
              <a:gdLst>
                <a:gd name="T0" fmla="*/ 0 w 13"/>
                <a:gd name="T1" fmla="*/ 6 h 13"/>
                <a:gd name="T2" fmla="*/ 7 w 13"/>
                <a:gd name="T3" fmla="*/ 0 h 13"/>
                <a:gd name="T4" fmla="*/ 7 w 13"/>
                <a:gd name="T5" fmla="*/ 0 h 13"/>
                <a:gd name="T6" fmla="*/ 13 w 13"/>
                <a:gd name="T7" fmla="*/ 6 h 13"/>
                <a:gd name="T8" fmla="*/ 13 w 13"/>
                <a:gd name="T9" fmla="*/ 6 h 13"/>
                <a:gd name="T10" fmla="*/ 7 w 13"/>
                <a:gd name="T11" fmla="*/ 13 h 13"/>
                <a:gd name="T12" fmla="*/ 7 w 13"/>
                <a:gd name="T13" fmla="*/ 13 h 13"/>
                <a:gd name="T14" fmla="*/ 0 w 13"/>
                <a:gd name="T15" fmla="*/ 6 h 13"/>
                <a:gd name="T16" fmla="*/ 7 w 13"/>
                <a:gd name="T17" fmla="*/ 6 h 13"/>
                <a:gd name="T18" fmla="*/ 7 w 13"/>
                <a:gd name="T19" fmla="*/ 3 h 13"/>
                <a:gd name="T20" fmla="*/ 7 w 13"/>
                <a:gd name="T2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0" y="2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0" y="0"/>
                    <a:pt x="13" y="2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10"/>
                    <a:pt x="10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lose/>
                  <a:moveTo>
                    <a:pt x="7" y="6"/>
                  </a:moveTo>
                  <a:cubicBezTo>
                    <a:pt x="7" y="3"/>
                    <a:pt x="7" y="3"/>
                    <a:pt x="7" y="3"/>
                  </a:cubicBezTo>
                  <a:cubicBezTo>
                    <a:pt x="7" y="6"/>
                    <a:pt x="7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57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6353856" y="3637189"/>
              <a:ext cx="52388" cy="49213"/>
            </a:xfrm>
            <a:custGeom>
              <a:avLst/>
              <a:gdLst>
                <a:gd name="T0" fmla="*/ 0 w 14"/>
                <a:gd name="T1" fmla="*/ 6 h 13"/>
                <a:gd name="T2" fmla="*/ 7 w 14"/>
                <a:gd name="T3" fmla="*/ 0 h 13"/>
                <a:gd name="T4" fmla="*/ 7 w 14"/>
                <a:gd name="T5" fmla="*/ 0 h 13"/>
                <a:gd name="T6" fmla="*/ 14 w 14"/>
                <a:gd name="T7" fmla="*/ 6 h 13"/>
                <a:gd name="T8" fmla="*/ 14 w 14"/>
                <a:gd name="T9" fmla="*/ 6 h 13"/>
                <a:gd name="T10" fmla="*/ 7 w 14"/>
                <a:gd name="T11" fmla="*/ 13 h 13"/>
                <a:gd name="T12" fmla="*/ 7 w 14"/>
                <a:gd name="T13" fmla="*/ 13 h 13"/>
                <a:gd name="T14" fmla="*/ 0 w 14"/>
                <a:gd name="T15" fmla="*/ 6 h 13"/>
                <a:gd name="T16" fmla="*/ 9 w 14"/>
                <a:gd name="T17" fmla="*/ 6 h 13"/>
                <a:gd name="T18" fmla="*/ 10 w 14"/>
                <a:gd name="T19" fmla="*/ 6 h 13"/>
                <a:gd name="T20" fmla="*/ 7 w 14"/>
                <a:gd name="T21" fmla="*/ 6 h 13"/>
                <a:gd name="T22" fmla="*/ 7 w 14"/>
                <a:gd name="T23" fmla="*/ 3 h 13"/>
                <a:gd name="T24" fmla="*/ 7 w 14"/>
                <a:gd name="T25" fmla="*/ 6 h 13"/>
                <a:gd name="T26" fmla="*/ 7 w 14"/>
                <a:gd name="T27" fmla="*/ 6 h 13"/>
                <a:gd name="T28" fmla="*/ 7 w 14"/>
                <a:gd name="T29" fmla="*/ 6 h 13"/>
                <a:gd name="T30" fmla="*/ 9 w 14"/>
                <a:gd name="T31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3">
                  <a:moveTo>
                    <a:pt x="0" y="6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10"/>
                    <a:pt x="11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lose/>
                  <a:moveTo>
                    <a:pt x="9" y="6"/>
                  </a:moveTo>
                  <a:cubicBezTo>
                    <a:pt x="10" y="6"/>
                    <a:pt x="10" y="6"/>
                    <a:pt x="10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6"/>
                    <a:pt x="9" y="6"/>
                    <a:pt x="9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7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6028418" y="3502252"/>
              <a:ext cx="555625" cy="506413"/>
            </a:xfrm>
            <a:custGeom>
              <a:avLst/>
              <a:gdLst>
                <a:gd name="T0" fmla="*/ 70 w 148"/>
                <a:gd name="T1" fmla="*/ 133 h 135"/>
                <a:gd name="T2" fmla="*/ 36 w 148"/>
                <a:gd name="T3" fmla="*/ 125 h 135"/>
                <a:gd name="T4" fmla="*/ 36 w 148"/>
                <a:gd name="T5" fmla="*/ 125 h 135"/>
                <a:gd name="T6" fmla="*/ 1 w 148"/>
                <a:gd name="T7" fmla="*/ 71 h 135"/>
                <a:gd name="T8" fmla="*/ 1 w 148"/>
                <a:gd name="T9" fmla="*/ 71 h 135"/>
                <a:gd name="T10" fmla="*/ 4 w 148"/>
                <a:gd name="T11" fmla="*/ 47 h 135"/>
                <a:gd name="T12" fmla="*/ 4 w 148"/>
                <a:gd name="T13" fmla="*/ 47 h 135"/>
                <a:gd name="T14" fmla="*/ 4 w 148"/>
                <a:gd name="T15" fmla="*/ 46 h 135"/>
                <a:gd name="T16" fmla="*/ 16 w 148"/>
                <a:gd name="T17" fmla="*/ 25 h 135"/>
                <a:gd name="T18" fmla="*/ 16 w 148"/>
                <a:gd name="T19" fmla="*/ 25 h 135"/>
                <a:gd name="T20" fmla="*/ 16 w 148"/>
                <a:gd name="T21" fmla="*/ 25 h 135"/>
                <a:gd name="T22" fmla="*/ 67 w 148"/>
                <a:gd name="T23" fmla="*/ 0 h 135"/>
                <a:gd name="T24" fmla="*/ 67 w 148"/>
                <a:gd name="T25" fmla="*/ 0 h 135"/>
                <a:gd name="T26" fmla="*/ 118 w 148"/>
                <a:gd name="T27" fmla="*/ 15 h 135"/>
                <a:gd name="T28" fmla="*/ 118 w 148"/>
                <a:gd name="T29" fmla="*/ 15 h 135"/>
                <a:gd name="T30" fmla="*/ 118 w 148"/>
                <a:gd name="T31" fmla="*/ 15 h 135"/>
                <a:gd name="T32" fmla="*/ 118 w 148"/>
                <a:gd name="T33" fmla="*/ 15 h 135"/>
                <a:gd name="T34" fmla="*/ 148 w 148"/>
                <a:gd name="T35" fmla="*/ 73 h 135"/>
                <a:gd name="T36" fmla="*/ 148 w 148"/>
                <a:gd name="T37" fmla="*/ 73 h 135"/>
                <a:gd name="T38" fmla="*/ 146 w 148"/>
                <a:gd name="T39" fmla="*/ 87 h 135"/>
                <a:gd name="T40" fmla="*/ 146 w 148"/>
                <a:gd name="T41" fmla="*/ 87 h 135"/>
                <a:gd name="T42" fmla="*/ 146 w 148"/>
                <a:gd name="T43" fmla="*/ 88 h 135"/>
                <a:gd name="T44" fmla="*/ 146 w 148"/>
                <a:gd name="T45" fmla="*/ 88 h 135"/>
                <a:gd name="T46" fmla="*/ 132 w 148"/>
                <a:gd name="T47" fmla="*/ 112 h 135"/>
                <a:gd name="T48" fmla="*/ 132 w 148"/>
                <a:gd name="T49" fmla="*/ 112 h 135"/>
                <a:gd name="T50" fmla="*/ 86 w 148"/>
                <a:gd name="T51" fmla="*/ 135 h 135"/>
                <a:gd name="T52" fmla="*/ 86 w 148"/>
                <a:gd name="T53" fmla="*/ 135 h 135"/>
                <a:gd name="T54" fmla="*/ 86 w 148"/>
                <a:gd name="T55" fmla="*/ 135 h 135"/>
                <a:gd name="T56" fmla="*/ 86 w 148"/>
                <a:gd name="T57" fmla="*/ 135 h 135"/>
                <a:gd name="T58" fmla="*/ 70 w 148"/>
                <a:gd name="T59" fmla="*/ 133 h 135"/>
                <a:gd name="T60" fmla="*/ 11 w 148"/>
                <a:gd name="T61" fmla="*/ 71 h 135"/>
                <a:gd name="T62" fmla="*/ 29 w 148"/>
                <a:gd name="T63" fmla="*/ 110 h 135"/>
                <a:gd name="T64" fmla="*/ 29 w 148"/>
                <a:gd name="T65" fmla="*/ 110 h 135"/>
                <a:gd name="T66" fmla="*/ 62 w 148"/>
                <a:gd name="T67" fmla="*/ 122 h 135"/>
                <a:gd name="T68" fmla="*/ 62 w 148"/>
                <a:gd name="T69" fmla="*/ 122 h 135"/>
                <a:gd name="T70" fmla="*/ 71 w 148"/>
                <a:gd name="T71" fmla="*/ 123 h 135"/>
                <a:gd name="T72" fmla="*/ 71 w 148"/>
                <a:gd name="T73" fmla="*/ 123 h 135"/>
                <a:gd name="T74" fmla="*/ 72 w 148"/>
                <a:gd name="T75" fmla="*/ 123 h 135"/>
                <a:gd name="T76" fmla="*/ 72 w 148"/>
                <a:gd name="T77" fmla="*/ 123 h 135"/>
                <a:gd name="T78" fmla="*/ 86 w 148"/>
                <a:gd name="T79" fmla="*/ 125 h 135"/>
                <a:gd name="T80" fmla="*/ 86 w 148"/>
                <a:gd name="T81" fmla="*/ 125 h 135"/>
                <a:gd name="T82" fmla="*/ 134 w 148"/>
                <a:gd name="T83" fmla="*/ 91 h 135"/>
                <a:gd name="T84" fmla="*/ 134 w 148"/>
                <a:gd name="T85" fmla="*/ 91 h 135"/>
                <a:gd name="T86" fmla="*/ 137 w 148"/>
                <a:gd name="T87" fmla="*/ 85 h 135"/>
                <a:gd name="T88" fmla="*/ 137 w 148"/>
                <a:gd name="T89" fmla="*/ 85 h 135"/>
                <a:gd name="T90" fmla="*/ 138 w 148"/>
                <a:gd name="T91" fmla="*/ 73 h 135"/>
                <a:gd name="T92" fmla="*/ 138 w 148"/>
                <a:gd name="T93" fmla="*/ 73 h 135"/>
                <a:gd name="T94" fmla="*/ 114 w 148"/>
                <a:gd name="T95" fmla="*/ 24 h 135"/>
                <a:gd name="T96" fmla="*/ 114 w 148"/>
                <a:gd name="T97" fmla="*/ 24 h 135"/>
                <a:gd name="T98" fmla="*/ 113 w 148"/>
                <a:gd name="T99" fmla="*/ 23 h 135"/>
                <a:gd name="T100" fmla="*/ 113 w 148"/>
                <a:gd name="T101" fmla="*/ 23 h 135"/>
                <a:gd name="T102" fmla="*/ 67 w 148"/>
                <a:gd name="T103" fmla="*/ 10 h 135"/>
                <a:gd name="T104" fmla="*/ 67 w 148"/>
                <a:gd name="T105" fmla="*/ 10 h 135"/>
                <a:gd name="T106" fmla="*/ 25 w 148"/>
                <a:gd name="T107" fmla="*/ 29 h 135"/>
                <a:gd name="T108" fmla="*/ 25 w 148"/>
                <a:gd name="T109" fmla="*/ 29 h 135"/>
                <a:gd name="T110" fmla="*/ 24 w 148"/>
                <a:gd name="T111" fmla="*/ 30 h 135"/>
                <a:gd name="T112" fmla="*/ 24 w 148"/>
                <a:gd name="T113" fmla="*/ 30 h 135"/>
                <a:gd name="T114" fmla="*/ 14 w 148"/>
                <a:gd name="T115" fmla="*/ 50 h 135"/>
                <a:gd name="T116" fmla="*/ 11 w 148"/>
                <a:gd name="T117" fmla="*/ 7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8" h="135">
                  <a:moveTo>
                    <a:pt x="70" y="133"/>
                  </a:moveTo>
                  <a:cubicBezTo>
                    <a:pt x="67" y="133"/>
                    <a:pt x="52" y="132"/>
                    <a:pt x="36" y="125"/>
                  </a:cubicBezTo>
                  <a:cubicBezTo>
                    <a:pt x="36" y="125"/>
                    <a:pt x="36" y="125"/>
                    <a:pt x="36" y="125"/>
                  </a:cubicBezTo>
                  <a:cubicBezTo>
                    <a:pt x="19" y="118"/>
                    <a:pt x="0" y="102"/>
                    <a:pt x="1" y="71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1" y="64"/>
                    <a:pt x="2" y="56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4"/>
                    <a:pt x="33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82" y="0"/>
                    <a:pt x="98" y="4"/>
                    <a:pt x="118" y="15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18" y="15"/>
                    <a:pt x="118" y="15"/>
                    <a:pt x="118" y="15"/>
                  </a:cubicBezTo>
                  <a:cubicBezTo>
                    <a:pt x="119" y="15"/>
                    <a:pt x="148" y="34"/>
                    <a:pt x="148" y="73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48" y="77"/>
                    <a:pt x="147" y="82"/>
                    <a:pt x="146" y="87"/>
                  </a:cubicBezTo>
                  <a:cubicBezTo>
                    <a:pt x="146" y="87"/>
                    <a:pt x="146" y="87"/>
                    <a:pt x="146" y="87"/>
                  </a:cubicBezTo>
                  <a:cubicBezTo>
                    <a:pt x="146" y="88"/>
                    <a:pt x="146" y="88"/>
                    <a:pt x="146" y="88"/>
                  </a:cubicBezTo>
                  <a:cubicBezTo>
                    <a:pt x="146" y="88"/>
                    <a:pt x="146" y="88"/>
                    <a:pt x="146" y="88"/>
                  </a:cubicBezTo>
                  <a:cubicBezTo>
                    <a:pt x="146" y="89"/>
                    <a:pt x="142" y="100"/>
                    <a:pt x="132" y="112"/>
                  </a:cubicBezTo>
                  <a:cubicBezTo>
                    <a:pt x="132" y="112"/>
                    <a:pt x="132" y="112"/>
                    <a:pt x="132" y="112"/>
                  </a:cubicBezTo>
                  <a:cubicBezTo>
                    <a:pt x="123" y="123"/>
                    <a:pt x="107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1" y="135"/>
                    <a:pt x="76" y="135"/>
                    <a:pt x="70" y="133"/>
                  </a:cubicBezTo>
                  <a:close/>
                  <a:moveTo>
                    <a:pt x="11" y="71"/>
                  </a:moveTo>
                  <a:cubicBezTo>
                    <a:pt x="11" y="91"/>
                    <a:pt x="19" y="102"/>
                    <a:pt x="29" y="110"/>
                  </a:cubicBezTo>
                  <a:cubicBezTo>
                    <a:pt x="29" y="110"/>
                    <a:pt x="29" y="110"/>
                    <a:pt x="29" y="110"/>
                  </a:cubicBezTo>
                  <a:cubicBezTo>
                    <a:pt x="40" y="118"/>
                    <a:pt x="53" y="121"/>
                    <a:pt x="62" y="122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7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2" y="123"/>
                    <a:pt x="72" y="123"/>
                    <a:pt x="72" y="123"/>
                  </a:cubicBezTo>
                  <a:cubicBezTo>
                    <a:pt x="72" y="123"/>
                    <a:pt x="72" y="123"/>
                    <a:pt x="72" y="123"/>
                  </a:cubicBezTo>
                  <a:cubicBezTo>
                    <a:pt x="77" y="125"/>
                    <a:pt x="82" y="125"/>
                    <a:pt x="86" y="125"/>
                  </a:cubicBezTo>
                  <a:cubicBezTo>
                    <a:pt x="86" y="125"/>
                    <a:pt x="86" y="125"/>
                    <a:pt x="86" y="125"/>
                  </a:cubicBezTo>
                  <a:cubicBezTo>
                    <a:pt x="112" y="125"/>
                    <a:pt x="128" y="103"/>
                    <a:pt x="134" y="91"/>
                  </a:cubicBezTo>
                  <a:cubicBezTo>
                    <a:pt x="134" y="91"/>
                    <a:pt x="134" y="91"/>
                    <a:pt x="134" y="91"/>
                  </a:cubicBezTo>
                  <a:cubicBezTo>
                    <a:pt x="135" y="88"/>
                    <a:pt x="136" y="86"/>
                    <a:pt x="137" y="85"/>
                  </a:cubicBezTo>
                  <a:cubicBezTo>
                    <a:pt x="137" y="85"/>
                    <a:pt x="137" y="85"/>
                    <a:pt x="137" y="85"/>
                  </a:cubicBezTo>
                  <a:cubicBezTo>
                    <a:pt x="137" y="81"/>
                    <a:pt x="138" y="77"/>
                    <a:pt x="138" y="73"/>
                  </a:cubicBezTo>
                  <a:cubicBezTo>
                    <a:pt x="138" y="73"/>
                    <a:pt x="138" y="73"/>
                    <a:pt x="138" y="73"/>
                  </a:cubicBezTo>
                  <a:cubicBezTo>
                    <a:pt x="138" y="44"/>
                    <a:pt x="119" y="27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3" y="24"/>
                    <a:pt x="113" y="23"/>
                    <a:pt x="113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95" y="13"/>
                    <a:pt x="80" y="10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41" y="10"/>
                    <a:pt x="28" y="26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0"/>
                    <a:pt x="25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1" y="58"/>
                    <a:pt x="11" y="65"/>
                    <a:pt x="11" y="7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75"/>
            <p:cNvSpPr/>
            <p:nvPr>
              <p:custDataLst>
                <p:tags r:id="rId29"/>
              </p:custDataLst>
            </p:nvPr>
          </p:nvSpPr>
          <p:spPr bwMode="auto">
            <a:xfrm>
              <a:off x="6034768" y="3519714"/>
              <a:ext cx="409575" cy="230188"/>
            </a:xfrm>
            <a:custGeom>
              <a:avLst/>
              <a:gdLst>
                <a:gd name="T0" fmla="*/ 2 w 109"/>
                <a:gd name="T1" fmla="*/ 59 h 61"/>
                <a:gd name="T2" fmla="*/ 3 w 109"/>
                <a:gd name="T3" fmla="*/ 52 h 61"/>
                <a:gd name="T4" fmla="*/ 3 w 109"/>
                <a:gd name="T5" fmla="*/ 52 h 61"/>
                <a:gd name="T6" fmla="*/ 16 w 109"/>
                <a:gd name="T7" fmla="*/ 41 h 61"/>
                <a:gd name="T8" fmla="*/ 16 w 109"/>
                <a:gd name="T9" fmla="*/ 41 h 61"/>
                <a:gd name="T10" fmla="*/ 37 w 109"/>
                <a:gd name="T11" fmla="*/ 19 h 61"/>
                <a:gd name="T12" fmla="*/ 37 w 109"/>
                <a:gd name="T13" fmla="*/ 19 h 61"/>
                <a:gd name="T14" fmla="*/ 44 w 109"/>
                <a:gd name="T15" fmla="*/ 8 h 61"/>
                <a:gd name="T16" fmla="*/ 44 w 109"/>
                <a:gd name="T17" fmla="*/ 8 h 61"/>
                <a:gd name="T18" fmla="*/ 44 w 109"/>
                <a:gd name="T19" fmla="*/ 0 h 61"/>
                <a:gd name="T20" fmla="*/ 51 w 109"/>
                <a:gd name="T21" fmla="*/ 4 h 61"/>
                <a:gd name="T22" fmla="*/ 68 w 109"/>
                <a:gd name="T23" fmla="*/ 11 h 61"/>
                <a:gd name="T24" fmla="*/ 68 w 109"/>
                <a:gd name="T25" fmla="*/ 11 h 61"/>
                <a:gd name="T26" fmla="*/ 94 w 109"/>
                <a:gd name="T27" fmla="*/ 19 h 61"/>
                <a:gd name="T28" fmla="*/ 94 w 109"/>
                <a:gd name="T29" fmla="*/ 19 h 61"/>
                <a:gd name="T30" fmla="*/ 95 w 109"/>
                <a:gd name="T31" fmla="*/ 19 h 61"/>
                <a:gd name="T32" fmla="*/ 95 w 109"/>
                <a:gd name="T33" fmla="*/ 19 h 61"/>
                <a:gd name="T34" fmla="*/ 96 w 109"/>
                <a:gd name="T35" fmla="*/ 18 h 61"/>
                <a:gd name="T36" fmla="*/ 97 w 109"/>
                <a:gd name="T37" fmla="*/ 18 h 61"/>
                <a:gd name="T38" fmla="*/ 97 w 109"/>
                <a:gd name="T39" fmla="*/ 18 h 61"/>
                <a:gd name="T40" fmla="*/ 97 w 109"/>
                <a:gd name="T41" fmla="*/ 18 h 61"/>
                <a:gd name="T42" fmla="*/ 99 w 109"/>
                <a:gd name="T43" fmla="*/ 9 h 61"/>
                <a:gd name="T44" fmla="*/ 99 w 109"/>
                <a:gd name="T45" fmla="*/ 9 h 61"/>
                <a:gd name="T46" fmla="*/ 104 w 109"/>
                <a:gd name="T47" fmla="*/ 4 h 61"/>
                <a:gd name="T48" fmla="*/ 104 w 109"/>
                <a:gd name="T49" fmla="*/ 4 h 61"/>
                <a:gd name="T50" fmla="*/ 109 w 109"/>
                <a:gd name="T51" fmla="*/ 9 h 61"/>
                <a:gd name="T52" fmla="*/ 109 w 109"/>
                <a:gd name="T53" fmla="*/ 9 h 61"/>
                <a:gd name="T54" fmla="*/ 105 w 109"/>
                <a:gd name="T55" fmla="*/ 24 h 61"/>
                <a:gd name="T56" fmla="*/ 105 w 109"/>
                <a:gd name="T57" fmla="*/ 24 h 61"/>
                <a:gd name="T58" fmla="*/ 100 w 109"/>
                <a:gd name="T59" fmla="*/ 28 h 61"/>
                <a:gd name="T60" fmla="*/ 100 w 109"/>
                <a:gd name="T61" fmla="*/ 28 h 61"/>
                <a:gd name="T62" fmla="*/ 94 w 109"/>
                <a:gd name="T63" fmla="*/ 29 h 61"/>
                <a:gd name="T64" fmla="*/ 94 w 109"/>
                <a:gd name="T65" fmla="*/ 29 h 61"/>
                <a:gd name="T66" fmla="*/ 65 w 109"/>
                <a:gd name="T67" fmla="*/ 21 h 61"/>
                <a:gd name="T68" fmla="*/ 65 w 109"/>
                <a:gd name="T69" fmla="*/ 21 h 61"/>
                <a:gd name="T70" fmla="*/ 52 w 109"/>
                <a:gd name="T71" fmla="*/ 15 h 61"/>
                <a:gd name="T72" fmla="*/ 52 w 109"/>
                <a:gd name="T73" fmla="*/ 15 h 61"/>
                <a:gd name="T74" fmla="*/ 45 w 109"/>
                <a:gd name="T75" fmla="*/ 26 h 61"/>
                <a:gd name="T76" fmla="*/ 45 w 109"/>
                <a:gd name="T77" fmla="*/ 26 h 61"/>
                <a:gd name="T78" fmla="*/ 30 w 109"/>
                <a:gd name="T79" fmla="*/ 42 h 61"/>
                <a:gd name="T80" fmla="*/ 30 w 109"/>
                <a:gd name="T81" fmla="*/ 42 h 61"/>
                <a:gd name="T82" fmla="*/ 9 w 109"/>
                <a:gd name="T83" fmla="*/ 60 h 61"/>
                <a:gd name="T84" fmla="*/ 9 w 109"/>
                <a:gd name="T85" fmla="*/ 60 h 61"/>
                <a:gd name="T86" fmla="*/ 9 w 109"/>
                <a:gd name="T87" fmla="*/ 60 h 61"/>
                <a:gd name="T88" fmla="*/ 6 w 109"/>
                <a:gd name="T89" fmla="*/ 61 h 61"/>
                <a:gd name="T90" fmla="*/ 6 w 109"/>
                <a:gd name="T91" fmla="*/ 61 h 61"/>
                <a:gd name="T92" fmla="*/ 2 w 109"/>
                <a:gd name="T93" fmla="*/ 5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9" h="61">
                  <a:moveTo>
                    <a:pt x="2" y="59"/>
                  </a:moveTo>
                  <a:cubicBezTo>
                    <a:pt x="0" y="57"/>
                    <a:pt x="1" y="53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3" y="52"/>
                    <a:pt x="9" y="48"/>
                    <a:pt x="16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3" y="35"/>
                    <a:pt x="32" y="27"/>
                    <a:pt x="37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41" y="15"/>
                    <a:pt x="43" y="10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9" y="7"/>
                    <a:pt x="68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8" y="15"/>
                    <a:pt x="89" y="19"/>
                    <a:pt x="94" y="19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7" y="17"/>
                    <a:pt x="99" y="15"/>
                    <a:pt x="99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6"/>
                    <a:pt x="101" y="4"/>
                    <a:pt x="104" y="4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7" y="4"/>
                    <a:pt x="109" y="6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16"/>
                    <a:pt x="107" y="21"/>
                    <a:pt x="105" y="24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3" y="26"/>
                    <a:pt x="101" y="27"/>
                    <a:pt x="100" y="28"/>
                  </a:cubicBezTo>
                  <a:cubicBezTo>
                    <a:pt x="100" y="28"/>
                    <a:pt x="100" y="28"/>
                    <a:pt x="100" y="28"/>
                  </a:cubicBezTo>
                  <a:cubicBezTo>
                    <a:pt x="98" y="29"/>
                    <a:pt x="96" y="29"/>
                    <a:pt x="94" y="29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86" y="29"/>
                    <a:pt x="75" y="25"/>
                    <a:pt x="65" y="21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0" y="19"/>
                    <a:pt x="55" y="17"/>
                    <a:pt x="52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0" y="19"/>
                    <a:pt x="48" y="22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1" y="31"/>
                    <a:pt x="36" y="37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0" y="52"/>
                    <a:pt x="9" y="60"/>
                    <a:pt x="9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8" y="60"/>
                    <a:pt x="7" y="61"/>
                    <a:pt x="6" y="61"/>
                  </a:cubicBezTo>
                  <a:cubicBezTo>
                    <a:pt x="6" y="61"/>
                    <a:pt x="6" y="61"/>
                    <a:pt x="6" y="61"/>
                  </a:cubicBezTo>
                  <a:cubicBezTo>
                    <a:pt x="5" y="61"/>
                    <a:pt x="3" y="60"/>
                    <a:pt x="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376"/>
            <p:cNvSpPr/>
            <p:nvPr>
              <p:custDataLst>
                <p:tags r:id="rId30"/>
              </p:custDataLst>
            </p:nvPr>
          </p:nvSpPr>
          <p:spPr bwMode="auto">
            <a:xfrm>
              <a:off x="6158593" y="3741964"/>
              <a:ext cx="304800" cy="168275"/>
            </a:xfrm>
            <a:custGeom>
              <a:avLst/>
              <a:gdLst>
                <a:gd name="T0" fmla="*/ 10 w 81"/>
                <a:gd name="T1" fmla="*/ 25 h 45"/>
                <a:gd name="T2" fmla="*/ 1 w 81"/>
                <a:gd name="T3" fmla="*/ 7 h 45"/>
                <a:gd name="T4" fmla="*/ 1 w 81"/>
                <a:gd name="T5" fmla="*/ 7 h 45"/>
                <a:gd name="T6" fmla="*/ 1 w 81"/>
                <a:gd name="T7" fmla="*/ 7 h 45"/>
                <a:gd name="T8" fmla="*/ 4 w 81"/>
                <a:gd name="T9" fmla="*/ 0 h 45"/>
                <a:gd name="T10" fmla="*/ 4 w 81"/>
                <a:gd name="T11" fmla="*/ 0 h 45"/>
                <a:gd name="T12" fmla="*/ 10 w 81"/>
                <a:gd name="T13" fmla="*/ 4 h 45"/>
                <a:gd name="T14" fmla="*/ 10 w 81"/>
                <a:gd name="T15" fmla="*/ 4 h 45"/>
                <a:gd name="T16" fmla="*/ 12 w 81"/>
                <a:gd name="T17" fmla="*/ 9 h 45"/>
                <a:gd name="T18" fmla="*/ 12 w 81"/>
                <a:gd name="T19" fmla="*/ 9 h 45"/>
                <a:gd name="T20" fmla="*/ 18 w 81"/>
                <a:gd name="T21" fmla="*/ 20 h 45"/>
                <a:gd name="T22" fmla="*/ 18 w 81"/>
                <a:gd name="T23" fmla="*/ 20 h 45"/>
                <a:gd name="T24" fmla="*/ 41 w 81"/>
                <a:gd name="T25" fmla="*/ 35 h 45"/>
                <a:gd name="T26" fmla="*/ 41 w 81"/>
                <a:gd name="T27" fmla="*/ 35 h 45"/>
                <a:gd name="T28" fmla="*/ 65 w 81"/>
                <a:gd name="T29" fmla="*/ 24 h 45"/>
                <a:gd name="T30" fmla="*/ 65 w 81"/>
                <a:gd name="T31" fmla="*/ 24 h 45"/>
                <a:gd name="T32" fmla="*/ 68 w 81"/>
                <a:gd name="T33" fmla="*/ 20 h 45"/>
                <a:gd name="T34" fmla="*/ 68 w 81"/>
                <a:gd name="T35" fmla="*/ 20 h 45"/>
                <a:gd name="T36" fmla="*/ 71 w 81"/>
                <a:gd name="T37" fmla="*/ 12 h 45"/>
                <a:gd name="T38" fmla="*/ 71 w 81"/>
                <a:gd name="T39" fmla="*/ 12 h 45"/>
                <a:gd name="T40" fmla="*/ 71 w 81"/>
                <a:gd name="T41" fmla="*/ 12 h 45"/>
                <a:gd name="T42" fmla="*/ 71 w 81"/>
                <a:gd name="T43" fmla="*/ 12 h 45"/>
                <a:gd name="T44" fmla="*/ 71 w 81"/>
                <a:gd name="T45" fmla="*/ 12 h 45"/>
                <a:gd name="T46" fmla="*/ 71 w 81"/>
                <a:gd name="T47" fmla="*/ 12 h 45"/>
                <a:gd name="T48" fmla="*/ 69 w 81"/>
                <a:gd name="T49" fmla="*/ 12 h 45"/>
                <a:gd name="T50" fmla="*/ 69 w 81"/>
                <a:gd name="T51" fmla="*/ 12 h 45"/>
                <a:gd name="T52" fmla="*/ 65 w 81"/>
                <a:gd name="T53" fmla="*/ 12 h 45"/>
                <a:gd name="T54" fmla="*/ 65 w 81"/>
                <a:gd name="T55" fmla="*/ 12 h 45"/>
                <a:gd name="T56" fmla="*/ 60 w 81"/>
                <a:gd name="T57" fmla="*/ 8 h 45"/>
                <a:gd name="T58" fmla="*/ 60 w 81"/>
                <a:gd name="T59" fmla="*/ 8 h 45"/>
                <a:gd name="T60" fmla="*/ 64 w 81"/>
                <a:gd name="T61" fmla="*/ 2 h 45"/>
                <a:gd name="T62" fmla="*/ 64 w 81"/>
                <a:gd name="T63" fmla="*/ 2 h 45"/>
                <a:gd name="T64" fmla="*/ 69 w 81"/>
                <a:gd name="T65" fmla="*/ 2 h 45"/>
                <a:gd name="T66" fmla="*/ 69 w 81"/>
                <a:gd name="T67" fmla="*/ 2 h 45"/>
                <a:gd name="T68" fmla="*/ 78 w 81"/>
                <a:gd name="T69" fmla="*/ 5 h 45"/>
                <a:gd name="T70" fmla="*/ 78 w 81"/>
                <a:gd name="T71" fmla="*/ 5 h 45"/>
                <a:gd name="T72" fmla="*/ 81 w 81"/>
                <a:gd name="T73" fmla="*/ 12 h 45"/>
                <a:gd name="T74" fmla="*/ 81 w 81"/>
                <a:gd name="T75" fmla="*/ 12 h 45"/>
                <a:gd name="T76" fmla="*/ 77 w 81"/>
                <a:gd name="T77" fmla="*/ 25 h 45"/>
                <a:gd name="T78" fmla="*/ 77 w 81"/>
                <a:gd name="T79" fmla="*/ 25 h 45"/>
                <a:gd name="T80" fmla="*/ 72 w 81"/>
                <a:gd name="T81" fmla="*/ 31 h 45"/>
                <a:gd name="T82" fmla="*/ 72 w 81"/>
                <a:gd name="T83" fmla="*/ 31 h 45"/>
                <a:gd name="T84" fmla="*/ 72 w 81"/>
                <a:gd name="T85" fmla="*/ 31 h 45"/>
                <a:gd name="T86" fmla="*/ 72 w 81"/>
                <a:gd name="T87" fmla="*/ 32 h 45"/>
                <a:gd name="T88" fmla="*/ 41 w 81"/>
                <a:gd name="T89" fmla="*/ 45 h 45"/>
                <a:gd name="T90" fmla="*/ 41 w 81"/>
                <a:gd name="T91" fmla="*/ 45 h 45"/>
                <a:gd name="T92" fmla="*/ 10 w 81"/>
                <a:gd name="T93" fmla="*/ 2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45">
                  <a:moveTo>
                    <a:pt x="10" y="25"/>
                  </a:moveTo>
                  <a:cubicBezTo>
                    <a:pt x="4" y="16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4"/>
                    <a:pt x="2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10" y="1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1" y="6"/>
                    <a:pt x="12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4" y="12"/>
                    <a:pt x="16" y="16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24" y="28"/>
                    <a:pt x="3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7" y="35"/>
                    <a:pt x="55" y="33"/>
                    <a:pt x="65" y="2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4"/>
                    <a:pt x="67" y="22"/>
                    <a:pt x="68" y="20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70" y="17"/>
                    <a:pt x="71" y="14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8" y="12"/>
                    <a:pt x="67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3" y="13"/>
                    <a:pt x="60" y="11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5"/>
                    <a:pt x="61" y="3"/>
                    <a:pt x="64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6" y="2"/>
                    <a:pt x="67" y="2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72" y="2"/>
                    <a:pt x="75" y="3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80" y="7"/>
                    <a:pt x="81" y="10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8"/>
                    <a:pt x="79" y="22"/>
                    <a:pt x="77" y="25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5" y="28"/>
                    <a:pt x="73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61" y="41"/>
                    <a:pt x="50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26" y="45"/>
                    <a:pt x="16" y="35"/>
                    <a:pt x="1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77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6045881" y="3978502"/>
              <a:ext cx="488950" cy="487363"/>
            </a:xfrm>
            <a:custGeom>
              <a:avLst/>
              <a:gdLst>
                <a:gd name="T0" fmla="*/ 103 w 130"/>
                <a:gd name="T1" fmla="*/ 129 h 130"/>
                <a:gd name="T2" fmla="*/ 37 w 130"/>
                <a:gd name="T3" fmla="*/ 129 h 130"/>
                <a:gd name="T4" fmla="*/ 22 w 130"/>
                <a:gd name="T5" fmla="*/ 130 h 130"/>
                <a:gd name="T6" fmla="*/ 6 w 130"/>
                <a:gd name="T7" fmla="*/ 127 h 130"/>
                <a:gd name="T8" fmla="*/ 0 w 130"/>
                <a:gd name="T9" fmla="*/ 119 h 130"/>
                <a:gd name="T10" fmla="*/ 1 w 130"/>
                <a:gd name="T11" fmla="*/ 116 h 130"/>
                <a:gd name="T12" fmla="*/ 1 w 130"/>
                <a:gd name="T13" fmla="*/ 89 h 130"/>
                <a:gd name="T14" fmla="*/ 26 w 130"/>
                <a:gd name="T15" fmla="*/ 19 h 130"/>
                <a:gd name="T16" fmla="*/ 51 w 130"/>
                <a:gd name="T17" fmla="*/ 3 h 130"/>
                <a:gd name="T18" fmla="*/ 68 w 130"/>
                <a:gd name="T19" fmla="*/ 0 h 130"/>
                <a:gd name="T20" fmla="*/ 118 w 130"/>
                <a:gd name="T21" fmla="*/ 35 h 130"/>
                <a:gd name="T22" fmla="*/ 130 w 130"/>
                <a:gd name="T23" fmla="*/ 69 h 130"/>
                <a:gd name="T24" fmla="*/ 125 w 130"/>
                <a:gd name="T25" fmla="*/ 70 h 130"/>
                <a:gd name="T26" fmla="*/ 130 w 130"/>
                <a:gd name="T27" fmla="*/ 70 h 130"/>
                <a:gd name="T28" fmla="*/ 129 w 130"/>
                <a:gd name="T29" fmla="*/ 113 h 130"/>
                <a:gd name="T30" fmla="*/ 122 w 130"/>
                <a:gd name="T31" fmla="*/ 127 h 130"/>
                <a:gd name="T32" fmla="*/ 111 w 130"/>
                <a:gd name="T33" fmla="*/ 130 h 130"/>
                <a:gd name="T34" fmla="*/ 107 w 130"/>
                <a:gd name="T35" fmla="*/ 120 h 130"/>
                <a:gd name="T36" fmla="*/ 110 w 130"/>
                <a:gd name="T37" fmla="*/ 120 h 130"/>
                <a:gd name="T38" fmla="*/ 115 w 130"/>
                <a:gd name="T39" fmla="*/ 119 h 130"/>
                <a:gd name="T40" fmla="*/ 119 w 130"/>
                <a:gd name="T41" fmla="*/ 111 h 130"/>
                <a:gd name="T42" fmla="*/ 118 w 130"/>
                <a:gd name="T43" fmla="*/ 61 h 130"/>
                <a:gd name="T44" fmla="*/ 109 w 130"/>
                <a:gd name="T45" fmla="*/ 40 h 130"/>
                <a:gd name="T46" fmla="*/ 68 w 130"/>
                <a:gd name="T47" fmla="*/ 10 h 130"/>
                <a:gd name="T48" fmla="*/ 54 w 130"/>
                <a:gd name="T49" fmla="*/ 13 h 130"/>
                <a:gd name="T50" fmla="*/ 54 w 130"/>
                <a:gd name="T51" fmla="*/ 13 h 130"/>
                <a:gd name="T52" fmla="*/ 52 w 130"/>
                <a:gd name="T53" fmla="*/ 13 h 130"/>
                <a:gd name="T54" fmla="*/ 47 w 130"/>
                <a:gd name="T55" fmla="*/ 15 h 130"/>
                <a:gd name="T56" fmla="*/ 33 w 130"/>
                <a:gd name="T57" fmla="*/ 26 h 130"/>
                <a:gd name="T58" fmla="*/ 11 w 130"/>
                <a:gd name="T59" fmla="*/ 89 h 130"/>
                <a:gd name="T60" fmla="*/ 11 w 130"/>
                <a:gd name="T61" fmla="*/ 94 h 130"/>
                <a:gd name="T62" fmla="*/ 11 w 130"/>
                <a:gd name="T63" fmla="*/ 119 h 130"/>
                <a:gd name="T64" fmla="*/ 22 w 130"/>
                <a:gd name="T65" fmla="*/ 120 h 130"/>
                <a:gd name="T66" fmla="*/ 36 w 130"/>
                <a:gd name="T67" fmla="*/ 119 h 130"/>
                <a:gd name="T68" fmla="*/ 105 w 130"/>
                <a:gd name="T69" fmla="*/ 119 h 130"/>
                <a:gd name="T70" fmla="*/ 106 w 130"/>
                <a:gd name="T71" fmla="*/ 119 h 130"/>
                <a:gd name="T72" fmla="*/ 107 w 130"/>
                <a:gd name="T73" fmla="*/ 12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0" h="130">
                  <a:moveTo>
                    <a:pt x="110" y="130"/>
                  </a:moveTo>
                  <a:cubicBezTo>
                    <a:pt x="107" y="130"/>
                    <a:pt x="104" y="129"/>
                    <a:pt x="103" y="129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1" y="129"/>
                    <a:pt x="26" y="130"/>
                    <a:pt x="22" y="130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15" y="130"/>
                    <a:pt x="10" y="129"/>
                    <a:pt x="6" y="127"/>
                  </a:cubicBezTo>
                  <a:cubicBezTo>
                    <a:pt x="6" y="127"/>
                    <a:pt x="6" y="127"/>
                    <a:pt x="6" y="127"/>
                  </a:cubicBezTo>
                  <a:cubicBezTo>
                    <a:pt x="3" y="126"/>
                    <a:pt x="0" y="122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8"/>
                    <a:pt x="1" y="117"/>
                    <a:pt x="1" y="116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3"/>
                    <a:pt x="1" y="91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53"/>
                    <a:pt x="13" y="31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38" y="7"/>
                    <a:pt x="49" y="4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7" y="1"/>
                    <a:pt x="63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93" y="0"/>
                    <a:pt x="109" y="19"/>
                    <a:pt x="118" y="35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27" y="52"/>
                    <a:pt x="130" y="69"/>
                    <a:pt x="130" y="69"/>
                  </a:cubicBezTo>
                  <a:cubicBezTo>
                    <a:pt x="130" y="69"/>
                    <a:pt x="130" y="69"/>
                    <a:pt x="130" y="69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30" y="69"/>
                    <a:pt x="130" y="69"/>
                    <a:pt x="130" y="6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8" y="119"/>
                    <a:pt x="125" y="124"/>
                    <a:pt x="122" y="127"/>
                  </a:cubicBezTo>
                  <a:cubicBezTo>
                    <a:pt x="122" y="127"/>
                    <a:pt x="122" y="127"/>
                    <a:pt x="122" y="127"/>
                  </a:cubicBezTo>
                  <a:cubicBezTo>
                    <a:pt x="118" y="129"/>
                    <a:pt x="114" y="130"/>
                    <a:pt x="111" y="130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111" y="130"/>
                    <a:pt x="111" y="130"/>
                    <a:pt x="110" y="130"/>
                  </a:cubicBezTo>
                  <a:close/>
                  <a:moveTo>
                    <a:pt x="107" y="120"/>
                  </a:moveTo>
                  <a:cubicBezTo>
                    <a:pt x="108" y="120"/>
                    <a:pt x="109" y="120"/>
                    <a:pt x="110" y="120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2" y="120"/>
                    <a:pt x="114" y="120"/>
                    <a:pt x="115" y="119"/>
                  </a:cubicBezTo>
                  <a:cubicBezTo>
                    <a:pt x="115" y="119"/>
                    <a:pt x="115" y="119"/>
                    <a:pt x="115" y="119"/>
                  </a:cubicBezTo>
                  <a:cubicBezTo>
                    <a:pt x="117" y="118"/>
                    <a:pt x="118" y="116"/>
                    <a:pt x="119" y="111"/>
                  </a:cubicBezTo>
                  <a:cubicBezTo>
                    <a:pt x="119" y="111"/>
                    <a:pt x="119" y="111"/>
                    <a:pt x="119" y="11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69"/>
                    <a:pt x="119" y="66"/>
                    <a:pt x="118" y="61"/>
                  </a:cubicBezTo>
                  <a:cubicBezTo>
                    <a:pt x="118" y="61"/>
                    <a:pt x="118" y="61"/>
                    <a:pt x="118" y="61"/>
                  </a:cubicBezTo>
                  <a:cubicBezTo>
                    <a:pt x="116" y="56"/>
                    <a:pt x="113" y="48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0" y="24"/>
                    <a:pt x="8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4" y="10"/>
                    <a:pt x="59" y="11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3" y="13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1" y="14"/>
                    <a:pt x="49" y="14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3" y="17"/>
                    <a:pt x="38" y="21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22" y="37"/>
                    <a:pt x="11" y="56"/>
                    <a:pt x="11" y="89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11" y="91"/>
                    <a:pt x="11" y="93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119"/>
                    <a:pt x="11" y="119"/>
                    <a:pt x="11" y="119"/>
                  </a:cubicBezTo>
                  <a:cubicBezTo>
                    <a:pt x="13" y="119"/>
                    <a:pt x="16" y="120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6" y="120"/>
                    <a:pt x="30" y="120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6" y="119"/>
                    <a:pt x="106" y="119"/>
                    <a:pt x="107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{sub_title}</a:t>
            </a:r>
            <a:endParaRPr lang="zh-CN" altLang="en-US" sz="25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1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50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20345" y="1373505"/>
            <a:ext cx="283972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accent2"/>
                </a:solidFill>
              </a:rPr>
              <a:t>{desc_1}</a:t>
            </a:r>
            <a:endParaRPr lang="en-US" altLang="zh-CN" sz="1600" b="1" dirty="0">
              <a:solidFill>
                <a:schemeClr val="accent2"/>
              </a:solidFill>
            </a:endParaRPr>
          </a:p>
        </p:txBody>
      </p:sp>
      <p:sp>
        <p:nvSpPr>
          <p:cNvPr id="2" name="矩形 17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34950" y="1661160"/>
            <a:ext cx="2736215" cy="28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{content_1}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矩形 50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835650" y="1462405"/>
            <a:ext cx="302323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accent2"/>
                </a:solidFill>
                <a:sym typeface="+mn-ea"/>
              </a:rPr>
              <a:t>{desc_2}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7" name="矩形 17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927090" y="1714500"/>
            <a:ext cx="2945130" cy="28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{content_2}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矩形 50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484630" y="3873500"/>
            <a:ext cx="58324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chemeClr val="accent2"/>
                </a:solidFill>
                <a:sym typeface="+mn-ea"/>
              </a:rPr>
              <a:t>{desc_3}</a:t>
            </a:r>
            <a:endParaRPr lang="zh-CN" altLang="en-US" sz="1600" b="1" dirty="0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13" name="矩形 17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87375" y="4161155"/>
            <a:ext cx="7720965" cy="28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{content_3}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0" grpId="0"/>
      <p:bldP spid="2" grpId="0"/>
      <p:bldP spid="3" grpId="0"/>
      <p:bldP spid="7" grpId="0"/>
      <p:bldP spid="8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圆角矩形 51"/>
          <p:cNvSpPr/>
          <p:nvPr>
            <p:custDataLst>
              <p:tags r:id="rId1"/>
            </p:custDataLst>
          </p:nvPr>
        </p:nvSpPr>
        <p:spPr>
          <a:xfrm>
            <a:off x="2172608" y="1401709"/>
            <a:ext cx="533400" cy="530755"/>
          </a:xfrm>
          <a:prstGeom prst="roundRect">
            <a:avLst/>
          </a:prstGeom>
          <a:noFill/>
          <a:ln w="28575">
            <a:solidFill>
              <a:srgbClr val="1141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82" name="圆角矩形 81"/>
          <p:cNvSpPr/>
          <p:nvPr>
            <p:custDataLst>
              <p:tags r:id="rId2"/>
            </p:custDataLst>
          </p:nvPr>
        </p:nvSpPr>
        <p:spPr>
          <a:xfrm>
            <a:off x="2208168" y="2636982"/>
            <a:ext cx="533400" cy="530755"/>
          </a:xfrm>
          <a:prstGeom prst="roundRect">
            <a:avLst/>
          </a:prstGeom>
          <a:noFill/>
          <a:ln w="28575">
            <a:solidFill>
              <a:srgbClr val="1141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>
            <p:custDataLst>
              <p:tags r:id="rId3"/>
            </p:custDataLst>
          </p:nvPr>
        </p:nvSpPr>
        <p:spPr>
          <a:xfrm>
            <a:off x="2208168" y="3801135"/>
            <a:ext cx="533400" cy="530755"/>
          </a:xfrm>
          <a:prstGeom prst="roundRect">
            <a:avLst/>
          </a:prstGeom>
          <a:noFill/>
          <a:ln w="28575">
            <a:solidFill>
              <a:srgbClr val="1141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pSp>
        <p:nvGrpSpPr>
          <p:cNvPr id="3" name="Group 227"/>
          <p:cNvGrpSpPr>
            <a:grpSpLocks noChangeAspect="1"/>
          </p:cNvGrpSpPr>
          <p:nvPr>
            <p:custDataLst>
              <p:tags r:id="rId4"/>
            </p:custDataLst>
          </p:nvPr>
        </p:nvGrpSpPr>
        <p:grpSpPr bwMode="auto">
          <a:xfrm>
            <a:off x="2319633" y="2735111"/>
            <a:ext cx="323924" cy="373044"/>
            <a:chOff x="1024" y="313"/>
            <a:chExt cx="780" cy="898"/>
          </a:xfrm>
          <a:solidFill>
            <a:srgbClr val="114196"/>
          </a:solidFill>
        </p:grpSpPr>
        <p:sp>
          <p:nvSpPr>
            <p:cNvPr id="85" name="Freeform 228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024" y="715"/>
              <a:ext cx="458" cy="496"/>
            </a:xfrm>
            <a:custGeom>
              <a:avLst/>
              <a:gdLst>
                <a:gd name="T0" fmla="*/ 189 w 192"/>
                <a:gd name="T1" fmla="*/ 25 h 208"/>
                <a:gd name="T2" fmla="*/ 188 w 192"/>
                <a:gd name="T3" fmla="*/ 24 h 208"/>
                <a:gd name="T4" fmla="*/ 184 w 192"/>
                <a:gd name="T5" fmla="*/ 22 h 208"/>
                <a:gd name="T6" fmla="*/ 179 w 192"/>
                <a:gd name="T7" fmla="*/ 18 h 208"/>
                <a:gd name="T8" fmla="*/ 159 w 192"/>
                <a:gd name="T9" fmla="*/ 9 h 208"/>
                <a:gd name="T10" fmla="*/ 58 w 192"/>
                <a:gd name="T11" fmla="*/ 32 h 208"/>
                <a:gd name="T12" fmla="*/ 22 w 192"/>
                <a:gd name="T13" fmla="*/ 162 h 208"/>
                <a:gd name="T14" fmla="*/ 127 w 192"/>
                <a:gd name="T15" fmla="*/ 168 h 208"/>
                <a:gd name="T16" fmla="*/ 188 w 192"/>
                <a:gd name="T17" fmla="*/ 35 h 208"/>
                <a:gd name="T18" fmla="*/ 189 w 192"/>
                <a:gd name="T19" fmla="*/ 25 h 208"/>
                <a:gd name="T20" fmla="*/ 32 w 192"/>
                <a:gd name="T21" fmla="*/ 136 h 208"/>
                <a:gd name="T22" fmla="*/ 80 w 192"/>
                <a:gd name="T23" fmla="*/ 42 h 208"/>
                <a:gd name="T24" fmla="*/ 141 w 192"/>
                <a:gd name="T25" fmla="*/ 18 h 208"/>
                <a:gd name="T26" fmla="*/ 179 w 192"/>
                <a:gd name="T27" fmla="*/ 32 h 208"/>
                <a:gd name="T28" fmla="*/ 117 w 192"/>
                <a:gd name="T29" fmla="*/ 153 h 208"/>
                <a:gd name="T30" fmla="*/ 32 w 192"/>
                <a:gd name="T31" fmla="*/ 136 h 208"/>
                <a:gd name="T32" fmla="*/ 66 w 192"/>
                <a:gd name="T33" fmla="*/ 40 h 208"/>
                <a:gd name="T34" fmla="*/ 43 w 192"/>
                <a:gd name="T35" fmla="*/ 64 h 208"/>
                <a:gd name="T36" fmla="*/ 66 w 192"/>
                <a:gd name="T37" fmla="*/ 40 h 208"/>
                <a:gd name="T38" fmla="*/ 37 w 192"/>
                <a:gd name="T39" fmla="*/ 164 h 208"/>
                <a:gd name="T40" fmla="*/ 98 w 192"/>
                <a:gd name="T41" fmla="*/ 173 h 208"/>
                <a:gd name="T42" fmla="*/ 37 w 192"/>
                <a:gd name="T43" fmla="*/ 164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208">
                  <a:moveTo>
                    <a:pt x="189" y="25"/>
                  </a:moveTo>
                  <a:cubicBezTo>
                    <a:pt x="188" y="25"/>
                    <a:pt x="188" y="25"/>
                    <a:pt x="188" y="24"/>
                  </a:cubicBezTo>
                  <a:cubicBezTo>
                    <a:pt x="187" y="23"/>
                    <a:pt x="186" y="22"/>
                    <a:pt x="184" y="22"/>
                  </a:cubicBezTo>
                  <a:cubicBezTo>
                    <a:pt x="183" y="20"/>
                    <a:pt x="181" y="19"/>
                    <a:pt x="179" y="18"/>
                  </a:cubicBezTo>
                  <a:cubicBezTo>
                    <a:pt x="173" y="13"/>
                    <a:pt x="166" y="10"/>
                    <a:pt x="159" y="9"/>
                  </a:cubicBezTo>
                  <a:cubicBezTo>
                    <a:pt x="126" y="0"/>
                    <a:pt x="86" y="12"/>
                    <a:pt x="58" y="32"/>
                  </a:cubicBezTo>
                  <a:cubicBezTo>
                    <a:pt x="21" y="58"/>
                    <a:pt x="0" y="115"/>
                    <a:pt x="22" y="162"/>
                  </a:cubicBezTo>
                  <a:cubicBezTo>
                    <a:pt x="44" y="208"/>
                    <a:pt x="97" y="194"/>
                    <a:pt x="127" y="168"/>
                  </a:cubicBezTo>
                  <a:cubicBezTo>
                    <a:pt x="161" y="137"/>
                    <a:pt x="183" y="84"/>
                    <a:pt x="188" y="35"/>
                  </a:cubicBezTo>
                  <a:cubicBezTo>
                    <a:pt x="191" y="33"/>
                    <a:pt x="192" y="28"/>
                    <a:pt x="189" y="25"/>
                  </a:cubicBezTo>
                  <a:close/>
                  <a:moveTo>
                    <a:pt x="32" y="136"/>
                  </a:moveTo>
                  <a:cubicBezTo>
                    <a:pt x="22" y="95"/>
                    <a:pt x="53" y="62"/>
                    <a:pt x="80" y="42"/>
                  </a:cubicBezTo>
                  <a:cubicBezTo>
                    <a:pt x="98" y="30"/>
                    <a:pt x="120" y="20"/>
                    <a:pt x="141" y="18"/>
                  </a:cubicBezTo>
                  <a:cubicBezTo>
                    <a:pt x="155" y="19"/>
                    <a:pt x="168" y="23"/>
                    <a:pt x="179" y="32"/>
                  </a:cubicBezTo>
                  <a:cubicBezTo>
                    <a:pt x="173" y="78"/>
                    <a:pt x="153" y="130"/>
                    <a:pt x="117" y="153"/>
                  </a:cubicBezTo>
                  <a:cubicBezTo>
                    <a:pt x="92" y="169"/>
                    <a:pt x="42" y="177"/>
                    <a:pt x="32" y="136"/>
                  </a:cubicBezTo>
                  <a:close/>
                  <a:moveTo>
                    <a:pt x="66" y="40"/>
                  </a:moveTo>
                  <a:cubicBezTo>
                    <a:pt x="58" y="47"/>
                    <a:pt x="50" y="55"/>
                    <a:pt x="43" y="64"/>
                  </a:cubicBezTo>
                  <a:cubicBezTo>
                    <a:pt x="50" y="54"/>
                    <a:pt x="58" y="46"/>
                    <a:pt x="66" y="40"/>
                  </a:cubicBezTo>
                  <a:close/>
                  <a:moveTo>
                    <a:pt x="37" y="164"/>
                  </a:moveTo>
                  <a:cubicBezTo>
                    <a:pt x="52" y="179"/>
                    <a:pt x="77" y="179"/>
                    <a:pt x="98" y="173"/>
                  </a:cubicBezTo>
                  <a:cubicBezTo>
                    <a:pt x="77" y="183"/>
                    <a:pt x="53" y="184"/>
                    <a:pt x="37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29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1365" y="313"/>
              <a:ext cx="410" cy="507"/>
            </a:xfrm>
            <a:custGeom>
              <a:avLst/>
              <a:gdLst>
                <a:gd name="T0" fmla="*/ 116 w 172"/>
                <a:gd name="T1" fmla="*/ 0 h 213"/>
                <a:gd name="T2" fmla="*/ 101 w 172"/>
                <a:gd name="T3" fmla="*/ 2 h 213"/>
                <a:gd name="T4" fmla="*/ 28 w 172"/>
                <a:gd name="T5" fmla="*/ 41 h 213"/>
                <a:gd name="T6" fmla="*/ 2 w 172"/>
                <a:gd name="T7" fmla="*/ 107 h 213"/>
                <a:gd name="T8" fmla="*/ 39 w 172"/>
                <a:gd name="T9" fmla="*/ 209 h 213"/>
                <a:gd name="T10" fmla="*/ 47 w 172"/>
                <a:gd name="T11" fmla="*/ 204 h 213"/>
                <a:gd name="T12" fmla="*/ 49 w 172"/>
                <a:gd name="T13" fmla="*/ 204 h 213"/>
                <a:gd name="T14" fmla="*/ 164 w 172"/>
                <a:gd name="T15" fmla="*/ 66 h 213"/>
                <a:gd name="T16" fmla="*/ 116 w 172"/>
                <a:gd name="T17" fmla="*/ 0 h 213"/>
                <a:gd name="T18" fmla="*/ 34 w 172"/>
                <a:gd name="T19" fmla="*/ 52 h 213"/>
                <a:gd name="T20" fmla="*/ 65 w 172"/>
                <a:gd name="T21" fmla="*/ 25 h 213"/>
                <a:gd name="T22" fmla="*/ 31 w 172"/>
                <a:gd name="T23" fmla="*/ 74 h 213"/>
                <a:gd name="T24" fmla="*/ 15 w 172"/>
                <a:gd name="T25" fmla="*/ 129 h 213"/>
                <a:gd name="T26" fmla="*/ 13 w 172"/>
                <a:gd name="T27" fmla="*/ 119 h 213"/>
                <a:gd name="T28" fmla="*/ 34 w 172"/>
                <a:gd name="T29" fmla="*/ 52 h 213"/>
                <a:gd name="T30" fmla="*/ 43 w 172"/>
                <a:gd name="T31" fmla="*/ 193 h 213"/>
                <a:gd name="T32" fmla="*/ 43 w 172"/>
                <a:gd name="T33" fmla="*/ 193 h 213"/>
                <a:gd name="T34" fmla="*/ 42 w 172"/>
                <a:gd name="T35" fmla="*/ 191 h 213"/>
                <a:gd name="T36" fmla="*/ 38 w 172"/>
                <a:gd name="T37" fmla="*/ 83 h 213"/>
                <a:gd name="T38" fmla="*/ 99 w 172"/>
                <a:gd name="T39" fmla="*/ 16 h 213"/>
                <a:gd name="T40" fmla="*/ 138 w 172"/>
                <a:gd name="T41" fmla="*/ 35 h 213"/>
                <a:gd name="T42" fmla="*/ 154 w 172"/>
                <a:gd name="T43" fmla="*/ 68 h 213"/>
                <a:gd name="T44" fmla="*/ 139 w 172"/>
                <a:gd name="T45" fmla="*/ 110 h 213"/>
                <a:gd name="T46" fmla="*/ 43 w 172"/>
                <a:gd name="T47" fmla="*/ 19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2" h="213">
                  <a:moveTo>
                    <a:pt x="116" y="0"/>
                  </a:moveTo>
                  <a:cubicBezTo>
                    <a:pt x="111" y="0"/>
                    <a:pt x="106" y="1"/>
                    <a:pt x="101" y="2"/>
                  </a:cubicBezTo>
                  <a:cubicBezTo>
                    <a:pt x="74" y="1"/>
                    <a:pt x="46" y="20"/>
                    <a:pt x="28" y="41"/>
                  </a:cubicBezTo>
                  <a:cubicBezTo>
                    <a:pt x="13" y="59"/>
                    <a:pt x="3" y="82"/>
                    <a:pt x="2" y="107"/>
                  </a:cubicBezTo>
                  <a:cubicBezTo>
                    <a:pt x="0" y="143"/>
                    <a:pt x="20" y="181"/>
                    <a:pt x="39" y="209"/>
                  </a:cubicBezTo>
                  <a:cubicBezTo>
                    <a:pt x="42" y="213"/>
                    <a:pt x="48" y="209"/>
                    <a:pt x="47" y="204"/>
                  </a:cubicBezTo>
                  <a:cubicBezTo>
                    <a:pt x="48" y="204"/>
                    <a:pt x="48" y="204"/>
                    <a:pt x="49" y="204"/>
                  </a:cubicBezTo>
                  <a:cubicBezTo>
                    <a:pt x="96" y="184"/>
                    <a:pt x="172" y="126"/>
                    <a:pt x="164" y="66"/>
                  </a:cubicBezTo>
                  <a:cubicBezTo>
                    <a:pt x="166" y="33"/>
                    <a:pt x="150" y="1"/>
                    <a:pt x="116" y="0"/>
                  </a:cubicBezTo>
                  <a:close/>
                  <a:moveTo>
                    <a:pt x="34" y="52"/>
                  </a:moveTo>
                  <a:cubicBezTo>
                    <a:pt x="43" y="41"/>
                    <a:pt x="53" y="31"/>
                    <a:pt x="65" y="25"/>
                  </a:cubicBezTo>
                  <a:cubicBezTo>
                    <a:pt x="51" y="39"/>
                    <a:pt x="39" y="57"/>
                    <a:pt x="31" y="74"/>
                  </a:cubicBezTo>
                  <a:cubicBezTo>
                    <a:pt x="22" y="91"/>
                    <a:pt x="17" y="110"/>
                    <a:pt x="15" y="129"/>
                  </a:cubicBezTo>
                  <a:cubicBezTo>
                    <a:pt x="14" y="126"/>
                    <a:pt x="14" y="122"/>
                    <a:pt x="13" y="119"/>
                  </a:cubicBezTo>
                  <a:cubicBezTo>
                    <a:pt x="10" y="94"/>
                    <a:pt x="20" y="70"/>
                    <a:pt x="34" y="52"/>
                  </a:cubicBezTo>
                  <a:close/>
                  <a:moveTo>
                    <a:pt x="43" y="193"/>
                  </a:moveTo>
                  <a:cubicBezTo>
                    <a:pt x="43" y="193"/>
                    <a:pt x="43" y="193"/>
                    <a:pt x="43" y="193"/>
                  </a:cubicBezTo>
                  <a:cubicBezTo>
                    <a:pt x="43" y="193"/>
                    <a:pt x="43" y="192"/>
                    <a:pt x="42" y="191"/>
                  </a:cubicBezTo>
                  <a:cubicBezTo>
                    <a:pt x="20" y="157"/>
                    <a:pt x="21" y="120"/>
                    <a:pt x="38" y="83"/>
                  </a:cubicBezTo>
                  <a:cubicBezTo>
                    <a:pt x="50" y="54"/>
                    <a:pt x="72" y="25"/>
                    <a:pt x="99" y="16"/>
                  </a:cubicBezTo>
                  <a:cubicBezTo>
                    <a:pt x="113" y="16"/>
                    <a:pt x="127" y="22"/>
                    <a:pt x="138" y="35"/>
                  </a:cubicBezTo>
                  <a:cubicBezTo>
                    <a:pt x="147" y="46"/>
                    <a:pt x="152" y="57"/>
                    <a:pt x="154" y="68"/>
                  </a:cubicBezTo>
                  <a:cubicBezTo>
                    <a:pt x="152" y="83"/>
                    <a:pt x="145" y="98"/>
                    <a:pt x="139" y="110"/>
                  </a:cubicBezTo>
                  <a:cubicBezTo>
                    <a:pt x="116" y="152"/>
                    <a:pt x="78" y="168"/>
                    <a:pt x="43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30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403" y="789"/>
              <a:ext cx="193" cy="374"/>
            </a:xfrm>
            <a:custGeom>
              <a:avLst/>
              <a:gdLst>
                <a:gd name="T0" fmla="*/ 59 w 81"/>
                <a:gd name="T1" fmla="*/ 45 h 157"/>
                <a:gd name="T2" fmla="*/ 34 w 81"/>
                <a:gd name="T3" fmla="*/ 4 h 157"/>
                <a:gd name="T4" fmla="*/ 28 w 81"/>
                <a:gd name="T5" fmla="*/ 2 h 157"/>
                <a:gd name="T6" fmla="*/ 26 w 81"/>
                <a:gd name="T7" fmla="*/ 4 h 157"/>
                <a:gd name="T8" fmla="*/ 24 w 81"/>
                <a:gd name="T9" fmla="*/ 6 h 157"/>
                <a:gd name="T10" fmla="*/ 14 w 81"/>
                <a:gd name="T11" fmla="*/ 6 h 157"/>
                <a:gd name="T12" fmla="*/ 9 w 81"/>
                <a:gd name="T13" fmla="*/ 36 h 157"/>
                <a:gd name="T14" fmla="*/ 0 w 81"/>
                <a:gd name="T15" fmla="*/ 100 h 157"/>
                <a:gd name="T16" fmla="*/ 32 w 81"/>
                <a:gd name="T17" fmla="*/ 156 h 157"/>
                <a:gd name="T18" fmla="*/ 47 w 81"/>
                <a:gd name="T19" fmla="*/ 147 h 157"/>
                <a:gd name="T20" fmla="*/ 57 w 81"/>
                <a:gd name="T21" fmla="*/ 143 h 157"/>
                <a:gd name="T22" fmla="*/ 75 w 81"/>
                <a:gd name="T23" fmla="*/ 81 h 157"/>
                <a:gd name="T24" fmla="*/ 59 w 81"/>
                <a:gd name="T25" fmla="*/ 45 h 157"/>
                <a:gd name="T26" fmla="*/ 56 w 81"/>
                <a:gd name="T27" fmla="*/ 88 h 157"/>
                <a:gd name="T28" fmla="*/ 42 w 81"/>
                <a:gd name="T29" fmla="*/ 134 h 157"/>
                <a:gd name="T30" fmla="*/ 26 w 81"/>
                <a:gd name="T31" fmla="*/ 124 h 157"/>
                <a:gd name="T32" fmla="*/ 19 w 81"/>
                <a:gd name="T33" fmla="*/ 86 h 157"/>
                <a:gd name="T34" fmla="*/ 20 w 81"/>
                <a:gd name="T35" fmla="*/ 36 h 157"/>
                <a:gd name="T36" fmla="*/ 29 w 81"/>
                <a:gd name="T37" fmla="*/ 17 h 157"/>
                <a:gd name="T38" fmla="*/ 48 w 81"/>
                <a:gd name="T39" fmla="*/ 48 h 157"/>
                <a:gd name="T40" fmla="*/ 56 w 81"/>
                <a:gd name="T41" fmla="*/ 88 h 157"/>
                <a:gd name="T42" fmla="*/ 25 w 81"/>
                <a:gd name="T43" fmla="*/ 142 h 157"/>
                <a:gd name="T44" fmla="*/ 15 w 81"/>
                <a:gd name="T45" fmla="*/ 128 h 157"/>
                <a:gd name="T46" fmla="*/ 25 w 81"/>
                <a:gd name="T47" fmla="*/ 142 h 157"/>
                <a:gd name="T48" fmla="*/ 63 w 81"/>
                <a:gd name="T49" fmla="*/ 121 h 157"/>
                <a:gd name="T50" fmla="*/ 57 w 81"/>
                <a:gd name="T51" fmla="*/ 128 h 157"/>
                <a:gd name="T52" fmla="*/ 65 w 81"/>
                <a:gd name="T53" fmla="*/ 101 h 157"/>
                <a:gd name="T54" fmla="*/ 67 w 81"/>
                <a:gd name="T55" fmla="*/ 91 h 157"/>
                <a:gd name="T56" fmla="*/ 63 w 81"/>
                <a:gd name="T57" fmla="*/ 12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57">
                  <a:moveTo>
                    <a:pt x="59" y="45"/>
                  </a:moveTo>
                  <a:cubicBezTo>
                    <a:pt x="53" y="31"/>
                    <a:pt x="44" y="18"/>
                    <a:pt x="34" y="4"/>
                  </a:cubicBezTo>
                  <a:cubicBezTo>
                    <a:pt x="32" y="2"/>
                    <a:pt x="30" y="2"/>
                    <a:pt x="28" y="2"/>
                  </a:cubicBezTo>
                  <a:cubicBezTo>
                    <a:pt x="27" y="3"/>
                    <a:pt x="27" y="3"/>
                    <a:pt x="26" y="4"/>
                  </a:cubicBezTo>
                  <a:cubicBezTo>
                    <a:pt x="25" y="5"/>
                    <a:pt x="25" y="5"/>
                    <a:pt x="24" y="6"/>
                  </a:cubicBezTo>
                  <a:cubicBezTo>
                    <a:pt x="23" y="1"/>
                    <a:pt x="15" y="0"/>
                    <a:pt x="14" y="6"/>
                  </a:cubicBezTo>
                  <a:cubicBezTo>
                    <a:pt x="12" y="12"/>
                    <a:pt x="10" y="23"/>
                    <a:pt x="9" y="36"/>
                  </a:cubicBezTo>
                  <a:cubicBezTo>
                    <a:pt x="3" y="57"/>
                    <a:pt x="1" y="81"/>
                    <a:pt x="0" y="100"/>
                  </a:cubicBezTo>
                  <a:cubicBezTo>
                    <a:pt x="0" y="121"/>
                    <a:pt x="8" y="157"/>
                    <a:pt x="32" y="156"/>
                  </a:cubicBezTo>
                  <a:cubicBezTo>
                    <a:pt x="38" y="156"/>
                    <a:pt x="43" y="152"/>
                    <a:pt x="47" y="147"/>
                  </a:cubicBezTo>
                  <a:cubicBezTo>
                    <a:pt x="50" y="146"/>
                    <a:pt x="53" y="145"/>
                    <a:pt x="57" y="143"/>
                  </a:cubicBezTo>
                  <a:cubicBezTo>
                    <a:pt x="79" y="132"/>
                    <a:pt x="81" y="104"/>
                    <a:pt x="75" y="81"/>
                  </a:cubicBezTo>
                  <a:cubicBezTo>
                    <a:pt x="71" y="68"/>
                    <a:pt x="66" y="57"/>
                    <a:pt x="59" y="45"/>
                  </a:cubicBezTo>
                  <a:close/>
                  <a:moveTo>
                    <a:pt x="56" y="88"/>
                  </a:moveTo>
                  <a:cubicBezTo>
                    <a:pt x="55" y="102"/>
                    <a:pt x="50" y="121"/>
                    <a:pt x="42" y="134"/>
                  </a:cubicBezTo>
                  <a:cubicBezTo>
                    <a:pt x="36" y="133"/>
                    <a:pt x="30" y="130"/>
                    <a:pt x="26" y="124"/>
                  </a:cubicBezTo>
                  <a:cubicBezTo>
                    <a:pt x="19" y="114"/>
                    <a:pt x="19" y="98"/>
                    <a:pt x="19" y="86"/>
                  </a:cubicBezTo>
                  <a:cubicBezTo>
                    <a:pt x="18" y="69"/>
                    <a:pt x="19" y="52"/>
                    <a:pt x="20" y="36"/>
                  </a:cubicBezTo>
                  <a:cubicBezTo>
                    <a:pt x="23" y="29"/>
                    <a:pt x="25" y="23"/>
                    <a:pt x="29" y="17"/>
                  </a:cubicBezTo>
                  <a:cubicBezTo>
                    <a:pt x="34" y="26"/>
                    <a:pt x="42" y="36"/>
                    <a:pt x="48" y="48"/>
                  </a:cubicBezTo>
                  <a:cubicBezTo>
                    <a:pt x="54" y="60"/>
                    <a:pt x="58" y="73"/>
                    <a:pt x="56" y="88"/>
                  </a:cubicBezTo>
                  <a:close/>
                  <a:moveTo>
                    <a:pt x="25" y="142"/>
                  </a:moveTo>
                  <a:cubicBezTo>
                    <a:pt x="21" y="139"/>
                    <a:pt x="18" y="133"/>
                    <a:pt x="15" y="128"/>
                  </a:cubicBezTo>
                  <a:cubicBezTo>
                    <a:pt x="18" y="134"/>
                    <a:pt x="21" y="139"/>
                    <a:pt x="25" y="142"/>
                  </a:cubicBezTo>
                  <a:close/>
                  <a:moveTo>
                    <a:pt x="63" y="121"/>
                  </a:moveTo>
                  <a:cubicBezTo>
                    <a:pt x="61" y="124"/>
                    <a:pt x="59" y="126"/>
                    <a:pt x="57" y="128"/>
                  </a:cubicBezTo>
                  <a:cubicBezTo>
                    <a:pt x="61" y="119"/>
                    <a:pt x="64" y="108"/>
                    <a:pt x="65" y="101"/>
                  </a:cubicBezTo>
                  <a:cubicBezTo>
                    <a:pt x="66" y="98"/>
                    <a:pt x="66" y="94"/>
                    <a:pt x="67" y="91"/>
                  </a:cubicBezTo>
                  <a:cubicBezTo>
                    <a:pt x="69" y="101"/>
                    <a:pt x="68" y="112"/>
                    <a:pt x="63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3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460" y="630"/>
              <a:ext cx="344" cy="257"/>
            </a:xfrm>
            <a:custGeom>
              <a:avLst/>
              <a:gdLst>
                <a:gd name="T0" fmla="*/ 85 w 144"/>
                <a:gd name="T1" fmla="*/ 8 h 108"/>
                <a:gd name="T2" fmla="*/ 28 w 144"/>
                <a:gd name="T3" fmla="*/ 43 h 108"/>
                <a:gd name="T4" fmla="*/ 7 w 144"/>
                <a:gd name="T5" fmla="*/ 63 h 108"/>
                <a:gd name="T6" fmla="*/ 2 w 144"/>
                <a:gd name="T7" fmla="*/ 68 h 108"/>
                <a:gd name="T8" fmla="*/ 2 w 144"/>
                <a:gd name="T9" fmla="*/ 74 h 108"/>
                <a:gd name="T10" fmla="*/ 5 w 144"/>
                <a:gd name="T11" fmla="*/ 81 h 108"/>
                <a:gd name="T12" fmla="*/ 140 w 144"/>
                <a:gd name="T13" fmla="*/ 39 h 108"/>
                <a:gd name="T14" fmla="*/ 85 w 144"/>
                <a:gd name="T15" fmla="*/ 8 h 108"/>
                <a:gd name="T16" fmla="*/ 83 w 144"/>
                <a:gd name="T17" fmla="*/ 73 h 108"/>
                <a:gd name="T18" fmla="*/ 16 w 144"/>
                <a:gd name="T19" fmla="*/ 71 h 108"/>
                <a:gd name="T20" fmla="*/ 20 w 144"/>
                <a:gd name="T21" fmla="*/ 65 h 108"/>
                <a:gd name="T22" fmla="*/ 36 w 144"/>
                <a:gd name="T23" fmla="*/ 52 h 108"/>
                <a:gd name="T24" fmla="*/ 66 w 144"/>
                <a:gd name="T25" fmla="*/ 38 h 108"/>
                <a:gd name="T26" fmla="*/ 115 w 144"/>
                <a:gd name="T27" fmla="*/ 23 h 108"/>
                <a:gd name="T28" fmla="*/ 118 w 144"/>
                <a:gd name="T29" fmla="*/ 46 h 108"/>
                <a:gd name="T30" fmla="*/ 83 w 144"/>
                <a:gd name="T31" fmla="*/ 73 h 108"/>
                <a:gd name="T32" fmla="*/ 118 w 144"/>
                <a:gd name="T33" fmla="*/ 66 h 108"/>
                <a:gd name="T34" fmla="*/ 130 w 144"/>
                <a:gd name="T35" fmla="*/ 46 h 108"/>
                <a:gd name="T36" fmla="*/ 118 w 144"/>
                <a:gd name="T37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108">
                  <a:moveTo>
                    <a:pt x="85" y="8"/>
                  </a:moveTo>
                  <a:cubicBezTo>
                    <a:pt x="66" y="15"/>
                    <a:pt x="46" y="28"/>
                    <a:pt x="28" y="43"/>
                  </a:cubicBezTo>
                  <a:cubicBezTo>
                    <a:pt x="20" y="48"/>
                    <a:pt x="12" y="53"/>
                    <a:pt x="7" y="63"/>
                  </a:cubicBezTo>
                  <a:cubicBezTo>
                    <a:pt x="5" y="64"/>
                    <a:pt x="4" y="66"/>
                    <a:pt x="2" y="68"/>
                  </a:cubicBezTo>
                  <a:cubicBezTo>
                    <a:pt x="0" y="69"/>
                    <a:pt x="1" y="72"/>
                    <a:pt x="2" y="74"/>
                  </a:cubicBezTo>
                  <a:cubicBezTo>
                    <a:pt x="1" y="77"/>
                    <a:pt x="2" y="80"/>
                    <a:pt x="5" y="81"/>
                  </a:cubicBezTo>
                  <a:cubicBezTo>
                    <a:pt x="39" y="94"/>
                    <a:pt x="144" y="108"/>
                    <a:pt x="140" y="39"/>
                  </a:cubicBezTo>
                  <a:cubicBezTo>
                    <a:pt x="139" y="8"/>
                    <a:pt x="106" y="0"/>
                    <a:pt x="85" y="8"/>
                  </a:cubicBezTo>
                  <a:close/>
                  <a:moveTo>
                    <a:pt x="83" y="73"/>
                  </a:moveTo>
                  <a:cubicBezTo>
                    <a:pt x="61" y="78"/>
                    <a:pt x="37" y="77"/>
                    <a:pt x="16" y="71"/>
                  </a:cubicBezTo>
                  <a:cubicBezTo>
                    <a:pt x="17" y="69"/>
                    <a:pt x="18" y="67"/>
                    <a:pt x="20" y="65"/>
                  </a:cubicBezTo>
                  <a:cubicBezTo>
                    <a:pt x="25" y="61"/>
                    <a:pt x="31" y="56"/>
                    <a:pt x="36" y="52"/>
                  </a:cubicBezTo>
                  <a:cubicBezTo>
                    <a:pt x="47" y="46"/>
                    <a:pt x="58" y="42"/>
                    <a:pt x="66" y="38"/>
                  </a:cubicBezTo>
                  <a:cubicBezTo>
                    <a:pt x="81" y="30"/>
                    <a:pt x="99" y="21"/>
                    <a:pt x="115" y="23"/>
                  </a:cubicBezTo>
                  <a:cubicBezTo>
                    <a:pt x="125" y="24"/>
                    <a:pt x="120" y="39"/>
                    <a:pt x="118" y="46"/>
                  </a:cubicBezTo>
                  <a:cubicBezTo>
                    <a:pt x="112" y="63"/>
                    <a:pt x="97" y="69"/>
                    <a:pt x="83" y="73"/>
                  </a:cubicBezTo>
                  <a:close/>
                  <a:moveTo>
                    <a:pt x="118" y="66"/>
                  </a:moveTo>
                  <a:cubicBezTo>
                    <a:pt x="123" y="61"/>
                    <a:pt x="127" y="54"/>
                    <a:pt x="130" y="46"/>
                  </a:cubicBezTo>
                  <a:cubicBezTo>
                    <a:pt x="129" y="54"/>
                    <a:pt x="124" y="61"/>
                    <a:pt x="118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32"/>
            <p:cNvSpPr/>
            <p:nvPr>
              <p:custDataLst>
                <p:tags r:id="rId9"/>
              </p:custDataLst>
            </p:nvPr>
          </p:nvSpPr>
          <p:spPr bwMode="auto">
            <a:xfrm>
              <a:off x="1181" y="668"/>
              <a:ext cx="272" cy="107"/>
            </a:xfrm>
            <a:custGeom>
              <a:avLst/>
              <a:gdLst>
                <a:gd name="T0" fmla="*/ 111 w 114"/>
                <a:gd name="T1" fmla="*/ 37 h 45"/>
                <a:gd name="T2" fmla="*/ 106 w 114"/>
                <a:gd name="T3" fmla="*/ 33 h 45"/>
                <a:gd name="T4" fmla="*/ 105 w 114"/>
                <a:gd name="T5" fmla="*/ 31 h 45"/>
                <a:gd name="T6" fmla="*/ 95 w 114"/>
                <a:gd name="T7" fmla="*/ 25 h 45"/>
                <a:gd name="T8" fmla="*/ 6 w 114"/>
                <a:gd name="T9" fmla="*/ 0 h 45"/>
                <a:gd name="T10" fmla="*/ 5 w 114"/>
                <a:gd name="T11" fmla="*/ 10 h 45"/>
                <a:gd name="T12" fmla="*/ 68 w 114"/>
                <a:gd name="T13" fmla="*/ 24 h 45"/>
                <a:gd name="T14" fmla="*/ 107 w 114"/>
                <a:gd name="T15" fmla="*/ 44 h 45"/>
                <a:gd name="T16" fmla="*/ 111 w 114"/>
                <a:gd name="T17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45">
                  <a:moveTo>
                    <a:pt x="111" y="37"/>
                  </a:moveTo>
                  <a:cubicBezTo>
                    <a:pt x="110" y="36"/>
                    <a:pt x="108" y="34"/>
                    <a:pt x="106" y="33"/>
                  </a:cubicBezTo>
                  <a:cubicBezTo>
                    <a:pt x="106" y="32"/>
                    <a:pt x="106" y="32"/>
                    <a:pt x="105" y="31"/>
                  </a:cubicBezTo>
                  <a:cubicBezTo>
                    <a:pt x="102" y="29"/>
                    <a:pt x="98" y="27"/>
                    <a:pt x="95" y="25"/>
                  </a:cubicBezTo>
                  <a:cubicBezTo>
                    <a:pt x="68" y="8"/>
                    <a:pt x="34" y="1"/>
                    <a:pt x="6" y="0"/>
                  </a:cubicBezTo>
                  <a:cubicBezTo>
                    <a:pt x="0" y="0"/>
                    <a:pt x="0" y="9"/>
                    <a:pt x="5" y="10"/>
                  </a:cubicBezTo>
                  <a:cubicBezTo>
                    <a:pt x="26" y="15"/>
                    <a:pt x="47" y="18"/>
                    <a:pt x="68" y="24"/>
                  </a:cubicBezTo>
                  <a:cubicBezTo>
                    <a:pt x="81" y="30"/>
                    <a:pt x="94" y="37"/>
                    <a:pt x="107" y="44"/>
                  </a:cubicBezTo>
                  <a:cubicBezTo>
                    <a:pt x="111" y="45"/>
                    <a:pt x="114" y="40"/>
                    <a:pt x="111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33"/>
            <p:cNvSpPr/>
            <p:nvPr>
              <p:custDataLst>
                <p:tags r:id="rId10"/>
              </p:custDataLst>
            </p:nvPr>
          </p:nvSpPr>
          <p:spPr bwMode="auto">
            <a:xfrm>
              <a:off x="1243" y="460"/>
              <a:ext cx="210" cy="329"/>
            </a:xfrm>
            <a:custGeom>
              <a:avLst/>
              <a:gdLst>
                <a:gd name="T0" fmla="*/ 84 w 88"/>
                <a:gd name="T1" fmla="*/ 127 h 138"/>
                <a:gd name="T2" fmla="*/ 47 w 88"/>
                <a:gd name="T3" fmla="*/ 80 h 138"/>
                <a:gd name="T4" fmla="*/ 9 w 88"/>
                <a:gd name="T5" fmla="*/ 5 h 138"/>
                <a:gd name="T6" fmla="*/ 1 w 88"/>
                <a:gd name="T7" fmla="*/ 9 h 138"/>
                <a:gd name="T8" fmla="*/ 79 w 88"/>
                <a:gd name="T9" fmla="*/ 134 h 138"/>
                <a:gd name="T10" fmla="*/ 84 w 88"/>
                <a:gd name="T11" fmla="*/ 12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138">
                  <a:moveTo>
                    <a:pt x="84" y="127"/>
                  </a:moveTo>
                  <a:cubicBezTo>
                    <a:pt x="71" y="111"/>
                    <a:pt x="58" y="96"/>
                    <a:pt x="47" y="80"/>
                  </a:cubicBezTo>
                  <a:cubicBezTo>
                    <a:pt x="32" y="56"/>
                    <a:pt x="19" y="32"/>
                    <a:pt x="9" y="5"/>
                  </a:cubicBezTo>
                  <a:cubicBezTo>
                    <a:pt x="7" y="0"/>
                    <a:pt x="0" y="2"/>
                    <a:pt x="1" y="9"/>
                  </a:cubicBezTo>
                  <a:cubicBezTo>
                    <a:pt x="14" y="57"/>
                    <a:pt x="44" y="103"/>
                    <a:pt x="79" y="134"/>
                  </a:cubicBezTo>
                  <a:cubicBezTo>
                    <a:pt x="83" y="138"/>
                    <a:pt x="88" y="131"/>
                    <a:pt x="84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34"/>
            <p:cNvSpPr/>
            <p:nvPr>
              <p:custDataLst>
                <p:tags r:id="rId11"/>
              </p:custDataLst>
            </p:nvPr>
          </p:nvSpPr>
          <p:spPr bwMode="auto">
            <a:xfrm>
              <a:off x="1091" y="837"/>
              <a:ext cx="262" cy="281"/>
            </a:xfrm>
            <a:custGeom>
              <a:avLst/>
              <a:gdLst>
                <a:gd name="T0" fmla="*/ 98 w 110"/>
                <a:gd name="T1" fmla="*/ 47 h 118"/>
                <a:gd name="T2" fmla="*/ 88 w 110"/>
                <a:gd name="T3" fmla="*/ 62 h 118"/>
                <a:gd name="T4" fmla="*/ 94 w 110"/>
                <a:gd name="T5" fmla="*/ 46 h 118"/>
                <a:gd name="T6" fmla="*/ 86 w 110"/>
                <a:gd name="T7" fmla="*/ 40 h 118"/>
                <a:gd name="T8" fmla="*/ 68 w 110"/>
                <a:gd name="T9" fmla="*/ 76 h 118"/>
                <a:gd name="T10" fmla="*/ 80 w 110"/>
                <a:gd name="T11" fmla="*/ 35 h 118"/>
                <a:gd name="T12" fmla="*/ 71 w 110"/>
                <a:gd name="T13" fmla="*/ 30 h 118"/>
                <a:gd name="T14" fmla="*/ 47 w 110"/>
                <a:gd name="T15" fmla="*/ 80 h 118"/>
                <a:gd name="T16" fmla="*/ 61 w 110"/>
                <a:gd name="T17" fmla="*/ 27 h 118"/>
                <a:gd name="T18" fmla="*/ 52 w 110"/>
                <a:gd name="T19" fmla="*/ 22 h 118"/>
                <a:gd name="T20" fmla="*/ 27 w 110"/>
                <a:gd name="T21" fmla="*/ 79 h 118"/>
                <a:gd name="T22" fmla="*/ 47 w 110"/>
                <a:gd name="T23" fmla="*/ 8 h 118"/>
                <a:gd name="T24" fmla="*/ 38 w 110"/>
                <a:gd name="T25" fmla="*/ 5 h 118"/>
                <a:gd name="T26" fmla="*/ 14 w 110"/>
                <a:gd name="T27" fmla="*/ 66 h 118"/>
                <a:gd name="T28" fmla="*/ 31 w 110"/>
                <a:gd name="T29" fmla="*/ 9 h 118"/>
                <a:gd name="T30" fmla="*/ 25 w 110"/>
                <a:gd name="T31" fmla="*/ 6 h 118"/>
                <a:gd name="T32" fmla="*/ 1 w 110"/>
                <a:gd name="T33" fmla="*/ 91 h 118"/>
                <a:gd name="T34" fmla="*/ 9 w 110"/>
                <a:gd name="T35" fmla="*/ 95 h 118"/>
                <a:gd name="T36" fmla="*/ 16 w 110"/>
                <a:gd name="T37" fmla="*/ 84 h 118"/>
                <a:gd name="T38" fmla="*/ 13 w 110"/>
                <a:gd name="T39" fmla="*/ 108 h 118"/>
                <a:gd name="T40" fmla="*/ 22 w 110"/>
                <a:gd name="T41" fmla="*/ 112 h 118"/>
                <a:gd name="T42" fmla="*/ 35 w 110"/>
                <a:gd name="T43" fmla="*/ 87 h 118"/>
                <a:gd name="T44" fmla="*/ 33 w 110"/>
                <a:gd name="T45" fmla="*/ 106 h 118"/>
                <a:gd name="T46" fmla="*/ 43 w 110"/>
                <a:gd name="T47" fmla="*/ 110 h 118"/>
                <a:gd name="T48" fmla="*/ 56 w 110"/>
                <a:gd name="T49" fmla="*/ 86 h 118"/>
                <a:gd name="T50" fmla="*/ 55 w 110"/>
                <a:gd name="T51" fmla="*/ 99 h 118"/>
                <a:gd name="T52" fmla="*/ 65 w 110"/>
                <a:gd name="T53" fmla="*/ 102 h 118"/>
                <a:gd name="T54" fmla="*/ 74 w 110"/>
                <a:gd name="T55" fmla="*/ 87 h 118"/>
                <a:gd name="T56" fmla="*/ 83 w 110"/>
                <a:gd name="T57" fmla="*/ 89 h 118"/>
                <a:gd name="T58" fmla="*/ 93 w 110"/>
                <a:gd name="T59" fmla="*/ 75 h 118"/>
                <a:gd name="T60" fmla="*/ 101 w 110"/>
                <a:gd name="T61" fmla="*/ 80 h 118"/>
                <a:gd name="T62" fmla="*/ 106 w 110"/>
                <a:gd name="T63" fmla="*/ 75 h 118"/>
                <a:gd name="T64" fmla="*/ 104 w 110"/>
                <a:gd name="T65" fmla="*/ 65 h 118"/>
                <a:gd name="T66" fmla="*/ 107 w 110"/>
                <a:gd name="T67" fmla="*/ 53 h 118"/>
                <a:gd name="T68" fmla="*/ 98 w 110"/>
                <a:gd name="T69" fmla="*/ 4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" h="118">
                  <a:moveTo>
                    <a:pt x="98" y="47"/>
                  </a:moveTo>
                  <a:cubicBezTo>
                    <a:pt x="95" y="52"/>
                    <a:pt x="91" y="57"/>
                    <a:pt x="88" y="62"/>
                  </a:cubicBezTo>
                  <a:cubicBezTo>
                    <a:pt x="90" y="57"/>
                    <a:pt x="92" y="51"/>
                    <a:pt x="94" y="46"/>
                  </a:cubicBezTo>
                  <a:cubicBezTo>
                    <a:pt x="97" y="40"/>
                    <a:pt x="89" y="34"/>
                    <a:pt x="86" y="40"/>
                  </a:cubicBezTo>
                  <a:cubicBezTo>
                    <a:pt x="79" y="51"/>
                    <a:pt x="74" y="64"/>
                    <a:pt x="68" y="76"/>
                  </a:cubicBezTo>
                  <a:cubicBezTo>
                    <a:pt x="70" y="62"/>
                    <a:pt x="75" y="49"/>
                    <a:pt x="80" y="35"/>
                  </a:cubicBezTo>
                  <a:cubicBezTo>
                    <a:pt x="81" y="29"/>
                    <a:pt x="74" y="24"/>
                    <a:pt x="71" y="30"/>
                  </a:cubicBezTo>
                  <a:cubicBezTo>
                    <a:pt x="62" y="46"/>
                    <a:pt x="55" y="64"/>
                    <a:pt x="47" y="80"/>
                  </a:cubicBezTo>
                  <a:cubicBezTo>
                    <a:pt x="50" y="62"/>
                    <a:pt x="56" y="45"/>
                    <a:pt x="61" y="27"/>
                  </a:cubicBezTo>
                  <a:cubicBezTo>
                    <a:pt x="63" y="20"/>
                    <a:pt x="54" y="16"/>
                    <a:pt x="52" y="22"/>
                  </a:cubicBezTo>
                  <a:cubicBezTo>
                    <a:pt x="43" y="41"/>
                    <a:pt x="36" y="61"/>
                    <a:pt x="27" y="79"/>
                  </a:cubicBezTo>
                  <a:cubicBezTo>
                    <a:pt x="33" y="55"/>
                    <a:pt x="42" y="32"/>
                    <a:pt x="47" y="8"/>
                  </a:cubicBezTo>
                  <a:cubicBezTo>
                    <a:pt x="48" y="2"/>
                    <a:pt x="40" y="0"/>
                    <a:pt x="38" y="5"/>
                  </a:cubicBezTo>
                  <a:cubicBezTo>
                    <a:pt x="30" y="25"/>
                    <a:pt x="23" y="46"/>
                    <a:pt x="14" y="66"/>
                  </a:cubicBezTo>
                  <a:cubicBezTo>
                    <a:pt x="18" y="46"/>
                    <a:pt x="24" y="27"/>
                    <a:pt x="31" y="9"/>
                  </a:cubicBezTo>
                  <a:cubicBezTo>
                    <a:pt x="33" y="4"/>
                    <a:pt x="27" y="2"/>
                    <a:pt x="25" y="6"/>
                  </a:cubicBezTo>
                  <a:cubicBezTo>
                    <a:pt x="13" y="33"/>
                    <a:pt x="4" y="61"/>
                    <a:pt x="1" y="91"/>
                  </a:cubicBezTo>
                  <a:cubicBezTo>
                    <a:pt x="0" y="97"/>
                    <a:pt x="6" y="100"/>
                    <a:pt x="9" y="95"/>
                  </a:cubicBezTo>
                  <a:cubicBezTo>
                    <a:pt x="12" y="92"/>
                    <a:pt x="14" y="88"/>
                    <a:pt x="16" y="84"/>
                  </a:cubicBezTo>
                  <a:cubicBezTo>
                    <a:pt x="15" y="92"/>
                    <a:pt x="13" y="100"/>
                    <a:pt x="13" y="108"/>
                  </a:cubicBezTo>
                  <a:cubicBezTo>
                    <a:pt x="12" y="113"/>
                    <a:pt x="19" y="118"/>
                    <a:pt x="22" y="112"/>
                  </a:cubicBezTo>
                  <a:cubicBezTo>
                    <a:pt x="27" y="104"/>
                    <a:pt x="31" y="96"/>
                    <a:pt x="35" y="87"/>
                  </a:cubicBezTo>
                  <a:cubicBezTo>
                    <a:pt x="34" y="93"/>
                    <a:pt x="33" y="100"/>
                    <a:pt x="33" y="106"/>
                  </a:cubicBezTo>
                  <a:cubicBezTo>
                    <a:pt x="33" y="112"/>
                    <a:pt x="39" y="116"/>
                    <a:pt x="43" y="110"/>
                  </a:cubicBezTo>
                  <a:cubicBezTo>
                    <a:pt x="48" y="103"/>
                    <a:pt x="52" y="94"/>
                    <a:pt x="56" y="86"/>
                  </a:cubicBezTo>
                  <a:cubicBezTo>
                    <a:pt x="56" y="90"/>
                    <a:pt x="55" y="95"/>
                    <a:pt x="55" y="99"/>
                  </a:cubicBezTo>
                  <a:cubicBezTo>
                    <a:pt x="55" y="105"/>
                    <a:pt x="62" y="106"/>
                    <a:pt x="65" y="102"/>
                  </a:cubicBezTo>
                  <a:cubicBezTo>
                    <a:pt x="68" y="97"/>
                    <a:pt x="71" y="92"/>
                    <a:pt x="74" y="87"/>
                  </a:cubicBezTo>
                  <a:cubicBezTo>
                    <a:pt x="75" y="92"/>
                    <a:pt x="81" y="92"/>
                    <a:pt x="83" y="89"/>
                  </a:cubicBezTo>
                  <a:cubicBezTo>
                    <a:pt x="87" y="85"/>
                    <a:pt x="90" y="80"/>
                    <a:pt x="93" y="75"/>
                  </a:cubicBezTo>
                  <a:cubicBezTo>
                    <a:pt x="93" y="80"/>
                    <a:pt x="98" y="83"/>
                    <a:pt x="101" y="80"/>
                  </a:cubicBezTo>
                  <a:cubicBezTo>
                    <a:pt x="103" y="78"/>
                    <a:pt x="105" y="76"/>
                    <a:pt x="106" y="75"/>
                  </a:cubicBezTo>
                  <a:cubicBezTo>
                    <a:pt x="110" y="72"/>
                    <a:pt x="108" y="66"/>
                    <a:pt x="104" y="65"/>
                  </a:cubicBezTo>
                  <a:cubicBezTo>
                    <a:pt x="104" y="61"/>
                    <a:pt x="105" y="57"/>
                    <a:pt x="107" y="53"/>
                  </a:cubicBezTo>
                  <a:cubicBezTo>
                    <a:pt x="109" y="47"/>
                    <a:pt x="102" y="42"/>
                    <a:pt x="98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35"/>
            <p:cNvSpPr/>
            <p:nvPr>
              <p:custDataLst>
                <p:tags r:id="rId12"/>
              </p:custDataLst>
            </p:nvPr>
          </p:nvSpPr>
          <p:spPr bwMode="auto">
            <a:xfrm>
              <a:off x="1434" y="944"/>
              <a:ext cx="48" cy="155"/>
            </a:xfrm>
            <a:custGeom>
              <a:avLst/>
              <a:gdLst>
                <a:gd name="T0" fmla="*/ 12 w 20"/>
                <a:gd name="T1" fmla="*/ 3 h 65"/>
                <a:gd name="T2" fmla="*/ 4 w 20"/>
                <a:gd name="T3" fmla="*/ 58 h 65"/>
                <a:gd name="T4" fmla="*/ 12 w 20"/>
                <a:gd name="T5" fmla="*/ 60 h 65"/>
                <a:gd name="T6" fmla="*/ 20 w 20"/>
                <a:gd name="T7" fmla="*/ 35 h 65"/>
                <a:gd name="T8" fmla="*/ 15 w 20"/>
                <a:gd name="T9" fmla="*/ 34 h 65"/>
                <a:gd name="T10" fmla="*/ 11 w 20"/>
                <a:gd name="T11" fmla="*/ 40 h 65"/>
                <a:gd name="T12" fmla="*/ 17 w 20"/>
                <a:gd name="T13" fmla="*/ 5 h 65"/>
                <a:gd name="T14" fmla="*/ 12 w 20"/>
                <a:gd name="T15" fmla="*/ 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65">
                  <a:moveTo>
                    <a:pt x="12" y="3"/>
                  </a:moveTo>
                  <a:cubicBezTo>
                    <a:pt x="5" y="20"/>
                    <a:pt x="0" y="38"/>
                    <a:pt x="4" y="58"/>
                  </a:cubicBezTo>
                  <a:cubicBezTo>
                    <a:pt x="5" y="62"/>
                    <a:pt x="10" y="65"/>
                    <a:pt x="12" y="60"/>
                  </a:cubicBezTo>
                  <a:cubicBezTo>
                    <a:pt x="16" y="53"/>
                    <a:pt x="20" y="44"/>
                    <a:pt x="20" y="35"/>
                  </a:cubicBezTo>
                  <a:cubicBezTo>
                    <a:pt x="19" y="32"/>
                    <a:pt x="16" y="31"/>
                    <a:pt x="15" y="34"/>
                  </a:cubicBezTo>
                  <a:cubicBezTo>
                    <a:pt x="14" y="36"/>
                    <a:pt x="12" y="38"/>
                    <a:pt x="11" y="40"/>
                  </a:cubicBezTo>
                  <a:cubicBezTo>
                    <a:pt x="11" y="28"/>
                    <a:pt x="13" y="16"/>
                    <a:pt x="17" y="5"/>
                  </a:cubicBezTo>
                  <a:cubicBezTo>
                    <a:pt x="18" y="2"/>
                    <a:pt x="14" y="0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36"/>
            <p:cNvSpPr/>
            <p:nvPr>
              <p:custDataLst>
                <p:tags r:id="rId13"/>
              </p:custDataLst>
            </p:nvPr>
          </p:nvSpPr>
          <p:spPr bwMode="auto">
            <a:xfrm>
              <a:off x="1460" y="954"/>
              <a:ext cx="77" cy="202"/>
            </a:xfrm>
            <a:custGeom>
              <a:avLst/>
              <a:gdLst>
                <a:gd name="T0" fmla="*/ 26 w 32"/>
                <a:gd name="T1" fmla="*/ 12 h 85"/>
                <a:gd name="T2" fmla="*/ 16 w 32"/>
                <a:gd name="T3" fmla="*/ 39 h 85"/>
                <a:gd name="T4" fmla="*/ 14 w 32"/>
                <a:gd name="T5" fmla="*/ 45 h 85"/>
                <a:gd name="T6" fmla="*/ 10 w 32"/>
                <a:gd name="T7" fmla="*/ 56 h 85"/>
                <a:gd name="T8" fmla="*/ 16 w 32"/>
                <a:gd name="T9" fmla="*/ 3 h 85"/>
                <a:gd name="T10" fmla="*/ 14 w 32"/>
                <a:gd name="T11" fmla="*/ 1 h 85"/>
                <a:gd name="T12" fmla="*/ 2 w 32"/>
                <a:gd name="T13" fmla="*/ 80 h 85"/>
                <a:gd name="T14" fmla="*/ 10 w 32"/>
                <a:gd name="T15" fmla="*/ 81 h 85"/>
                <a:gd name="T16" fmla="*/ 15 w 32"/>
                <a:gd name="T17" fmla="*/ 67 h 85"/>
                <a:gd name="T18" fmla="*/ 18 w 32"/>
                <a:gd name="T19" fmla="*/ 76 h 85"/>
                <a:gd name="T20" fmla="*/ 24 w 32"/>
                <a:gd name="T21" fmla="*/ 75 h 85"/>
                <a:gd name="T22" fmla="*/ 24 w 32"/>
                <a:gd name="T23" fmla="*/ 46 h 85"/>
                <a:gd name="T24" fmla="*/ 31 w 32"/>
                <a:gd name="T25" fmla="*/ 15 h 85"/>
                <a:gd name="T26" fmla="*/ 26 w 32"/>
                <a:gd name="T27" fmla="*/ 1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85">
                  <a:moveTo>
                    <a:pt x="26" y="12"/>
                  </a:moveTo>
                  <a:cubicBezTo>
                    <a:pt x="21" y="19"/>
                    <a:pt x="18" y="29"/>
                    <a:pt x="16" y="39"/>
                  </a:cubicBezTo>
                  <a:cubicBezTo>
                    <a:pt x="15" y="41"/>
                    <a:pt x="14" y="43"/>
                    <a:pt x="14" y="45"/>
                  </a:cubicBezTo>
                  <a:cubicBezTo>
                    <a:pt x="12" y="48"/>
                    <a:pt x="11" y="52"/>
                    <a:pt x="10" y="56"/>
                  </a:cubicBezTo>
                  <a:cubicBezTo>
                    <a:pt x="10" y="38"/>
                    <a:pt x="12" y="20"/>
                    <a:pt x="16" y="3"/>
                  </a:cubicBezTo>
                  <a:cubicBezTo>
                    <a:pt x="17" y="1"/>
                    <a:pt x="15" y="0"/>
                    <a:pt x="14" y="1"/>
                  </a:cubicBezTo>
                  <a:cubicBezTo>
                    <a:pt x="1" y="24"/>
                    <a:pt x="0" y="53"/>
                    <a:pt x="2" y="80"/>
                  </a:cubicBezTo>
                  <a:cubicBezTo>
                    <a:pt x="2" y="85"/>
                    <a:pt x="9" y="85"/>
                    <a:pt x="10" y="81"/>
                  </a:cubicBezTo>
                  <a:cubicBezTo>
                    <a:pt x="12" y="76"/>
                    <a:pt x="14" y="72"/>
                    <a:pt x="15" y="67"/>
                  </a:cubicBezTo>
                  <a:cubicBezTo>
                    <a:pt x="16" y="70"/>
                    <a:pt x="17" y="73"/>
                    <a:pt x="18" y="76"/>
                  </a:cubicBezTo>
                  <a:cubicBezTo>
                    <a:pt x="20" y="78"/>
                    <a:pt x="23" y="78"/>
                    <a:pt x="24" y="75"/>
                  </a:cubicBezTo>
                  <a:cubicBezTo>
                    <a:pt x="25" y="65"/>
                    <a:pt x="24" y="56"/>
                    <a:pt x="24" y="46"/>
                  </a:cubicBezTo>
                  <a:cubicBezTo>
                    <a:pt x="25" y="36"/>
                    <a:pt x="28" y="25"/>
                    <a:pt x="31" y="15"/>
                  </a:cubicBezTo>
                  <a:cubicBezTo>
                    <a:pt x="32" y="12"/>
                    <a:pt x="27" y="8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" name="Group 46"/>
          <p:cNvGrpSpPr>
            <a:grpSpLocks noChangeAspect="1"/>
          </p:cNvGrpSpPr>
          <p:nvPr>
            <p:custDataLst>
              <p:tags r:id="rId14"/>
            </p:custDataLst>
          </p:nvPr>
        </p:nvGrpSpPr>
        <p:grpSpPr bwMode="auto">
          <a:xfrm>
            <a:off x="2371996" y="3870692"/>
            <a:ext cx="204994" cy="391640"/>
            <a:chOff x="6072" y="1627"/>
            <a:chExt cx="333" cy="636"/>
          </a:xfrm>
          <a:solidFill>
            <a:srgbClr val="114196"/>
          </a:solidFill>
        </p:grpSpPr>
        <p:sp>
          <p:nvSpPr>
            <p:cNvPr id="95" name="Freeform 47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173" y="2091"/>
              <a:ext cx="147" cy="172"/>
            </a:xfrm>
            <a:custGeom>
              <a:avLst/>
              <a:gdLst>
                <a:gd name="T0" fmla="*/ 9 w 19"/>
                <a:gd name="T1" fmla="*/ 22 h 23"/>
                <a:gd name="T2" fmla="*/ 9 w 19"/>
                <a:gd name="T3" fmla="*/ 23 h 23"/>
                <a:gd name="T4" fmla="*/ 5 w 19"/>
                <a:gd name="T5" fmla="*/ 8 h 23"/>
                <a:gd name="T6" fmla="*/ 12 w 19"/>
                <a:gd name="T7" fmla="*/ 21 h 23"/>
                <a:gd name="T8" fmla="*/ 9 w 19"/>
                <a:gd name="T9" fmla="*/ 22 h 23"/>
                <a:gd name="T10" fmla="*/ 10 w 19"/>
                <a:gd name="T11" fmla="*/ 16 h 23"/>
                <a:gd name="T12" fmla="*/ 11 w 19"/>
                <a:gd name="T13" fmla="*/ 19 h 23"/>
                <a:gd name="T14" fmla="*/ 12 w 19"/>
                <a:gd name="T15" fmla="*/ 18 h 23"/>
                <a:gd name="T16" fmla="*/ 10 w 19"/>
                <a:gd name="T17" fmla="*/ 9 h 23"/>
                <a:gd name="T18" fmla="*/ 8 w 19"/>
                <a:gd name="T19" fmla="*/ 9 h 23"/>
                <a:gd name="T20" fmla="*/ 10 w 19"/>
                <a:gd name="T21" fmla="*/ 16 h 23"/>
                <a:gd name="T22" fmla="*/ 9 w 19"/>
                <a:gd name="T23" fmla="*/ 19 h 23"/>
                <a:gd name="T24" fmla="*/ 7 w 19"/>
                <a:gd name="T25" fmla="*/ 10 h 23"/>
                <a:gd name="T26" fmla="*/ 5 w 19"/>
                <a:gd name="T27" fmla="*/ 13 h 23"/>
                <a:gd name="T28" fmla="*/ 7 w 19"/>
                <a:gd name="T29" fmla="*/ 14 h 23"/>
                <a:gd name="T30" fmla="*/ 7 w 19"/>
                <a:gd name="T31" fmla="*/ 16 h 23"/>
                <a:gd name="T32" fmla="*/ 9 w 19"/>
                <a:gd name="T33" fmla="*/ 19 h 23"/>
                <a:gd name="T34" fmla="*/ 12 w 19"/>
                <a:gd name="T35" fmla="*/ 12 h 23"/>
                <a:gd name="T36" fmla="*/ 12 w 19"/>
                <a:gd name="T37" fmla="*/ 11 h 23"/>
                <a:gd name="T38" fmla="*/ 12 w 19"/>
                <a:gd name="T39" fmla="*/ 12 h 23"/>
                <a:gd name="T40" fmla="*/ 13 w 19"/>
                <a:gd name="T41" fmla="*/ 14 h 23"/>
                <a:gd name="T42" fmla="*/ 12 w 19"/>
                <a:gd name="T43" fmla="*/ 12 h 23"/>
                <a:gd name="T44" fmla="*/ 13 w 19"/>
                <a:gd name="T45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3">
                  <a:moveTo>
                    <a:pt x="9" y="22"/>
                  </a:moveTo>
                  <a:cubicBezTo>
                    <a:pt x="8" y="22"/>
                    <a:pt x="10" y="23"/>
                    <a:pt x="9" y="23"/>
                  </a:cubicBezTo>
                  <a:cubicBezTo>
                    <a:pt x="4" y="20"/>
                    <a:pt x="0" y="14"/>
                    <a:pt x="5" y="8"/>
                  </a:cubicBezTo>
                  <a:cubicBezTo>
                    <a:pt x="13" y="0"/>
                    <a:pt x="19" y="17"/>
                    <a:pt x="12" y="21"/>
                  </a:cubicBezTo>
                  <a:cubicBezTo>
                    <a:pt x="11" y="21"/>
                    <a:pt x="10" y="21"/>
                    <a:pt x="9" y="22"/>
                  </a:cubicBezTo>
                  <a:close/>
                  <a:moveTo>
                    <a:pt x="10" y="16"/>
                  </a:moveTo>
                  <a:cubicBezTo>
                    <a:pt x="10" y="17"/>
                    <a:pt x="11" y="17"/>
                    <a:pt x="11" y="19"/>
                  </a:cubicBezTo>
                  <a:cubicBezTo>
                    <a:pt x="12" y="19"/>
                    <a:pt x="12" y="18"/>
                    <a:pt x="12" y="18"/>
                  </a:cubicBezTo>
                  <a:cubicBezTo>
                    <a:pt x="11" y="15"/>
                    <a:pt x="11" y="11"/>
                    <a:pt x="10" y="9"/>
                  </a:cubicBezTo>
                  <a:cubicBezTo>
                    <a:pt x="9" y="10"/>
                    <a:pt x="9" y="8"/>
                    <a:pt x="8" y="9"/>
                  </a:cubicBezTo>
                  <a:cubicBezTo>
                    <a:pt x="7" y="12"/>
                    <a:pt x="10" y="14"/>
                    <a:pt x="10" y="16"/>
                  </a:cubicBezTo>
                  <a:close/>
                  <a:moveTo>
                    <a:pt x="9" y="19"/>
                  </a:moveTo>
                  <a:cubicBezTo>
                    <a:pt x="8" y="16"/>
                    <a:pt x="7" y="13"/>
                    <a:pt x="7" y="10"/>
                  </a:cubicBezTo>
                  <a:cubicBezTo>
                    <a:pt x="5" y="10"/>
                    <a:pt x="5" y="11"/>
                    <a:pt x="5" y="13"/>
                  </a:cubicBezTo>
                  <a:cubicBezTo>
                    <a:pt x="6" y="13"/>
                    <a:pt x="7" y="13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8" y="16"/>
                    <a:pt x="8" y="19"/>
                    <a:pt x="9" y="19"/>
                  </a:cubicBezTo>
                  <a:close/>
                  <a:moveTo>
                    <a:pt x="12" y="12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2"/>
                    <a:pt x="12" y="12"/>
                  </a:cubicBezTo>
                  <a:close/>
                  <a:moveTo>
                    <a:pt x="13" y="14"/>
                  </a:moveTo>
                  <a:cubicBezTo>
                    <a:pt x="13" y="14"/>
                    <a:pt x="13" y="12"/>
                    <a:pt x="12" y="12"/>
                  </a:cubicBezTo>
                  <a:cubicBezTo>
                    <a:pt x="12" y="13"/>
                    <a:pt x="12" y="14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48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6072" y="1627"/>
              <a:ext cx="333" cy="464"/>
            </a:xfrm>
            <a:custGeom>
              <a:avLst/>
              <a:gdLst>
                <a:gd name="T0" fmla="*/ 29 w 43"/>
                <a:gd name="T1" fmla="*/ 50 h 62"/>
                <a:gd name="T2" fmla="*/ 20 w 43"/>
                <a:gd name="T3" fmla="*/ 62 h 62"/>
                <a:gd name="T4" fmla="*/ 14 w 43"/>
                <a:gd name="T5" fmla="*/ 48 h 62"/>
                <a:gd name="T6" fmla="*/ 15 w 43"/>
                <a:gd name="T7" fmla="*/ 41 h 62"/>
                <a:gd name="T8" fmla="*/ 28 w 43"/>
                <a:gd name="T9" fmla="*/ 31 h 62"/>
                <a:gd name="T10" fmla="*/ 29 w 43"/>
                <a:gd name="T11" fmla="*/ 29 h 62"/>
                <a:gd name="T12" fmla="*/ 20 w 43"/>
                <a:gd name="T13" fmla="*/ 22 h 62"/>
                <a:gd name="T14" fmla="*/ 18 w 43"/>
                <a:gd name="T15" fmla="*/ 29 h 62"/>
                <a:gd name="T16" fmla="*/ 1 w 43"/>
                <a:gd name="T17" fmla="*/ 31 h 62"/>
                <a:gd name="T18" fmla="*/ 0 w 43"/>
                <a:gd name="T19" fmla="*/ 22 h 62"/>
                <a:gd name="T20" fmla="*/ 17 w 43"/>
                <a:gd name="T21" fmla="*/ 3 h 62"/>
                <a:gd name="T22" fmla="*/ 43 w 43"/>
                <a:gd name="T23" fmla="*/ 20 h 62"/>
                <a:gd name="T24" fmla="*/ 31 w 43"/>
                <a:gd name="T25" fmla="*/ 45 h 62"/>
                <a:gd name="T26" fmla="*/ 25 w 43"/>
                <a:gd name="T27" fmla="*/ 5 h 62"/>
                <a:gd name="T28" fmla="*/ 32 w 43"/>
                <a:gd name="T29" fmla="*/ 25 h 62"/>
                <a:gd name="T30" fmla="*/ 34 w 43"/>
                <a:gd name="T31" fmla="*/ 26 h 62"/>
                <a:gd name="T32" fmla="*/ 36 w 43"/>
                <a:gd name="T33" fmla="*/ 37 h 62"/>
                <a:gd name="T34" fmla="*/ 29 w 43"/>
                <a:gd name="T35" fmla="*/ 5 h 62"/>
                <a:gd name="T36" fmla="*/ 25 w 43"/>
                <a:gd name="T37" fmla="*/ 5 h 62"/>
                <a:gd name="T38" fmla="*/ 25 w 43"/>
                <a:gd name="T39" fmla="*/ 17 h 62"/>
                <a:gd name="T40" fmla="*/ 24 w 43"/>
                <a:gd name="T41" fmla="*/ 8 h 62"/>
                <a:gd name="T42" fmla="*/ 23 w 43"/>
                <a:gd name="T43" fmla="*/ 5 h 62"/>
                <a:gd name="T44" fmla="*/ 18 w 43"/>
                <a:gd name="T45" fmla="*/ 5 h 62"/>
                <a:gd name="T46" fmla="*/ 21 w 43"/>
                <a:gd name="T47" fmla="*/ 18 h 62"/>
                <a:gd name="T48" fmla="*/ 18 w 43"/>
                <a:gd name="T49" fmla="*/ 5 h 62"/>
                <a:gd name="T50" fmla="*/ 39 w 43"/>
                <a:gd name="T51" fmla="*/ 30 h 62"/>
                <a:gd name="T52" fmla="*/ 39 w 43"/>
                <a:gd name="T53" fmla="*/ 25 h 62"/>
                <a:gd name="T54" fmla="*/ 36 w 43"/>
                <a:gd name="T55" fmla="*/ 12 h 62"/>
                <a:gd name="T56" fmla="*/ 35 w 43"/>
                <a:gd name="T57" fmla="*/ 9 h 62"/>
                <a:gd name="T58" fmla="*/ 36 w 43"/>
                <a:gd name="T59" fmla="*/ 21 h 62"/>
                <a:gd name="T60" fmla="*/ 14 w 43"/>
                <a:gd name="T61" fmla="*/ 8 h 62"/>
                <a:gd name="T62" fmla="*/ 20 w 43"/>
                <a:gd name="T63" fmla="*/ 20 h 62"/>
                <a:gd name="T64" fmla="*/ 12 w 43"/>
                <a:gd name="T65" fmla="*/ 8 h 62"/>
                <a:gd name="T66" fmla="*/ 11 w 43"/>
                <a:gd name="T67" fmla="*/ 8 h 62"/>
                <a:gd name="T68" fmla="*/ 12 w 43"/>
                <a:gd name="T69" fmla="*/ 16 h 62"/>
                <a:gd name="T70" fmla="*/ 13 w 43"/>
                <a:gd name="T71" fmla="*/ 12 h 62"/>
                <a:gd name="T72" fmla="*/ 7 w 43"/>
                <a:gd name="T73" fmla="*/ 12 h 62"/>
                <a:gd name="T74" fmla="*/ 15 w 43"/>
                <a:gd name="T75" fmla="*/ 29 h 62"/>
                <a:gd name="T76" fmla="*/ 14 w 43"/>
                <a:gd name="T77" fmla="*/ 26 h 62"/>
                <a:gd name="T78" fmla="*/ 7 w 43"/>
                <a:gd name="T79" fmla="*/ 12 h 62"/>
                <a:gd name="T80" fmla="*/ 6 w 43"/>
                <a:gd name="T81" fmla="*/ 17 h 62"/>
                <a:gd name="T82" fmla="*/ 9 w 43"/>
                <a:gd name="T83" fmla="*/ 28 h 62"/>
                <a:gd name="T84" fmla="*/ 10 w 43"/>
                <a:gd name="T85" fmla="*/ 35 h 62"/>
                <a:gd name="T86" fmla="*/ 6 w 43"/>
                <a:gd name="T87" fmla="*/ 14 h 62"/>
                <a:gd name="T88" fmla="*/ 40 w 43"/>
                <a:gd name="T89" fmla="*/ 21 h 62"/>
                <a:gd name="T90" fmla="*/ 39 w 43"/>
                <a:gd name="T91" fmla="*/ 15 h 62"/>
                <a:gd name="T92" fmla="*/ 7 w 43"/>
                <a:gd name="T93" fmla="*/ 34 h 62"/>
                <a:gd name="T94" fmla="*/ 7 w 43"/>
                <a:gd name="T95" fmla="*/ 34 h 62"/>
                <a:gd name="T96" fmla="*/ 31 w 43"/>
                <a:gd name="T97" fmla="*/ 39 h 62"/>
                <a:gd name="T98" fmla="*/ 33 w 43"/>
                <a:gd name="T99" fmla="*/ 30 h 62"/>
                <a:gd name="T100" fmla="*/ 30 w 43"/>
                <a:gd name="T101" fmla="*/ 32 h 62"/>
                <a:gd name="T102" fmla="*/ 32 w 43"/>
                <a:gd name="T103" fmla="*/ 42 h 62"/>
                <a:gd name="T104" fmla="*/ 30 w 43"/>
                <a:gd name="T105" fmla="*/ 43 h 62"/>
                <a:gd name="T106" fmla="*/ 27 w 43"/>
                <a:gd name="T107" fmla="*/ 47 h 62"/>
                <a:gd name="T108" fmla="*/ 25 w 43"/>
                <a:gd name="T109" fmla="*/ 37 h 62"/>
                <a:gd name="T110" fmla="*/ 24 w 43"/>
                <a:gd name="T111" fmla="*/ 51 h 62"/>
                <a:gd name="T112" fmla="*/ 22 w 43"/>
                <a:gd name="T113" fmla="*/ 40 h 62"/>
                <a:gd name="T114" fmla="*/ 18 w 43"/>
                <a:gd name="T115" fmla="*/ 46 h 62"/>
                <a:gd name="T116" fmla="*/ 19 w 43"/>
                <a:gd name="T117" fmla="*/ 55 h 62"/>
                <a:gd name="T118" fmla="*/ 19 w 43"/>
                <a:gd name="T119" fmla="*/ 58 h 62"/>
                <a:gd name="T120" fmla="*/ 23 w 43"/>
                <a:gd name="T121" fmla="*/ 54 h 62"/>
                <a:gd name="T122" fmla="*/ 18 w 43"/>
                <a:gd name="T123" fmla="*/ 4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3" h="62">
                  <a:moveTo>
                    <a:pt x="31" y="47"/>
                  </a:moveTo>
                  <a:cubicBezTo>
                    <a:pt x="29" y="47"/>
                    <a:pt x="28" y="49"/>
                    <a:pt x="29" y="50"/>
                  </a:cubicBezTo>
                  <a:cubicBezTo>
                    <a:pt x="25" y="51"/>
                    <a:pt x="25" y="56"/>
                    <a:pt x="25" y="58"/>
                  </a:cubicBezTo>
                  <a:cubicBezTo>
                    <a:pt x="23" y="59"/>
                    <a:pt x="22" y="62"/>
                    <a:pt x="20" y="62"/>
                  </a:cubicBezTo>
                  <a:cubicBezTo>
                    <a:pt x="19" y="62"/>
                    <a:pt x="15" y="58"/>
                    <a:pt x="15" y="55"/>
                  </a:cubicBezTo>
                  <a:cubicBezTo>
                    <a:pt x="14" y="53"/>
                    <a:pt x="14" y="50"/>
                    <a:pt x="14" y="48"/>
                  </a:cubicBezTo>
                  <a:cubicBezTo>
                    <a:pt x="14" y="47"/>
                    <a:pt x="15" y="47"/>
                    <a:pt x="15" y="46"/>
                  </a:cubicBezTo>
                  <a:cubicBezTo>
                    <a:pt x="16" y="44"/>
                    <a:pt x="14" y="42"/>
                    <a:pt x="15" y="41"/>
                  </a:cubicBezTo>
                  <a:cubicBezTo>
                    <a:pt x="16" y="41"/>
                    <a:pt x="17" y="42"/>
                    <a:pt x="16" y="43"/>
                  </a:cubicBezTo>
                  <a:cubicBezTo>
                    <a:pt x="20" y="39"/>
                    <a:pt x="24" y="35"/>
                    <a:pt x="28" y="31"/>
                  </a:cubicBezTo>
                  <a:cubicBezTo>
                    <a:pt x="28" y="30"/>
                    <a:pt x="27" y="30"/>
                    <a:pt x="27" y="29"/>
                  </a:cubicBezTo>
                  <a:cubicBezTo>
                    <a:pt x="28" y="28"/>
                    <a:pt x="29" y="28"/>
                    <a:pt x="29" y="29"/>
                  </a:cubicBezTo>
                  <a:cubicBezTo>
                    <a:pt x="31" y="24"/>
                    <a:pt x="29" y="20"/>
                    <a:pt x="25" y="20"/>
                  </a:cubicBezTo>
                  <a:cubicBezTo>
                    <a:pt x="23" y="20"/>
                    <a:pt x="22" y="22"/>
                    <a:pt x="20" y="22"/>
                  </a:cubicBezTo>
                  <a:cubicBezTo>
                    <a:pt x="20" y="23"/>
                    <a:pt x="19" y="24"/>
                    <a:pt x="18" y="25"/>
                  </a:cubicBezTo>
                  <a:cubicBezTo>
                    <a:pt x="18" y="27"/>
                    <a:pt x="18" y="28"/>
                    <a:pt x="18" y="29"/>
                  </a:cubicBezTo>
                  <a:cubicBezTo>
                    <a:pt x="17" y="33"/>
                    <a:pt x="11" y="41"/>
                    <a:pt x="6" y="37"/>
                  </a:cubicBezTo>
                  <a:cubicBezTo>
                    <a:pt x="5" y="37"/>
                    <a:pt x="2" y="32"/>
                    <a:pt x="1" y="31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4"/>
                    <a:pt x="0" y="23"/>
                    <a:pt x="0" y="22"/>
                  </a:cubicBezTo>
                  <a:cubicBezTo>
                    <a:pt x="1" y="19"/>
                    <a:pt x="2" y="14"/>
                    <a:pt x="4" y="12"/>
                  </a:cubicBezTo>
                  <a:cubicBezTo>
                    <a:pt x="7" y="7"/>
                    <a:pt x="12" y="5"/>
                    <a:pt x="17" y="3"/>
                  </a:cubicBezTo>
                  <a:cubicBezTo>
                    <a:pt x="19" y="3"/>
                    <a:pt x="25" y="0"/>
                    <a:pt x="27" y="2"/>
                  </a:cubicBezTo>
                  <a:cubicBezTo>
                    <a:pt x="37" y="3"/>
                    <a:pt x="42" y="11"/>
                    <a:pt x="43" y="20"/>
                  </a:cubicBezTo>
                  <a:cubicBezTo>
                    <a:pt x="43" y="23"/>
                    <a:pt x="43" y="26"/>
                    <a:pt x="42" y="30"/>
                  </a:cubicBezTo>
                  <a:cubicBezTo>
                    <a:pt x="39" y="36"/>
                    <a:pt x="36" y="42"/>
                    <a:pt x="31" y="45"/>
                  </a:cubicBezTo>
                  <a:cubicBezTo>
                    <a:pt x="31" y="47"/>
                    <a:pt x="31" y="46"/>
                    <a:pt x="31" y="47"/>
                  </a:cubicBezTo>
                  <a:close/>
                  <a:moveTo>
                    <a:pt x="25" y="5"/>
                  </a:moveTo>
                  <a:cubicBezTo>
                    <a:pt x="28" y="11"/>
                    <a:pt x="31" y="17"/>
                    <a:pt x="33" y="24"/>
                  </a:cubicBezTo>
                  <a:cubicBezTo>
                    <a:pt x="32" y="24"/>
                    <a:pt x="32" y="24"/>
                    <a:pt x="32" y="25"/>
                  </a:cubicBezTo>
                  <a:cubicBezTo>
                    <a:pt x="32" y="25"/>
                    <a:pt x="32" y="26"/>
                    <a:pt x="32" y="27"/>
                  </a:cubicBezTo>
                  <a:cubicBezTo>
                    <a:pt x="33" y="27"/>
                    <a:pt x="33" y="26"/>
                    <a:pt x="34" y="26"/>
                  </a:cubicBezTo>
                  <a:cubicBezTo>
                    <a:pt x="34" y="30"/>
                    <a:pt x="35" y="34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8" y="36"/>
                    <a:pt x="37" y="34"/>
                    <a:pt x="38" y="32"/>
                  </a:cubicBezTo>
                  <a:cubicBezTo>
                    <a:pt x="35" y="23"/>
                    <a:pt x="33" y="13"/>
                    <a:pt x="29" y="5"/>
                  </a:cubicBezTo>
                  <a:cubicBezTo>
                    <a:pt x="27" y="5"/>
                    <a:pt x="27" y="4"/>
                    <a:pt x="25" y="4"/>
                  </a:cubicBezTo>
                  <a:cubicBezTo>
                    <a:pt x="25" y="5"/>
                    <a:pt x="26" y="6"/>
                    <a:pt x="25" y="5"/>
                  </a:cubicBezTo>
                  <a:close/>
                  <a:moveTo>
                    <a:pt x="21" y="5"/>
                  </a:moveTo>
                  <a:cubicBezTo>
                    <a:pt x="21" y="9"/>
                    <a:pt x="24" y="12"/>
                    <a:pt x="25" y="17"/>
                  </a:cubicBezTo>
                  <a:cubicBezTo>
                    <a:pt x="26" y="18"/>
                    <a:pt x="29" y="19"/>
                    <a:pt x="30" y="20"/>
                  </a:cubicBezTo>
                  <a:cubicBezTo>
                    <a:pt x="29" y="15"/>
                    <a:pt x="26" y="12"/>
                    <a:pt x="24" y="8"/>
                  </a:cubicBezTo>
                  <a:cubicBezTo>
                    <a:pt x="24" y="7"/>
                    <a:pt x="23" y="8"/>
                    <a:pt x="23" y="7"/>
                  </a:cubicBezTo>
                  <a:cubicBezTo>
                    <a:pt x="23" y="7"/>
                    <a:pt x="23" y="6"/>
                    <a:pt x="23" y="5"/>
                  </a:cubicBezTo>
                  <a:cubicBezTo>
                    <a:pt x="22" y="5"/>
                    <a:pt x="21" y="4"/>
                    <a:pt x="21" y="5"/>
                  </a:cubicBezTo>
                  <a:close/>
                  <a:moveTo>
                    <a:pt x="18" y="5"/>
                  </a:moveTo>
                  <a:cubicBezTo>
                    <a:pt x="17" y="5"/>
                    <a:pt x="17" y="6"/>
                    <a:pt x="16" y="6"/>
                  </a:cubicBezTo>
                  <a:cubicBezTo>
                    <a:pt x="18" y="10"/>
                    <a:pt x="20" y="15"/>
                    <a:pt x="21" y="18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2" y="13"/>
                    <a:pt x="20" y="9"/>
                    <a:pt x="18" y="5"/>
                  </a:cubicBezTo>
                  <a:close/>
                  <a:moveTo>
                    <a:pt x="36" y="21"/>
                  </a:moveTo>
                  <a:cubicBezTo>
                    <a:pt x="39" y="23"/>
                    <a:pt x="37" y="28"/>
                    <a:pt x="39" y="30"/>
                  </a:cubicBezTo>
                  <a:cubicBezTo>
                    <a:pt x="40" y="28"/>
                    <a:pt x="40" y="26"/>
                    <a:pt x="40" y="25"/>
                  </a:cubicBezTo>
                  <a:cubicBezTo>
                    <a:pt x="40" y="25"/>
                    <a:pt x="39" y="25"/>
                    <a:pt x="39" y="25"/>
                  </a:cubicBezTo>
                  <a:cubicBezTo>
                    <a:pt x="37" y="20"/>
                    <a:pt x="38" y="14"/>
                    <a:pt x="36" y="10"/>
                  </a:cubicBezTo>
                  <a:cubicBezTo>
                    <a:pt x="34" y="11"/>
                    <a:pt x="36" y="12"/>
                    <a:pt x="36" y="12"/>
                  </a:cubicBezTo>
                  <a:cubicBezTo>
                    <a:pt x="35" y="11"/>
                    <a:pt x="35" y="11"/>
                    <a:pt x="34" y="10"/>
                  </a:cubicBezTo>
                  <a:cubicBezTo>
                    <a:pt x="34" y="10"/>
                    <a:pt x="34" y="9"/>
                    <a:pt x="35" y="9"/>
                  </a:cubicBezTo>
                  <a:cubicBezTo>
                    <a:pt x="34" y="8"/>
                    <a:pt x="32" y="6"/>
                    <a:pt x="32" y="6"/>
                  </a:cubicBezTo>
                  <a:cubicBezTo>
                    <a:pt x="33" y="10"/>
                    <a:pt x="36" y="16"/>
                    <a:pt x="36" y="21"/>
                  </a:cubicBezTo>
                  <a:close/>
                  <a:moveTo>
                    <a:pt x="12" y="8"/>
                  </a:moveTo>
                  <a:cubicBezTo>
                    <a:pt x="13" y="8"/>
                    <a:pt x="13" y="8"/>
                    <a:pt x="14" y="8"/>
                  </a:cubicBezTo>
                  <a:cubicBezTo>
                    <a:pt x="16" y="12"/>
                    <a:pt x="16" y="17"/>
                    <a:pt x="19" y="20"/>
                  </a:cubicBezTo>
                  <a:cubicBezTo>
                    <a:pt x="19" y="20"/>
                    <a:pt x="19" y="20"/>
                    <a:pt x="20" y="20"/>
                  </a:cubicBezTo>
                  <a:cubicBezTo>
                    <a:pt x="18" y="15"/>
                    <a:pt x="16" y="12"/>
                    <a:pt x="15" y="6"/>
                  </a:cubicBezTo>
                  <a:cubicBezTo>
                    <a:pt x="14" y="7"/>
                    <a:pt x="13" y="7"/>
                    <a:pt x="12" y="8"/>
                  </a:cubicBezTo>
                  <a:close/>
                  <a:moveTo>
                    <a:pt x="13" y="12"/>
                  </a:moveTo>
                  <a:cubicBezTo>
                    <a:pt x="13" y="10"/>
                    <a:pt x="12" y="8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11" y="11"/>
                    <a:pt x="12" y="14"/>
                    <a:pt x="12" y="16"/>
                  </a:cubicBezTo>
                  <a:cubicBezTo>
                    <a:pt x="14" y="17"/>
                    <a:pt x="14" y="22"/>
                    <a:pt x="17" y="24"/>
                  </a:cubicBezTo>
                  <a:cubicBezTo>
                    <a:pt x="17" y="20"/>
                    <a:pt x="14" y="16"/>
                    <a:pt x="13" y="12"/>
                  </a:cubicBezTo>
                  <a:close/>
                  <a:moveTo>
                    <a:pt x="7" y="12"/>
                  </a:moveTo>
                  <a:cubicBezTo>
                    <a:pt x="7" y="12"/>
                    <a:pt x="7" y="11"/>
                    <a:pt x="7" y="12"/>
                  </a:cubicBezTo>
                  <a:cubicBezTo>
                    <a:pt x="8" y="17"/>
                    <a:pt x="11" y="19"/>
                    <a:pt x="12" y="24"/>
                  </a:cubicBezTo>
                  <a:cubicBezTo>
                    <a:pt x="14" y="25"/>
                    <a:pt x="13" y="28"/>
                    <a:pt x="15" y="29"/>
                  </a:cubicBezTo>
                  <a:cubicBezTo>
                    <a:pt x="15" y="28"/>
                    <a:pt x="15" y="27"/>
                    <a:pt x="16" y="26"/>
                  </a:cubicBezTo>
                  <a:cubicBezTo>
                    <a:pt x="15" y="26"/>
                    <a:pt x="14" y="26"/>
                    <a:pt x="14" y="26"/>
                  </a:cubicBezTo>
                  <a:cubicBezTo>
                    <a:pt x="13" y="20"/>
                    <a:pt x="11" y="16"/>
                    <a:pt x="9" y="11"/>
                  </a:cubicBezTo>
                  <a:cubicBezTo>
                    <a:pt x="8" y="11"/>
                    <a:pt x="7" y="11"/>
                    <a:pt x="7" y="12"/>
                  </a:cubicBezTo>
                  <a:close/>
                  <a:moveTo>
                    <a:pt x="5" y="16"/>
                  </a:moveTo>
                  <a:cubicBezTo>
                    <a:pt x="5" y="16"/>
                    <a:pt x="6" y="16"/>
                    <a:pt x="6" y="17"/>
                  </a:cubicBezTo>
                  <a:cubicBezTo>
                    <a:pt x="7" y="22"/>
                    <a:pt x="13" y="27"/>
                    <a:pt x="11" y="32"/>
                  </a:cubicBezTo>
                  <a:cubicBezTo>
                    <a:pt x="10" y="33"/>
                    <a:pt x="10" y="30"/>
                    <a:pt x="9" y="28"/>
                  </a:cubicBezTo>
                  <a:cubicBezTo>
                    <a:pt x="7" y="25"/>
                    <a:pt x="6" y="21"/>
                    <a:pt x="4" y="18"/>
                  </a:cubicBezTo>
                  <a:cubicBezTo>
                    <a:pt x="3" y="24"/>
                    <a:pt x="8" y="29"/>
                    <a:pt x="10" y="35"/>
                  </a:cubicBezTo>
                  <a:cubicBezTo>
                    <a:pt x="12" y="35"/>
                    <a:pt x="13" y="33"/>
                    <a:pt x="13" y="31"/>
                  </a:cubicBezTo>
                  <a:cubicBezTo>
                    <a:pt x="11" y="25"/>
                    <a:pt x="8" y="20"/>
                    <a:pt x="6" y="14"/>
                  </a:cubicBezTo>
                  <a:cubicBezTo>
                    <a:pt x="5" y="15"/>
                    <a:pt x="5" y="15"/>
                    <a:pt x="5" y="16"/>
                  </a:cubicBezTo>
                  <a:close/>
                  <a:moveTo>
                    <a:pt x="40" y="21"/>
                  </a:moveTo>
                  <a:cubicBezTo>
                    <a:pt x="42" y="20"/>
                    <a:pt x="39" y="17"/>
                    <a:pt x="40" y="15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7"/>
                    <a:pt x="39" y="19"/>
                    <a:pt x="40" y="21"/>
                  </a:cubicBezTo>
                  <a:close/>
                  <a:moveTo>
                    <a:pt x="7" y="34"/>
                  </a:moveTo>
                  <a:cubicBezTo>
                    <a:pt x="6" y="31"/>
                    <a:pt x="5" y="27"/>
                    <a:pt x="3" y="25"/>
                  </a:cubicBezTo>
                  <a:cubicBezTo>
                    <a:pt x="2" y="29"/>
                    <a:pt x="5" y="32"/>
                    <a:pt x="7" y="34"/>
                  </a:cubicBezTo>
                  <a:close/>
                  <a:moveTo>
                    <a:pt x="30" y="32"/>
                  </a:moveTo>
                  <a:cubicBezTo>
                    <a:pt x="31" y="34"/>
                    <a:pt x="31" y="36"/>
                    <a:pt x="31" y="39"/>
                  </a:cubicBezTo>
                  <a:cubicBezTo>
                    <a:pt x="33" y="39"/>
                    <a:pt x="31" y="40"/>
                    <a:pt x="33" y="40"/>
                  </a:cubicBezTo>
                  <a:cubicBezTo>
                    <a:pt x="36" y="39"/>
                    <a:pt x="33" y="34"/>
                    <a:pt x="33" y="30"/>
                  </a:cubicBezTo>
                  <a:cubicBezTo>
                    <a:pt x="33" y="29"/>
                    <a:pt x="33" y="28"/>
                    <a:pt x="32" y="27"/>
                  </a:cubicBezTo>
                  <a:cubicBezTo>
                    <a:pt x="32" y="29"/>
                    <a:pt x="31" y="30"/>
                    <a:pt x="30" y="32"/>
                  </a:cubicBezTo>
                  <a:close/>
                  <a:moveTo>
                    <a:pt x="30" y="43"/>
                  </a:moveTo>
                  <a:cubicBezTo>
                    <a:pt x="30" y="43"/>
                    <a:pt x="31" y="42"/>
                    <a:pt x="32" y="42"/>
                  </a:cubicBezTo>
                  <a:cubicBezTo>
                    <a:pt x="30" y="40"/>
                    <a:pt x="30" y="36"/>
                    <a:pt x="28" y="34"/>
                  </a:cubicBezTo>
                  <a:cubicBezTo>
                    <a:pt x="26" y="37"/>
                    <a:pt x="28" y="41"/>
                    <a:pt x="30" y="43"/>
                  </a:cubicBezTo>
                  <a:close/>
                  <a:moveTo>
                    <a:pt x="25" y="44"/>
                  </a:moveTo>
                  <a:cubicBezTo>
                    <a:pt x="26" y="44"/>
                    <a:pt x="26" y="46"/>
                    <a:pt x="27" y="47"/>
                  </a:cubicBezTo>
                  <a:cubicBezTo>
                    <a:pt x="27" y="46"/>
                    <a:pt x="28" y="46"/>
                    <a:pt x="28" y="45"/>
                  </a:cubicBezTo>
                  <a:cubicBezTo>
                    <a:pt x="27" y="43"/>
                    <a:pt x="27" y="39"/>
                    <a:pt x="25" y="37"/>
                  </a:cubicBezTo>
                  <a:cubicBezTo>
                    <a:pt x="22" y="39"/>
                    <a:pt x="26" y="41"/>
                    <a:pt x="25" y="44"/>
                  </a:cubicBezTo>
                  <a:close/>
                  <a:moveTo>
                    <a:pt x="24" y="51"/>
                  </a:moveTo>
                  <a:cubicBezTo>
                    <a:pt x="24" y="51"/>
                    <a:pt x="25" y="49"/>
                    <a:pt x="26" y="48"/>
                  </a:cubicBezTo>
                  <a:cubicBezTo>
                    <a:pt x="24" y="46"/>
                    <a:pt x="24" y="42"/>
                    <a:pt x="22" y="40"/>
                  </a:cubicBezTo>
                  <a:cubicBezTo>
                    <a:pt x="20" y="43"/>
                    <a:pt x="22" y="49"/>
                    <a:pt x="24" y="51"/>
                  </a:cubicBezTo>
                  <a:close/>
                  <a:moveTo>
                    <a:pt x="18" y="46"/>
                  </a:moveTo>
                  <a:cubicBezTo>
                    <a:pt x="18" y="48"/>
                    <a:pt x="20" y="50"/>
                    <a:pt x="19" y="53"/>
                  </a:cubicBezTo>
                  <a:cubicBezTo>
                    <a:pt x="21" y="53"/>
                    <a:pt x="20" y="55"/>
                    <a:pt x="19" y="55"/>
                  </a:cubicBezTo>
                  <a:cubicBezTo>
                    <a:pt x="18" y="54"/>
                    <a:pt x="18" y="51"/>
                    <a:pt x="17" y="49"/>
                  </a:cubicBezTo>
                  <a:cubicBezTo>
                    <a:pt x="16" y="53"/>
                    <a:pt x="19" y="56"/>
                    <a:pt x="19" y="58"/>
                  </a:cubicBezTo>
                  <a:cubicBezTo>
                    <a:pt x="20" y="58"/>
                    <a:pt x="20" y="59"/>
                    <a:pt x="21" y="59"/>
                  </a:cubicBezTo>
                  <a:cubicBezTo>
                    <a:pt x="22" y="58"/>
                    <a:pt x="23" y="56"/>
                    <a:pt x="23" y="54"/>
                  </a:cubicBezTo>
                  <a:cubicBezTo>
                    <a:pt x="21" y="51"/>
                    <a:pt x="21" y="47"/>
                    <a:pt x="19" y="44"/>
                  </a:cubicBezTo>
                  <a:cubicBezTo>
                    <a:pt x="19" y="45"/>
                    <a:pt x="18" y="46"/>
                    <a:pt x="18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5" name="Group 51"/>
          <p:cNvGrpSpPr>
            <a:grpSpLocks noChangeAspect="1"/>
          </p:cNvGrpSpPr>
          <p:nvPr>
            <p:custDataLst>
              <p:tags r:id="rId17"/>
            </p:custDataLst>
          </p:nvPr>
        </p:nvGrpSpPr>
        <p:grpSpPr bwMode="auto">
          <a:xfrm>
            <a:off x="2269869" y="1440260"/>
            <a:ext cx="338128" cy="439841"/>
            <a:chOff x="4441" y="1661"/>
            <a:chExt cx="486" cy="632"/>
          </a:xfrm>
          <a:solidFill>
            <a:srgbClr val="114196"/>
          </a:solidFill>
        </p:grpSpPr>
        <p:sp>
          <p:nvSpPr>
            <p:cNvPr id="98" name="Freeform 52"/>
            <p:cNvSpPr/>
            <p:nvPr>
              <p:custDataLst>
                <p:tags r:id="rId18"/>
              </p:custDataLst>
            </p:nvPr>
          </p:nvSpPr>
          <p:spPr bwMode="auto">
            <a:xfrm>
              <a:off x="4776" y="1713"/>
              <a:ext cx="64" cy="74"/>
            </a:xfrm>
            <a:custGeom>
              <a:avLst/>
              <a:gdLst>
                <a:gd name="T0" fmla="*/ 11 w 11"/>
                <a:gd name="T1" fmla="*/ 2 h 13"/>
                <a:gd name="T2" fmla="*/ 8 w 11"/>
                <a:gd name="T3" fmla="*/ 3 h 13"/>
                <a:gd name="T4" fmla="*/ 4 w 11"/>
                <a:gd name="T5" fmla="*/ 9 h 13"/>
                <a:gd name="T6" fmla="*/ 0 w 11"/>
                <a:gd name="T7" fmla="*/ 11 h 13"/>
                <a:gd name="T8" fmla="*/ 8 w 11"/>
                <a:gd name="T9" fmla="*/ 0 h 13"/>
                <a:gd name="T10" fmla="*/ 11 w 11"/>
                <a:gd name="T11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3">
                  <a:moveTo>
                    <a:pt x="11" y="2"/>
                  </a:moveTo>
                  <a:cubicBezTo>
                    <a:pt x="10" y="4"/>
                    <a:pt x="9" y="3"/>
                    <a:pt x="8" y="3"/>
                  </a:cubicBezTo>
                  <a:cubicBezTo>
                    <a:pt x="7" y="5"/>
                    <a:pt x="5" y="7"/>
                    <a:pt x="4" y="9"/>
                  </a:cubicBezTo>
                  <a:cubicBezTo>
                    <a:pt x="3" y="10"/>
                    <a:pt x="2" y="13"/>
                    <a:pt x="0" y="11"/>
                  </a:cubicBezTo>
                  <a:cubicBezTo>
                    <a:pt x="2" y="7"/>
                    <a:pt x="6" y="4"/>
                    <a:pt x="8" y="0"/>
                  </a:cubicBezTo>
                  <a:cubicBezTo>
                    <a:pt x="10" y="1"/>
                    <a:pt x="10" y="1"/>
                    <a:pt x="11" y="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53"/>
            <p:cNvSpPr/>
            <p:nvPr>
              <p:custDataLst>
                <p:tags r:id="rId19"/>
              </p:custDataLst>
            </p:nvPr>
          </p:nvSpPr>
          <p:spPr bwMode="auto">
            <a:xfrm>
              <a:off x="4684" y="1661"/>
              <a:ext cx="23" cy="75"/>
            </a:xfrm>
            <a:custGeom>
              <a:avLst/>
              <a:gdLst>
                <a:gd name="T0" fmla="*/ 2 w 4"/>
                <a:gd name="T1" fmla="*/ 0 h 13"/>
                <a:gd name="T2" fmla="*/ 3 w 4"/>
                <a:gd name="T3" fmla="*/ 1 h 13"/>
                <a:gd name="T4" fmla="*/ 4 w 4"/>
                <a:gd name="T5" fmla="*/ 11 h 13"/>
                <a:gd name="T6" fmla="*/ 2 w 4"/>
                <a:gd name="T7" fmla="*/ 13 h 13"/>
                <a:gd name="T8" fmla="*/ 1 w 4"/>
                <a:gd name="T9" fmla="*/ 8 h 13"/>
                <a:gd name="T10" fmla="*/ 2 w 4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3"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cubicBezTo>
                    <a:pt x="4" y="3"/>
                    <a:pt x="3" y="8"/>
                    <a:pt x="4" y="11"/>
                  </a:cubicBezTo>
                  <a:cubicBezTo>
                    <a:pt x="3" y="12"/>
                    <a:pt x="3" y="12"/>
                    <a:pt x="2" y="13"/>
                  </a:cubicBezTo>
                  <a:cubicBezTo>
                    <a:pt x="1" y="12"/>
                    <a:pt x="1" y="9"/>
                    <a:pt x="1" y="8"/>
                  </a:cubicBezTo>
                  <a:cubicBezTo>
                    <a:pt x="1" y="5"/>
                    <a:pt x="0" y="2"/>
                    <a:pt x="2" y="0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54"/>
            <p:cNvSpPr/>
            <p:nvPr>
              <p:custDataLst>
                <p:tags r:id="rId20"/>
              </p:custDataLst>
            </p:nvPr>
          </p:nvSpPr>
          <p:spPr bwMode="auto">
            <a:xfrm>
              <a:off x="4840" y="1816"/>
              <a:ext cx="75" cy="40"/>
            </a:xfrm>
            <a:custGeom>
              <a:avLst/>
              <a:gdLst>
                <a:gd name="T0" fmla="*/ 13 w 13"/>
                <a:gd name="T1" fmla="*/ 1 h 7"/>
                <a:gd name="T2" fmla="*/ 13 w 13"/>
                <a:gd name="T3" fmla="*/ 3 h 7"/>
                <a:gd name="T4" fmla="*/ 11 w 13"/>
                <a:gd name="T5" fmla="*/ 3 h 7"/>
                <a:gd name="T6" fmla="*/ 4 w 13"/>
                <a:gd name="T7" fmla="*/ 5 h 7"/>
                <a:gd name="T8" fmla="*/ 0 w 13"/>
                <a:gd name="T9" fmla="*/ 6 h 7"/>
                <a:gd name="T10" fmla="*/ 0 w 13"/>
                <a:gd name="T11" fmla="*/ 5 h 7"/>
                <a:gd name="T12" fmla="*/ 12 w 13"/>
                <a:gd name="T13" fmla="*/ 0 h 7"/>
                <a:gd name="T14" fmla="*/ 13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3" y="1"/>
                  </a:moveTo>
                  <a:cubicBezTo>
                    <a:pt x="13" y="2"/>
                    <a:pt x="13" y="2"/>
                    <a:pt x="13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9" y="4"/>
                    <a:pt x="6" y="5"/>
                    <a:pt x="4" y="5"/>
                  </a:cubicBezTo>
                  <a:cubicBezTo>
                    <a:pt x="3" y="6"/>
                    <a:pt x="2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3" y="2"/>
                    <a:pt x="8" y="3"/>
                    <a:pt x="12" y="0"/>
                  </a:cubicBezTo>
                  <a:cubicBezTo>
                    <a:pt x="12" y="1"/>
                    <a:pt x="13" y="1"/>
                    <a:pt x="13" y="1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55"/>
            <p:cNvSpPr/>
            <p:nvPr>
              <p:custDataLst>
                <p:tags r:id="rId21"/>
              </p:custDataLst>
            </p:nvPr>
          </p:nvSpPr>
          <p:spPr bwMode="auto">
            <a:xfrm>
              <a:off x="4533" y="1707"/>
              <a:ext cx="53" cy="63"/>
            </a:xfrm>
            <a:custGeom>
              <a:avLst/>
              <a:gdLst>
                <a:gd name="T0" fmla="*/ 2 w 9"/>
                <a:gd name="T1" fmla="*/ 4 h 11"/>
                <a:gd name="T2" fmla="*/ 2 w 9"/>
                <a:gd name="T3" fmla="*/ 0 h 11"/>
                <a:gd name="T4" fmla="*/ 9 w 9"/>
                <a:gd name="T5" fmla="*/ 9 h 11"/>
                <a:gd name="T6" fmla="*/ 8 w 9"/>
                <a:gd name="T7" fmla="*/ 11 h 11"/>
                <a:gd name="T8" fmla="*/ 3 w 9"/>
                <a:gd name="T9" fmla="*/ 5 h 11"/>
                <a:gd name="T10" fmla="*/ 2 w 9"/>
                <a:gd name="T11" fmla="*/ 6 h 11"/>
                <a:gd name="T12" fmla="*/ 1 w 9"/>
                <a:gd name="T13" fmla="*/ 4 h 11"/>
                <a:gd name="T14" fmla="*/ 2 w 9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1">
                  <a:moveTo>
                    <a:pt x="2" y="4"/>
                  </a:moveTo>
                  <a:cubicBezTo>
                    <a:pt x="1" y="3"/>
                    <a:pt x="0" y="0"/>
                    <a:pt x="2" y="0"/>
                  </a:cubicBezTo>
                  <a:cubicBezTo>
                    <a:pt x="5" y="3"/>
                    <a:pt x="7" y="6"/>
                    <a:pt x="9" y="9"/>
                  </a:cubicBezTo>
                  <a:cubicBezTo>
                    <a:pt x="9" y="10"/>
                    <a:pt x="9" y="10"/>
                    <a:pt x="8" y="11"/>
                  </a:cubicBezTo>
                  <a:cubicBezTo>
                    <a:pt x="5" y="10"/>
                    <a:pt x="6" y="6"/>
                    <a:pt x="3" y="5"/>
                  </a:cubicBezTo>
                  <a:cubicBezTo>
                    <a:pt x="3" y="5"/>
                    <a:pt x="3" y="5"/>
                    <a:pt x="2" y="6"/>
                  </a:cubicBezTo>
                  <a:cubicBezTo>
                    <a:pt x="1" y="5"/>
                    <a:pt x="3" y="4"/>
                    <a:pt x="1" y="4"/>
                  </a:cubicBezTo>
                  <a:cubicBezTo>
                    <a:pt x="2" y="3"/>
                    <a:pt x="2" y="3"/>
                    <a:pt x="2" y="4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56"/>
            <p:cNvSpPr/>
            <p:nvPr>
              <p:custDataLst>
                <p:tags r:id="rId22"/>
              </p:custDataLst>
            </p:nvPr>
          </p:nvSpPr>
          <p:spPr bwMode="auto">
            <a:xfrm>
              <a:off x="4852" y="1937"/>
              <a:ext cx="75" cy="28"/>
            </a:xfrm>
            <a:custGeom>
              <a:avLst/>
              <a:gdLst>
                <a:gd name="T0" fmla="*/ 13 w 13"/>
                <a:gd name="T1" fmla="*/ 2 h 5"/>
                <a:gd name="T2" fmla="*/ 11 w 13"/>
                <a:gd name="T3" fmla="*/ 5 h 5"/>
                <a:gd name="T4" fmla="*/ 0 w 13"/>
                <a:gd name="T5" fmla="*/ 2 h 5"/>
                <a:gd name="T6" fmla="*/ 1 w 13"/>
                <a:gd name="T7" fmla="*/ 1 h 5"/>
                <a:gd name="T8" fmla="*/ 13 w 13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13" y="2"/>
                  </a:moveTo>
                  <a:cubicBezTo>
                    <a:pt x="13" y="4"/>
                    <a:pt x="12" y="4"/>
                    <a:pt x="11" y="5"/>
                  </a:cubicBezTo>
                  <a:cubicBezTo>
                    <a:pt x="9" y="1"/>
                    <a:pt x="3" y="4"/>
                    <a:pt x="0" y="2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5" y="0"/>
                    <a:pt x="9" y="0"/>
                    <a:pt x="13" y="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57"/>
            <p:cNvSpPr/>
            <p:nvPr>
              <p:custDataLst>
                <p:tags r:id="rId23"/>
              </p:custDataLst>
            </p:nvPr>
          </p:nvSpPr>
          <p:spPr bwMode="auto">
            <a:xfrm>
              <a:off x="4800" y="2052"/>
              <a:ext cx="52" cy="74"/>
            </a:xfrm>
            <a:custGeom>
              <a:avLst/>
              <a:gdLst>
                <a:gd name="T0" fmla="*/ 8 w 9"/>
                <a:gd name="T1" fmla="*/ 13 h 13"/>
                <a:gd name="T2" fmla="*/ 3 w 9"/>
                <a:gd name="T3" fmla="*/ 5 h 13"/>
                <a:gd name="T4" fmla="*/ 0 w 9"/>
                <a:gd name="T5" fmla="*/ 2 h 13"/>
                <a:gd name="T6" fmla="*/ 8 w 9"/>
                <a:gd name="T7" fmla="*/ 9 h 13"/>
                <a:gd name="T8" fmla="*/ 8 w 9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3">
                  <a:moveTo>
                    <a:pt x="8" y="13"/>
                  </a:moveTo>
                  <a:cubicBezTo>
                    <a:pt x="5" y="11"/>
                    <a:pt x="5" y="8"/>
                    <a:pt x="3" y="5"/>
                  </a:cubicBezTo>
                  <a:cubicBezTo>
                    <a:pt x="2" y="4"/>
                    <a:pt x="1" y="3"/>
                    <a:pt x="0" y="2"/>
                  </a:cubicBezTo>
                  <a:cubicBezTo>
                    <a:pt x="5" y="0"/>
                    <a:pt x="5" y="7"/>
                    <a:pt x="8" y="9"/>
                  </a:cubicBezTo>
                  <a:cubicBezTo>
                    <a:pt x="8" y="10"/>
                    <a:pt x="9" y="12"/>
                    <a:pt x="8" y="13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58"/>
            <p:cNvSpPr/>
            <p:nvPr>
              <p:custDataLst>
                <p:tags r:id="rId24"/>
              </p:custDataLst>
            </p:nvPr>
          </p:nvSpPr>
          <p:spPr bwMode="auto">
            <a:xfrm>
              <a:off x="4447" y="1960"/>
              <a:ext cx="58" cy="34"/>
            </a:xfrm>
            <a:custGeom>
              <a:avLst/>
              <a:gdLst>
                <a:gd name="T0" fmla="*/ 10 w 10"/>
                <a:gd name="T1" fmla="*/ 1 h 6"/>
                <a:gd name="T2" fmla="*/ 8 w 10"/>
                <a:gd name="T3" fmla="*/ 3 h 6"/>
                <a:gd name="T4" fmla="*/ 0 w 10"/>
                <a:gd name="T5" fmla="*/ 6 h 6"/>
                <a:gd name="T6" fmla="*/ 8 w 10"/>
                <a:gd name="T7" fmla="*/ 0 h 6"/>
                <a:gd name="T8" fmla="*/ 10 w 10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1"/>
                  </a:moveTo>
                  <a:cubicBezTo>
                    <a:pt x="9" y="2"/>
                    <a:pt x="9" y="3"/>
                    <a:pt x="8" y="3"/>
                  </a:cubicBezTo>
                  <a:cubicBezTo>
                    <a:pt x="5" y="2"/>
                    <a:pt x="3" y="6"/>
                    <a:pt x="0" y="6"/>
                  </a:cubicBezTo>
                  <a:cubicBezTo>
                    <a:pt x="0" y="2"/>
                    <a:pt x="6" y="2"/>
                    <a:pt x="8" y="0"/>
                  </a:cubicBezTo>
                  <a:cubicBezTo>
                    <a:pt x="9" y="0"/>
                    <a:pt x="10" y="0"/>
                    <a:pt x="10" y="1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59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4533" y="1799"/>
              <a:ext cx="307" cy="494"/>
            </a:xfrm>
            <a:custGeom>
              <a:avLst/>
              <a:gdLst>
                <a:gd name="T0" fmla="*/ 30 w 53"/>
                <a:gd name="T1" fmla="*/ 62 h 86"/>
                <a:gd name="T2" fmla="*/ 23 w 53"/>
                <a:gd name="T3" fmla="*/ 80 h 86"/>
                <a:gd name="T4" fmla="*/ 20 w 53"/>
                <a:gd name="T5" fmla="*/ 83 h 86"/>
                <a:gd name="T6" fmla="*/ 18 w 53"/>
                <a:gd name="T7" fmla="*/ 84 h 86"/>
                <a:gd name="T8" fmla="*/ 4 w 53"/>
                <a:gd name="T9" fmla="*/ 81 h 86"/>
                <a:gd name="T10" fmla="*/ 4 w 53"/>
                <a:gd name="T11" fmla="*/ 56 h 86"/>
                <a:gd name="T12" fmla="*/ 7 w 53"/>
                <a:gd name="T13" fmla="*/ 34 h 86"/>
                <a:gd name="T14" fmla="*/ 5 w 53"/>
                <a:gd name="T15" fmla="*/ 14 h 86"/>
                <a:gd name="T16" fmla="*/ 23 w 53"/>
                <a:gd name="T17" fmla="*/ 1 h 86"/>
                <a:gd name="T18" fmla="*/ 39 w 53"/>
                <a:gd name="T19" fmla="*/ 3 h 86"/>
                <a:gd name="T20" fmla="*/ 35 w 53"/>
                <a:gd name="T21" fmla="*/ 46 h 86"/>
                <a:gd name="T22" fmla="*/ 31 w 53"/>
                <a:gd name="T23" fmla="*/ 47 h 86"/>
                <a:gd name="T24" fmla="*/ 49 w 53"/>
                <a:gd name="T25" fmla="*/ 24 h 86"/>
                <a:gd name="T26" fmla="*/ 49 w 53"/>
                <a:gd name="T27" fmla="*/ 17 h 86"/>
                <a:gd name="T28" fmla="*/ 48 w 53"/>
                <a:gd name="T29" fmla="*/ 15 h 86"/>
                <a:gd name="T30" fmla="*/ 29 w 53"/>
                <a:gd name="T31" fmla="*/ 3 h 86"/>
                <a:gd name="T32" fmla="*/ 26 w 53"/>
                <a:gd name="T33" fmla="*/ 2 h 86"/>
                <a:gd name="T34" fmla="*/ 10 w 53"/>
                <a:gd name="T35" fmla="*/ 11 h 86"/>
                <a:gd name="T36" fmla="*/ 6 w 53"/>
                <a:gd name="T37" fmla="*/ 18 h 86"/>
                <a:gd name="T38" fmla="*/ 8 w 53"/>
                <a:gd name="T39" fmla="*/ 30 h 86"/>
                <a:gd name="T40" fmla="*/ 11 w 53"/>
                <a:gd name="T41" fmla="*/ 49 h 86"/>
                <a:gd name="T42" fmla="*/ 15 w 53"/>
                <a:gd name="T43" fmla="*/ 57 h 86"/>
                <a:gd name="T44" fmla="*/ 16 w 53"/>
                <a:gd name="T45" fmla="*/ 22 h 86"/>
                <a:gd name="T46" fmla="*/ 22 w 53"/>
                <a:gd name="T47" fmla="*/ 25 h 86"/>
                <a:gd name="T48" fmla="*/ 29 w 53"/>
                <a:gd name="T49" fmla="*/ 27 h 86"/>
                <a:gd name="T50" fmla="*/ 21 w 53"/>
                <a:gd name="T51" fmla="*/ 59 h 86"/>
                <a:gd name="T52" fmla="*/ 28 w 53"/>
                <a:gd name="T53" fmla="*/ 30 h 86"/>
                <a:gd name="T54" fmla="*/ 19 w 53"/>
                <a:gd name="T55" fmla="*/ 37 h 86"/>
                <a:gd name="T56" fmla="*/ 17 w 53"/>
                <a:gd name="T57" fmla="*/ 54 h 86"/>
                <a:gd name="T58" fmla="*/ 21 w 53"/>
                <a:gd name="T59" fmla="*/ 53 h 86"/>
                <a:gd name="T60" fmla="*/ 30 w 53"/>
                <a:gd name="T61" fmla="*/ 30 h 86"/>
                <a:gd name="T62" fmla="*/ 22 w 53"/>
                <a:gd name="T63" fmla="*/ 64 h 86"/>
                <a:gd name="T64" fmla="*/ 11 w 53"/>
                <a:gd name="T65" fmla="*/ 73 h 86"/>
                <a:gd name="T66" fmla="*/ 11 w 53"/>
                <a:gd name="T67" fmla="*/ 77 h 86"/>
                <a:gd name="T68" fmla="*/ 23 w 53"/>
                <a:gd name="T69" fmla="*/ 65 h 86"/>
                <a:gd name="T70" fmla="*/ 25 w 53"/>
                <a:gd name="T71" fmla="*/ 63 h 86"/>
                <a:gd name="T72" fmla="*/ 8 w 53"/>
                <a:gd name="T73" fmla="*/ 58 h 86"/>
                <a:gd name="T74" fmla="*/ 9 w 53"/>
                <a:gd name="T75" fmla="*/ 61 h 86"/>
                <a:gd name="T76" fmla="*/ 13 w 53"/>
                <a:gd name="T77" fmla="*/ 61 h 86"/>
                <a:gd name="T78" fmla="*/ 10 w 53"/>
                <a:gd name="T79" fmla="*/ 59 h 86"/>
                <a:gd name="T80" fmla="*/ 16 w 53"/>
                <a:gd name="T81" fmla="*/ 62 h 86"/>
                <a:gd name="T82" fmla="*/ 4 w 53"/>
                <a:gd name="T83" fmla="*/ 74 h 86"/>
                <a:gd name="T84" fmla="*/ 16 w 53"/>
                <a:gd name="T85" fmla="*/ 62 h 86"/>
                <a:gd name="T86" fmla="*/ 19 w 53"/>
                <a:gd name="T87" fmla="*/ 64 h 86"/>
                <a:gd name="T88" fmla="*/ 12 w 53"/>
                <a:gd name="T89" fmla="*/ 78 h 86"/>
                <a:gd name="T90" fmla="*/ 14 w 53"/>
                <a:gd name="T91" fmla="*/ 79 h 86"/>
                <a:gd name="T92" fmla="*/ 12 w 53"/>
                <a:gd name="T93" fmla="*/ 78 h 86"/>
                <a:gd name="T94" fmla="*/ 20 w 53"/>
                <a:gd name="T95" fmla="*/ 75 h 86"/>
                <a:gd name="T96" fmla="*/ 15 w 53"/>
                <a:gd name="T97" fmla="*/ 8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3" h="86">
                  <a:moveTo>
                    <a:pt x="27" y="58"/>
                  </a:moveTo>
                  <a:cubicBezTo>
                    <a:pt x="28" y="60"/>
                    <a:pt x="28" y="61"/>
                    <a:pt x="30" y="62"/>
                  </a:cubicBezTo>
                  <a:cubicBezTo>
                    <a:pt x="28" y="66"/>
                    <a:pt x="27" y="70"/>
                    <a:pt x="25" y="74"/>
                  </a:cubicBezTo>
                  <a:cubicBezTo>
                    <a:pt x="24" y="76"/>
                    <a:pt x="24" y="79"/>
                    <a:pt x="23" y="80"/>
                  </a:cubicBezTo>
                  <a:cubicBezTo>
                    <a:pt x="23" y="80"/>
                    <a:pt x="22" y="81"/>
                    <a:pt x="21" y="82"/>
                  </a:cubicBezTo>
                  <a:cubicBezTo>
                    <a:pt x="21" y="82"/>
                    <a:pt x="20" y="83"/>
                    <a:pt x="20" y="83"/>
                  </a:cubicBezTo>
                  <a:cubicBezTo>
                    <a:pt x="20" y="83"/>
                    <a:pt x="19" y="83"/>
                    <a:pt x="19" y="83"/>
                  </a:cubicBezTo>
                  <a:cubicBezTo>
                    <a:pt x="18" y="83"/>
                    <a:pt x="18" y="84"/>
                    <a:pt x="18" y="84"/>
                  </a:cubicBezTo>
                  <a:cubicBezTo>
                    <a:pt x="14" y="86"/>
                    <a:pt x="11" y="84"/>
                    <a:pt x="7" y="83"/>
                  </a:cubicBezTo>
                  <a:cubicBezTo>
                    <a:pt x="6" y="83"/>
                    <a:pt x="5" y="81"/>
                    <a:pt x="4" y="81"/>
                  </a:cubicBezTo>
                  <a:cubicBezTo>
                    <a:pt x="2" y="78"/>
                    <a:pt x="1" y="75"/>
                    <a:pt x="0" y="72"/>
                  </a:cubicBezTo>
                  <a:cubicBezTo>
                    <a:pt x="1" y="66"/>
                    <a:pt x="4" y="60"/>
                    <a:pt x="4" y="56"/>
                  </a:cubicBezTo>
                  <a:cubicBezTo>
                    <a:pt x="5" y="56"/>
                    <a:pt x="6" y="55"/>
                    <a:pt x="7" y="54"/>
                  </a:cubicBezTo>
                  <a:cubicBezTo>
                    <a:pt x="8" y="46"/>
                    <a:pt x="8" y="40"/>
                    <a:pt x="7" y="34"/>
                  </a:cubicBezTo>
                  <a:cubicBezTo>
                    <a:pt x="5" y="30"/>
                    <a:pt x="4" y="28"/>
                    <a:pt x="4" y="24"/>
                  </a:cubicBezTo>
                  <a:cubicBezTo>
                    <a:pt x="3" y="20"/>
                    <a:pt x="4" y="18"/>
                    <a:pt x="5" y="14"/>
                  </a:cubicBezTo>
                  <a:cubicBezTo>
                    <a:pt x="7" y="8"/>
                    <a:pt x="12" y="6"/>
                    <a:pt x="16" y="3"/>
                  </a:cubicBezTo>
                  <a:cubicBezTo>
                    <a:pt x="18" y="3"/>
                    <a:pt x="21" y="0"/>
                    <a:pt x="23" y="1"/>
                  </a:cubicBezTo>
                  <a:cubicBezTo>
                    <a:pt x="24" y="1"/>
                    <a:pt x="24" y="1"/>
                    <a:pt x="25" y="1"/>
                  </a:cubicBezTo>
                  <a:cubicBezTo>
                    <a:pt x="28" y="0"/>
                    <a:pt x="35" y="0"/>
                    <a:pt x="39" y="3"/>
                  </a:cubicBezTo>
                  <a:cubicBezTo>
                    <a:pt x="46" y="8"/>
                    <a:pt x="51" y="15"/>
                    <a:pt x="51" y="23"/>
                  </a:cubicBezTo>
                  <a:cubicBezTo>
                    <a:pt x="53" y="32"/>
                    <a:pt x="43" y="44"/>
                    <a:pt x="35" y="46"/>
                  </a:cubicBezTo>
                  <a:cubicBezTo>
                    <a:pt x="32" y="50"/>
                    <a:pt x="30" y="54"/>
                    <a:pt x="27" y="58"/>
                  </a:cubicBezTo>
                  <a:close/>
                  <a:moveTo>
                    <a:pt x="31" y="47"/>
                  </a:moveTo>
                  <a:cubicBezTo>
                    <a:pt x="38" y="41"/>
                    <a:pt x="47" y="38"/>
                    <a:pt x="49" y="26"/>
                  </a:cubicBezTo>
                  <a:cubicBezTo>
                    <a:pt x="49" y="25"/>
                    <a:pt x="49" y="25"/>
                    <a:pt x="49" y="24"/>
                  </a:cubicBezTo>
                  <a:cubicBezTo>
                    <a:pt x="49" y="22"/>
                    <a:pt x="49" y="21"/>
                    <a:pt x="49" y="19"/>
                  </a:cubicBezTo>
                  <a:cubicBezTo>
                    <a:pt x="48" y="19"/>
                    <a:pt x="49" y="18"/>
                    <a:pt x="49" y="17"/>
                  </a:cubicBezTo>
                  <a:cubicBezTo>
                    <a:pt x="49" y="17"/>
                    <a:pt x="48" y="16"/>
                    <a:pt x="47" y="15"/>
                  </a:cubicBezTo>
                  <a:cubicBezTo>
                    <a:pt x="47" y="15"/>
                    <a:pt x="48" y="15"/>
                    <a:pt x="48" y="15"/>
                  </a:cubicBezTo>
                  <a:cubicBezTo>
                    <a:pt x="47" y="11"/>
                    <a:pt x="39" y="4"/>
                    <a:pt x="34" y="3"/>
                  </a:cubicBezTo>
                  <a:cubicBezTo>
                    <a:pt x="33" y="2"/>
                    <a:pt x="31" y="2"/>
                    <a:pt x="29" y="3"/>
                  </a:cubicBezTo>
                  <a:cubicBezTo>
                    <a:pt x="28" y="2"/>
                    <a:pt x="27" y="2"/>
                    <a:pt x="27" y="1"/>
                  </a:cubicBezTo>
                  <a:cubicBezTo>
                    <a:pt x="26" y="2"/>
                    <a:pt x="27" y="2"/>
                    <a:pt x="26" y="2"/>
                  </a:cubicBezTo>
                  <a:cubicBezTo>
                    <a:pt x="22" y="3"/>
                    <a:pt x="18" y="4"/>
                    <a:pt x="14" y="6"/>
                  </a:cubicBezTo>
                  <a:cubicBezTo>
                    <a:pt x="13" y="7"/>
                    <a:pt x="10" y="10"/>
                    <a:pt x="10" y="11"/>
                  </a:cubicBezTo>
                  <a:cubicBezTo>
                    <a:pt x="8" y="12"/>
                    <a:pt x="9" y="14"/>
                    <a:pt x="8" y="16"/>
                  </a:cubicBezTo>
                  <a:cubicBezTo>
                    <a:pt x="8" y="17"/>
                    <a:pt x="7" y="17"/>
                    <a:pt x="6" y="18"/>
                  </a:cubicBezTo>
                  <a:cubicBezTo>
                    <a:pt x="6" y="20"/>
                    <a:pt x="6" y="25"/>
                    <a:pt x="6" y="26"/>
                  </a:cubicBezTo>
                  <a:cubicBezTo>
                    <a:pt x="7" y="28"/>
                    <a:pt x="8" y="29"/>
                    <a:pt x="8" y="30"/>
                  </a:cubicBezTo>
                  <a:cubicBezTo>
                    <a:pt x="9" y="33"/>
                    <a:pt x="10" y="37"/>
                    <a:pt x="11" y="40"/>
                  </a:cubicBezTo>
                  <a:cubicBezTo>
                    <a:pt x="11" y="43"/>
                    <a:pt x="10" y="46"/>
                    <a:pt x="11" y="49"/>
                  </a:cubicBezTo>
                  <a:cubicBezTo>
                    <a:pt x="9" y="50"/>
                    <a:pt x="10" y="53"/>
                    <a:pt x="9" y="54"/>
                  </a:cubicBezTo>
                  <a:cubicBezTo>
                    <a:pt x="11" y="55"/>
                    <a:pt x="12" y="56"/>
                    <a:pt x="15" y="57"/>
                  </a:cubicBezTo>
                  <a:cubicBezTo>
                    <a:pt x="17" y="49"/>
                    <a:pt x="17" y="42"/>
                    <a:pt x="18" y="34"/>
                  </a:cubicBezTo>
                  <a:cubicBezTo>
                    <a:pt x="18" y="30"/>
                    <a:pt x="17" y="26"/>
                    <a:pt x="16" y="22"/>
                  </a:cubicBezTo>
                  <a:cubicBezTo>
                    <a:pt x="17" y="22"/>
                    <a:pt x="18" y="21"/>
                    <a:pt x="19" y="20"/>
                  </a:cubicBezTo>
                  <a:cubicBezTo>
                    <a:pt x="23" y="21"/>
                    <a:pt x="21" y="23"/>
                    <a:pt x="22" y="25"/>
                  </a:cubicBezTo>
                  <a:cubicBezTo>
                    <a:pt x="24" y="25"/>
                    <a:pt x="25" y="23"/>
                    <a:pt x="27" y="24"/>
                  </a:cubicBezTo>
                  <a:cubicBezTo>
                    <a:pt x="28" y="25"/>
                    <a:pt x="28" y="26"/>
                    <a:pt x="29" y="27"/>
                  </a:cubicBezTo>
                  <a:cubicBezTo>
                    <a:pt x="31" y="26"/>
                    <a:pt x="34" y="24"/>
                    <a:pt x="36" y="27"/>
                  </a:cubicBezTo>
                  <a:cubicBezTo>
                    <a:pt x="29" y="37"/>
                    <a:pt x="21" y="47"/>
                    <a:pt x="21" y="59"/>
                  </a:cubicBezTo>
                  <a:cubicBezTo>
                    <a:pt x="27" y="59"/>
                    <a:pt x="27" y="51"/>
                    <a:pt x="31" y="47"/>
                  </a:cubicBezTo>
                  <a:close/>
                  <a:moveTo>
                    <a:pt x="28" y="30"/>
                  </a:moveTo>
                  <a:cubicBezTo>
                    <a:pt x="26" y="26"/>
                    <a:pt x="23" y="28"/>
                    <a:pt x="21" y="28"/>
                  </a:cubicBezTo>
                  <a:cubicBezTo>
                    <a:pt x="21" y="31"/>
                    <a:pt x="20" y="34"/>
                    <a:pt x="19" y="37"/>
                  </a:cubicBezTo>
                  <a:cubicBezTo>
                    <a:pt x="19" y="38"/>
                    <a:pt x="20" y="40"/>
                    <a:pt x="19" y="42"/>
                  </a:cubicBezTo>
                  <a:cubicBezTo>
                    <a:pt x="19" y="46"/>
                    <a:pt x="18" y="50"/>
                    <a:pt x="17" y="54"/>
                  </a:cubicBezTo>
                  <a:cubicBezTo>
                    <a:pt x="17" y="56"/>
                    <a:pt x="15" y="59"/>
                    <a:pt x="18" y="59"/>
                  </a:cubicBezTo>
                  <a:cubicBezTo>
                    <a:pt x="18" y="57"/>
                    <a:pt x="19" y="55"/>
                    <a:pt x="21" y="53"/>
                  </a:cubicBezTo>
                  <a:cubicBezTo>
                    <a:pt x="21" y="52"/>
                    <a:pt x="21" y="51"/>
                    <a:pt x="21" y="51"/>
                  </a:cubicBezTo>
                  <a:cubicBezTo>
                    <a:pt x="24" y="45"/>
                    <a:pt x="26" y="36"/>
                    <a:pt x="30" y="30"/>
                  </a:cubicBezTo>
                  <a:cubicBezTo>
                    <a:pt x="29" y="29"/>
                    <a:pt x="28" y="30"/>
                    <a:pt x="28" y="30"/>
                  </a:cubicBezTo>
                  <a:close/>
                  <a:moveTo>
                    <a:pt x="22" y="64"/>
                  </a:moveTo>
                  <a:cubicBezTo>
                    <a:pt x="19" y="68"/>
                    <a:pt x="16" y="70"/>
                    <a:pt x="13" y="73"/>
                  </a:cubicBezTo>
                  <a:cubicBezTo>
                    <a:pt x="12" y="73"/>
                    <a:pt x="12" y="74"/>
                    <a:pt x="11" y="73"/>
                  </a:cubicBezTo>
                  <a:cubicBezTo>
                    <a:pt x="11" y="76"/>
                    <a:pt x="7" y="76"/>
                    <a:pt x="6" y="80"/>
                  </a:cubicBezTo>
                  <a:cubicBezTo>
                    <a:pt x="8" y="81"/>
                    <a:pt x="10" y="79"/>
                    <a:pt x="11" y="77"/>
                  </a:cubicBezTo>
                  <a:cubicBezTo>
                    <a:pt x="13" y="75"/>
                    <a:pt x="15" y="72"/>
                    <a:pt x="17" y="70"/>
                  </a:cubicBezTo>
                  <a:cubicBezTo>
                    <a:pt x="19" y="69"/>
                    <a:pt x="21" y="67"/>
                    <a:pt x="23" y="65"/>
                  </a:cubicBezTo>
                  <a:cubicBezTo>
                    <a:pt x="24" y="65"/>
                    <a:pt x="25" y="65"/>
                    <a:pt x="25" y="64"/>
                  </a:cubicBezTo>
                  <a:cubicBezTo>
                    <a:pt x="25" y="64"/>
                    <a:pt x="25" y="63"/>
                    <a:pt x="25" y="63"/>
                  </a:cubicBezTo>
                  <a:cubicBezTo>
                    <a:pt x="24" y="64"/>
                    <a:pt x="23" y="65"/>
                    <a:pt x="22" y="64"/>
                  </a:cubicBezTo>
                  <a:close/>
                  <a:moveTo>
                    <a:pt x="8" y="58"/>
                  </a:moveTo>
                  <a:cubicBezTo>
                    <a:pt x="7" y="59"/>
                    <a:pt x="8" y="59"/>
                    <a:pt x="7" y="60"/>
                  </a:cubicBezTo>
                  <a:cubicBezTo>
                    <a:pt x="8" y="61"/>
                    <a:pt x="9" y="60"/>
                    <a:pt x="9" y="61"/>
                  </a:cubicBezTo>
                  <a:cubicBezTo>
                    <a:pt x="6" y="63"/>
                    <a:pt x="4" y="65"/>
                    <a:pt x="3" y="68"/>
                  </a:cubicBezTo>
                  <a:cubicBezTo>
                    <a:pt x="7" y="67"/>
                    <a:pt x="10" y="64"/>
                    <a:pt x="13" y="61"/>
                  </a:cubicBezTo>
                  <a:cubicBezTo>
                    <a:pt x="12" y="59"/>
                    <a:pt x="11" y="60"/>
                    <a:pt x="10" y="60"/>
                  </a:cubicBezTo>
                  <a:cubicBezTo>
                    <a:pt x="10" y="60"/>
                    <a:pt x="10" y="59"/>
                    <a:pt x="10" y="59"/>
                  </a:cubicBezTo>
                  <a:cubicBezTo>
                    <a:pt x="9" y="58"/>
                    <a:pt x="9" y="58"/>
                    <a:pt x="8" y="58"/>
                  </a:cubicBezTo>
                  <a:close/>
                  <a:moveTo>
                    <a:pt x="16" y="62"/>
                  </a:moveTo>
                  <a:cubicBezTo>
                    <a:pt x="12" y="65"/>
                    <a:pt x="9" y="67"/>
                    <a:pt x="6" y="69"/>
                  </a:cubicBezTo>
                  <a:cubicBezTo>
                    <a:pt x="5" y="72"/>
                    <a:pt x="1" y="73"/>
                    <a:pt x="4" y="74"/>
                  </a:cubicBezTo>
                  <a:cubicBezTo>
                    <a:pt x="8" y="70"/>
                    <a:pt x="14" y="67"/>
                    <a:pt x="17" y="63"/>
                  </a:cubicBezTo>
                  <a:cubicBezTo>
                    <a:pt x="17" y="62"/>
                    <a:pt x="16" y="62"/>
                    <a:pt x="16" y="62"/>
                  </a:cubicBezTo>
                  <a:close/>
                  <a:moveTo>
                    <a:pt x="5" y="77"/>
                  </a:moveTo>
                  <a:cubicBezTo>
                    <a:pt x="10" y="74"/>
                    <a:pt x="15" y="69"/>
                    <a:pt x="19" y="64"/>
                  </a:cubicBezTo>
                  <a:cubicBezTo>
                    <a:pt x="14" y="68"/>
                    <a:pt x="9" y="72"/>
                    <a:pt x="5" y="77"/>
                  </a:cubicBezTo>
                  <a:close/>
                  <a:moveTo>
                    <a:pt x="12" y="78"/>
                  </a:moveTo>
                  <a:cubicBezTo>
                    <a:pt x="12" y="79"/>
                    <a:pt x="11" y="80"/>
                    <a:pt x="10" y="81"/>
                  </a:cubicBezTo>
                  <a:cubicBezTo>
                    <a:pt x="13" y="82"/>
                    <a:pt x="13" y="80"/>
                    <a:pt x="14" y="79"/>
                  </a:cubicBezTo>
                  <a:cubicBezTo>
                    <a:pt x="17" y="75"/>
                    <a:pt x="23" y="72"/>
                    <a:pt x="23" y="68"/>
                  </a:cubicBezTo>
                  <a:cubicBezTo>
                    <a:pt x="19" y="70"/>
                    <a:pt x="16" y="76"/>
                    <a:pt x="12" y="78"/>
                  </a:cubicBezTo>
                  <a:close/>
                  <a:moveTo>
                    <a:pt x="15" y="82"/>
                  </a:moveTo>
                  <a:cubicBezTo>
                    <a:pt x="16" y="80"/>
                    <a:pt x="21" y="78"/>
                    <a:pt x="2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19" y="78"/>
                    <a:pt x="14" y="79"/>
                    <a:pt x="15" y="8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60"/>
            <p:cNvSpPr/>
            <p:nvPr>
              <p:custDataLst>
                <p:tags r:id="rId26"/>
              </p:custDataLst>
            </p:nvPr>
          </p:nvSpPr>
          <p:spPr bwMode="auto">
            <a:xfrm>
              <a:off x="4441" y="1828"/>
              <a:ext cx="69" cy="51"/>
            </a:xfrm>
            <a:custGeom>
              <a:avLst/>
              <a:gdLst>
                <a:gd name="T0" fmla="*/ 12 w 12"/>
                <a:gd name="T1" fmla="*/ 5 h 9"/>
                <a:gd name="T2" fmla="*/ 1 w 12"/>
                <a:gd name="T3" fmla="*/ 5 h 9"/>
                <a:gd name="T4" fmla="*/ 0 w 12"/>
                <a:gd name="T5" fmla="*/ 4 h 9"/>
                <a:gd name="T6" fmla="*/ 12 w 12"/>
                <a:gd name="T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9">
                  <a:moveTo>
                    <a:pt x="12" y="5"/>
                  </a:moveTo>
                  <a:cubicBezTo>
                    <a:pt x="10" y="9"/>
                    <a:pt x="4" y="4"/>
                    <a:pt x="1" y="5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2" y="0"/>
                    <a:pt x="7" y="3"/>
                    <a:pt x="12" y="5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27"/>
            </p:custDataLst>
          </p:nvPr>
        </p:nvGrpSpPr>
        <p:grpSpPr>
          <a:xfrm>
            <a:off x="205740" y="1688465"/>
            <a:ext cx="2017395" cy="3049905"/>
            <a:chOff x="5955756" y="4433189"/>
            <a:chExt cx="1569382" cy="2364128"/>
          </a:xfrm>
          <a:solidFill>
            <a:srgbClr val="114196"/>
          </a:solidFill>
        </p:grpSpPr>
        <p:sp>
          <p:nvSpPr>
            <p:cNvPr id="46" name="Freeform 3737"/>
            <p:cNvSpPr>
              <a:spLocks noEditPoints="1"/>
            </p:cNvSpPr>
            <p:nvPr/>
          </p:nvSpPr>
          <p:spPr bwMode="auto">
            <a:xfrm>
              <a:off x="5965816" y="4619302"/>
              <a:ext cx="603607" cy="658939"/>
            </a:xfrm>
            <a:custGeom>
              <a:avLst/>
              <a:gdLst>
                <a:gd name="T0" fmla="*/ 0 w 110"/>
                <a:gd name="T1" fmla="*/ 59 h 119"/>
                <a:gd name="T2" fmla="*/ 53 w 110"/>
                <a:gd name="T3" fmla="*/ 0 h 119"/>
                <a:gd name="T4" fmla="*/ 53 w 110"/>
                <a:gd name="T5" fmla="*/ 0 h 119"/>
                <a:gd name="T6" fmla="*/ 110 w 110"/>
                <a:gd name="T7" fmla="*/ 60 h 119"/>
                <a:gd name="T8" fmla="*/ 110 w 110"/>
                <a:gd name="T9" fmla="*/ 60 h 119"/>
                <a:gd name="T10" fmla="*/ 52 w 110"/>
                <a:gd name="T11" fmla="*/ 119 h 119"/>
                <a:gd name="T12" fmla="*/ 52 w 110"/>
                <a:gd name="T13" fmla="*/ 119 h 119"/>
                <a:gd name="T14" fmla="*/ 0 w 110"/>
                <a:gd name="T15" fmla="*/ 59 h 119"/>
                <a:gd name="T16" fmla="*/ 4 w 110"/>
                <a:gd name="T17" fmla="*/ 59 h 119"/>
                <a:gd name="T18" fmla="*/ 52 w 110"/>
                <a:gd name="T19" fmla="*/ 115 h 119"/>
                <a:gd name="T20" fmla="*/ 52 w 110"/>
                <a:gd name="T21" fmla="*/ 115 h 119"/>
                <a:gd name="T22" fmla="*/ 89 w 110"/>
                <a:gd name="T23" fmla="*/ 99 h 119"/>
                <a:gd name="T24" fmla="*/ 89 w 110"/>
                <a:gd name="T25" fmla="*/ 99 h 119"/>
                <a:gd name="T26" fmla="*/ 106 w 110"/>
                <a:gd name="T27" fmla="*/ 60 h 119"/>
                <a:gd name="T28" fmla="*/ 106 w 110"/>
                <a:gd name="T29" fmla="*/ 60 h 119"/>
                <a:gd name="T30" fmla="*/ 53 w 110"/>
                <a:gd name="T31" fmla="*/ 4 h 119"/>
                <a:gd name="T32" fmla="*/ 53 w 110"/>
                <a:gd name="T33" fmla="*/ 4 h 119"/>
                <a:gd name="T34" fmla="*/ 4 w 110"/>
                <a:gd name="T35" fmla="*/ 5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" h="119">
                  <a:moveTo>
                    <a:pt x="0" y="59"/>
                  </a:moveTo>
                  <a:cubicBezTo>
                    <a:pt x="0" y="26"/>
                    <a:pt x="2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83" y="0"/>
                    <a:pt x="110" y="27"/>
                    <a:pt x="110" y="60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10" y="92"/>
                    <a:pt x="81" y="119"/>
                    <a:pt x="52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22" y="119"/>
                    <a:pt x="0" y="91"/>
                    <a:pt x="0" y="59"/>
                  </a:cubicBezTo>
                  <a:close/>
                  <a:moveTo>
                    <a:pt x="4" y="59"/>
                  </a:moveTo>
                  <a:cubicBezTo>
                    <a:pt x="4" y="90"/>
                    <a:pt x="25" y="115"/>
                    <a:pt x="52" y="115"/>
                  </a:cubicBezTo>
                  <a:cubicBezTo>
                    <a:pt x="52" y="115"/>
                    <a:pt x="52" y="115"/>
                    <a:pt x="52" y="115"/>
                  </a:cubicBezTo>
                  <a:cubicBezTo>
                    <a:pt x="65" y="115"/>
                    <a:pt x="79" y="109"/>
                    <a:pt x="89" y="99"/>
                  </a:cubicBezTo>
                  <a:cubicBezTo>
                    <a:pt x="89" y="99"/>
                    <a:pt x="89" y="99"/>
                    <a:pt x="89" y="99"/>
                  </a:cubicBezTo>
                  <a:cubicBezTo>
                    <a:pt x="99" y="89"/>
                    <a:pt x="106" y="75"/>
                    <a:pt x="106" y="60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06" y="29"/>
                    <a:pt x="80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26" y="4"/>
                    <a:pt x="4" y="28"/>
                    <a:pt x="4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738"/>
            <p:cNvSpPr>
              <a:spLocks noEditPoints="1"/>
            </p:cNvSpPr>
            <p:nvPr/>
          </p:nvSpPr>
          <p:spPr bwMode="auto">
            <a:xfrm>
              <a:off x="5955756" y="4609242"/>
              <a:ext cx="628759" cy="679060"/>
            </a:xfrm>
            <a:custGeom>
              <a:avLst/>
              <a:gdLst>
                <a:gd name="T0" fmla="*/ 0 w 114"/>
                <a:gd name="T1" fmla="*/ 61 h 123"/>
                <a:gd name="T2" fmla="*/ 2 w 114"/>
                <a:gd name="T3" fmla="*/ 61 h 123"/>
                <a:gd name="T4" fmla="*/ 0 w 114"/>
                <a:gd name="T5" fmla="*/ 61 h 123"/>
                <a:gd name="T6" fmla="*/ 55 w 114"/>
                <a:gd name="T7" fmla="*/ 0 h 123"/>
                <a:gd name="T8" fmla="*/ 55 w 114"/>
                <a:gd name="T9" fmla="*/ 0 h 123"/>
                <a:gd name="T10" fmla="*/ 114 w 114"/>
                <a:gd name="T11" fmla="*/ 62 h 123"/>
                <a:gd name="T12" fmla="*/ 114 w 114"/>
                <a:gd name="T13" fmla="*/ 62 h 123"/>
                <a:gd name="T14" fmla="*/ 54 w 114"/>
                <a:gd name="T15" fmla="*/ 123 h 123"/>
                <a:gd name="T16" fmla="*/ 54 w 114"/>
                <a:gd name="T17" fmla="*/ 123 h 123"/>
                <a:gd name="T18" fmla="*/ 0 w 114"/>
                <a:gd name="T19" fmla="*/ 61 h 123"/>
                <a:gd name="T20" fmla="*/ 54 w 114"/>
                <a:gd name="T21" fmla="*/ 119 h 123"/>
                <a:gd name="T22" fmla="*/ 102 w 114"/>
                <a:gd name="T23" fmla="*/ 89 h 123"/>
                <a:gd name="T24" fmla="*/ 102 w 114"/>
                <a:gd name="T25" fmla="*/ 89 h 123"/>
                <a:gd name="T26" fmla="*/ 93 w 114"/>
                <a:gd name="T27" fmla="*/ 102 h 123"/>
                <a:gd name="T28" fmla="*/ 93 w 114"/>
                <a:gd name="T29" fmla="*/ 102 h 123"/>
                <a:gd name="T30" fmla="*/ 54 w 114"/>
                <a:gd name="T31" fmla="*/ 119 h 123"/>
                <a:gd name="T32" fmla="*/ 54 w 114"/>
                <a:gd name="T33" fmla="*/ 119 h 123"/>
                <a:gd name="T34" fmla="*/ 54 w 114"/>
                <a:gd name="T35" fmla="*/ 119 h 123"/>
                <a:gd name="T36" fmla="*/ 54 w 114"/>
                <a:gd name="T37" fmla="*/ 119 h 123"/>
                <a:gd name="T38" fmla="*/ 16 w 114"/>
                <a:gd name="T39" fmla="*/ 99 h 123"/>
                <a:gd name="T40" fmla="*/ 16 w 114"/>
                <a:gd name="T41" fmla="*/ 99 h 123"/>
                <a:gd name="T42" fmla="*/ 54 w 114"/>
                <a:gd name="T43" fmla="*/ 119 h 123"/>
                <a:gd name="T44" fmla="*/ 54 w 114"/>
                <a:gd name="T45" fmla="*/ 115 h 123"/>
                <a:gd name="T46" fmla="*/ 54 w 114"/>
                <a:gd name="T47" fmla="*/ 115 h 123"/>
                <a:gd name="T48" fmla="*/ 54 w 114"/>
                <a:gd name="T49" fmla="*/ 115 h 123"/>
                <a:gd name="T50" fmla="*/ 90 w 114"/>
                <a:gd name="T51" fmla="*/ 99 h 123"/>
                <a:gd name="T52" fmla="*/ 90 w 114"/>
                <a:gd name="T53" fmla="*/ 99 h 123"/>
                <a:gd name="T54" fmla="*/ 106 w 114"/>
                <a:gd name="T55" fmla="*/ 62 h 123"/>
                <a:gd name="T56" fmla="*/ 106 w 114"/>
                <a:gd name="T57" fmla="*/ 62 h 123"/>
                <a:gd name="T58" fmla="*/ 55 w 114"/>
                <a:gd name="T59" fmla="*/ 8 h 123"/>
                <a:gd name="T60" fmla="*/ 55 w 114"/>
                <a:gd name="T61" fmla="*/ 8 h 123"/>
                <a:gd name="T62" fmla="*/ 8 w 114"/>
                <a:gd name="T63" fmla="*/ 61 h 123"/>
                <a:gd name="T64" fmla="*/ 8 w 114"/>
                <a:gd name="T65" fmla="*/ 61 h 123"/>
                <a:gd name="T66" fmla="*/ 54 w 114"/>
                <a:gd name="T67" fmla="*/ 115 h 123"/>
                <a:gd name="T68" fmla="*/ 110 w 114"/>
                <a:gd name="T69" fmla="*/ 62 h 123"/>
                <a:gd name="T70" fmla="*/ 55 w 114"/>
                <a:gd name="T71" fmla="*/ 4 h 123"/>
                <a:gd name="T72" fmla="*/ 55 w 114"/>
                <a:gd name="T73" fmla="*/ 4 h 123"/>
                <a:gd name="T74" fmla="*/ 110 w 114"/>
                <a:gd name="T75" fmla="*/ 62 h 123"/>
                <a:gd name="T76" fmla="*/ 6 w 114"/>
                <a:gd name="T77" fmla="*/ 61 h 123"/>
                <a:gd name="T78" fmla="*/ 4 w 114"/>
                <a:gd name="T79" fmla="*/ 61 h 123"/>
                <a:gd name="T80" fmla="*/ 4 w 114"/>
                <a:gd name="T81" fmla="*/ 61 h 123"/>
                <a:gd name="T82" fmla="*/ 4 w 114"/>
                <a:gd name="T83" fmla="*/ 61 h 123"/>
                <a:gd name="T84" fmla="*/ 4 w 114"/>
                <a:gd name="T85" fmla="*/ 61 h 123"/>
                <a:gd name="T86" fmla="*/ 4 w 114"/>
                <a:gd name="T87" fmla="*/ 61 h 123"/>
                <a:gd name="T88" fmla="*/ 6 w 114"/>
                <a:gd name="T89" fmla="*/ 61 h 123"/>
                <a:gd name="T90" fmla="*/ 17 w 114"/>
                <a:gd name="T91" fmla="*/ 23 h 123"/>
                <a:gd name="T92" fmla="*/ 55 w 114"/>
                <a:gd name="T93" fmla="*/ 4 h 123"/>
                <a:gd name="T94" fmla="*/ 55 w 114"/>
                <a:gd name="T95" fmla="*/ 4 h 123"/>
                <a:gd name="T96" fmla="*/ 17 w 114"/>
                <a:gd name="T97" fmla="*/ 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4" h="123">
                  <a:moveTo>
                    <a:pt x="0" y="61"/>
                  </a:moveTo>
                  <a:cubicBezTo>
                    <a:pt x="2" y="61"/>
                    <a:pt x="2" y="61"/>
                    <a:pt x="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7"/>
                    <a:pt x="24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6" y="0"/>
                    <a:pt x="114" y="28"/>
                    <a:pt x="114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14" y="96"/>
                    <a:pt x="84" y="123"/>
                    <a:pt x="54" y="123"/>
                  </a:cubicBezTo>
                  <a:cubicBezTo>
                    <a:pt x="54" y="123"/>
                    <a:pt x="54" y="123"/>
                    <a:pt x="54" y="123"/>
                  </a:cubicBezTo>
                  <a:cubicBezTo>
                    <a:pt x="23" y="123"/>
                    <a:pt x="0" y="94"/>
                    <a:pt x="0" y="61"/>
                  </a:cubicBezTo>
                  <a:close/>
                  <a:moveTo>
                    <a:pt x="54" y="119"/>
                  </a:moveTo>
                  <a:cubicBezTo>
                    <a:pt x="73" y="119"/>
                    <a:pt x="92" y="107"/>
                    <a:pt x="102" y="89"/>
                  </a:cubicBezTo>
                  <a:cubicBezTo>
                    <a:pt x="102" y="89"/>
                    <a:pt x="102" y="89"/>
                    <a:pt x="102" y="89"/>
                  </a:cubicBezTo>
                  <a:cubicBezTo>
                    <a:pt x="100" y="94"/>
                    <a:pt x="96" y="98"/>
                    <a:pt x="93" y="102"/>
                  </a:cubicBezTo>
                  <a:cubicBezTo>
                    <a:pt x="93" y="102"/>
                    <a:pt x="93" y="102"/>
                    <a:pt x="93" y="102"/>
                  </a:cubicBezTo>
                  <a:cubicBezTo>
                    <a:pt x="82" y="113"/>
                    <a:pt x="68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38" y="119"/>
                    <a:pt x="25" y="111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5" y="111"/>
                    <a:pt x="38" y="119"/>
                    <a:pt x="54" y="119"/>
                  </a:cubicBezTo>
                  <a:close/>
                  <a:moveTo>
                    <a:pt x="54" y="115"/>
                  </a:moveTo>
                  <a:cubicBezTo>
                    <a:pt x="54" y="115"/>
                    <a:pt x="54" y="115"/>
                    <a:pt x="54" y="115"/>
                  </a:cubicBezTo>
                  <a:cubicBezTo>
                    <a:pt x="54" y="115"/>
                    <a:pt x="54" y="115"/>
                    <a:pt x="54" y="115"/>
                  </a:cubicBezTo>
                  <a:cubicBezTo>
                    <a:pt x="67" y="115"/>
                    <a:pt x="80" y="10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0" y="90"/>
                    <a:pt x="106" y="76"/>
                    <a:pt x="106" y="62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32"/>
                    <a:pt x="81" y="8"/>
                    <a:pt x="55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29" y="8"/>
                    <a:pt x="8" y="31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91"/>
                    <a:pt x="28" y="115"/>
                    <a:pt x="54" y="115"/>
                  </a:cubicBezTo>
                  <a:close/>
                  <a:moveTo>
                    <a:pt x="110" y="62"/>
                  </a:moveTo>
                  <a:cubicBezTo>
                    <a:pt x="110" y="30"/>
                    <a:pt x="83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83" y="4"/>
                    <a:pt x="110" y="30"/>
                    <a:pt x="110" y="62"/>
                  </a:cubicBezTo>
                  <a:close/>
                  <a:moveTo>
                    <a:pt x="6" y="61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6" y="61"/>
                    <a:pt x="6" y="61"/>
                    <a:pt x="6" y="61"/>
                  </a:cubicBezTo>
                  <a:close/>
                  <a:moveTo>
                    <a:pt x="17" y="23"/>
                  </a:moveTo>
                  <a:cubicBezTo>
                    <a:pt x="26" y="11"/>
                    <a:pt x="40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0" y="4"/>
                    <a:pt x="26" y="11"/>
                    <a:pt x="17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739"/>
            <p:cNvSpPr/>
            <p:nvPr/>
          </p:nvSpPr>
          <p:spPr bwMode="auto">
            <a:xfrm>
              <a:off x="6091569" y="4825533"/>
              <a:ext cx="20120" cy="20120"/>
            </a:xfrm>
            <a:custGeom>
              <a:avLst/>
              <a:gdLst>
                <a:gd name="T0" fmla="*/ 0 w 4"/>
                <a:gd name="T1" fmla="*/ 4 h 4"/>
                <a:gd name="T2" fmla="*/ 0 w 4"/>
                <a:gd name="T3" fmla="*/ 0 h 4"/>
                <a:gd name="T4" fmla="*/ 4 w 4"/>
                <a:gd name="T5" fmla="*/ 0 h 4"/>
                <a:gd name="T6" fmla="*/ 4 w 4"/>
                <a:gd name="T7" fmla="*/ 4 h 4"/>
                <a:gd name="T8" fmla="*/ 0 w 4"/>
                <a:gd name="T9" fmla="*/ 4 h 4"/>
                <a:gd name="T10" fmla="*/ 0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3740"/>
            <p:cNvSpPr>
              <a:spLocks noEditPoints="1"/>
            </p:cNvSpPr>
            <p:nvPr/>
          </p:nvSpPr>
          <p:spPr bwMode="auto">
            <a:xfrm>
              <a:off x="6081509" y="4810445"/>
              <a:ext cx="45272" cy="45272"/>
            </a:xfrm>
            <a:custGeom>
              <a:avLst/>
              <a:gdLst>
                <a:gd name="T0" fmla="*/ 6 w 9"/>
                <a:gd name="T1" fmla="*/ 9 h 9"/>
                <a:gd name="T2" fmla="*/ 2 w 9"/>
                <a:gd name="T3" fmla="*/ 9 h 9"/>
                <a:gd name="T4" fmla="*/ 2 w 9"/>
                <a:gd name="T5" fmla="*/ 7 h 9"/>
                <a:gd name="T6" fmla="*/ 4 w 9"/>
                <a:gd name="T7" fmla="*/ 7 h 9"/>
                <a:gd name="T8" fmla="*/ 2 w 9"/>
                <a:gd name="T9" fmla="*/ 7 h 9"/>
                <a:gd name="T10" fmla="*/ 2 w 9"/>
                <a:gd name="T11" fmla="*/ 9 h 9"/>
                <a:gd name="T12" fmla="*/ 0 w 9"/>
                <a:gd name="T13" fmla="*/ 9 h 9"/>
                <a:gd name="T14" fmla="*/ 0 w 9"/>
                <a:gd name="T15" fmla="*/ 0 h 9"/>
                <a:gd name="T16" fmla="*/ 9 w 9"/>
                <a:gd name="T17" fmla="*/ 0 h 9"/>
                <a:gd name="T18" fmla="*/ 9 w 9"/>
                <a:gd name="T19" fmla="*/ 9 h 9"/>
                <a:gd name="T20" fmla="*/ 6 w 9"/>
                <a:gd name="T21" fmla="*/ 9 h 9"/>
                <a:gd name="T22" fmla="*/ 6 w 9"/>
                <a:gd name="T23" fmla="*/ 9 h 9"/>
                <a:gd name="T24" fmla="*/ 4 w 9"/>
                <a:gd name="T25" fmla="*/ 5 h 9"/>
                <a:gd name="T26" fmla="*/ 4 w 9"/>
                <a:gd name="T27" fmla="*/ 5 h 9"/>
                <a:gd name="T28" fmla="*/ 4 w 9"/>
                <a:gd name="T29" fmla="*/ 5 h 9"/>
                <a:gd name="T30" fmla="*/ 4 w 9"/>
                <a:gd name="T31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9">
                  <a:moveTo>
                    <a:pt x="6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6" y="9"/>
                  </a:lnTo>
                  <a:lnTo>
                    <a:pt x="6" y="9"/>
                  </a:lnTo>
                  <a:close/>
                  <a:moveTo>
                    <a:pt x="4" y="5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3741"/>
            <p:cNvSpPr/>
            <p:nvPr/>
          </p:nvSpPr>
          <p:spPr bwMode="auto">
            <a:xfrm>
              <a:off x="6242471" y="4760144"/>
              <a:ext cx="25152" cy="25152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3742"/>
            <p:cNvSpPr>
              <a:spLocks noEditPoints="1"/>
            </p:cNvSpPr>
            <p:nvPr/>
          </p:nvSpPr>
          <p:spPr bwMode="auto">
            <a:xfrm>
              <a:off x="6227379" y="4750084"/>
              <a:ext cx="50301" cy="45272"/>
            </a:xfrm>
            <a:custGeom>
              <a:avLst/>
              <a:gdLst>
                <a:gd name="T0" fmla="*/ 8 w 10"/>
                <a:gd name="T1" fmla="*/ 9 h 9"/>
                <a:gd name="T2" fmla="*/ 3 w 10"/>
                <a:gd name="T3" fmla="*/ 9 h 9"/>
                <a:gd name="T4" fmla="*/ 3 w 10"/>
                <a:gd name="T5" fmla="*/ 7 h 9"/>
                <a:gd name="T6" fmla="*/ 5 w 10"/>
                <a:gd name="T7" fmla="*/ 7 h 9"/>
                <a:gd name="T8" fmla="*/ 3 w 10"/>
                <a:gd name="T9" fmla="*/ 7 h 9"/>
                <a:gd name="T10" fmla="*/ 3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8 w 10"/>
                <a:gd name="T21" fmla="*/ 9 h 9"/>
                <a:gd name="T22" fmla="*/ 8 w 10"/>
                <a:gd name="T23" fmla="*/ 9 h 9"/>
                <a:gd name="T24" fmla="*/ 6 w 10"/>
                <a:gd name="T25" fmla="*/ 5 h 9"/>
                <a:gd name="T26" fmla="*/ 6 w 10"/>
                <a:gd name="T27" fmla="*/ 5 h 9"/>
                <a:gd name="T28" fmla="*/ 5 w 10"/>
                <a:gd name="T29" fmla="*/ 5 h 9"/>
                <a:gd name="T30" fmla="*/ 5 w 10"/>
                <a:gd name="T31" fmla="*/ 5 h 9"/>
                <a:gd name="T32" fmla="*/ 6 w 10"/>
                <a:gd name="T33" fmla="*/ 5 h 9"/>
                <a:gd name="T34" fmla="*/ 6 w 10"/>
                <a:gd name="T3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9">
                  <a:moveTo>
                    <a:pt x="8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5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8" y="9"/>
                  </a:lnTo>
                  <a:lnTo>
                    <a:pt x="8" y="9"/>
                  </a:lnTo>
                  <a:close/>
                  <a:moveTo>
                    <a:pt x="6" y="5"/>
                  </a:move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743"/>
            <p:cNvSpPr>
              <a:spLocks noEditPoints="1"/>
            </p:cNvSpPr>
            <p:nvPr/>
          </p:nvSpPr>
          <p:spPr bwMode="auto">
            <a:xfrm>
              <a:off x="6031208" y="4885894"/>
              <a:ext cx="281683" cy="176054"/>
            </a:xfrm>
            <a:custGeom>
              <a:avLst/>
              <a:gdLst>
                <a:gd name="T0" fmla="*/ 0 w 51"/>
                <a:gd name="T1" fmla="*/ 18 h 32"/>
                <a:gd name="T2" fmla="*/ 3 w 51"/>
                <a:gd name="T3" fmla="*/ 15 h 32"/>
                <a:gd name="T4" fmla="*/ 11 w 51"/>
                <a:gd name="T5" fmla="*/ 22 h 32"/>
                <a:gd name="T6" fmla="*/ 11 w 51"/>
                <a:gd name="T7" fmla="*/ 22 h 32"/>
                <a:gd name="T8" fmla="*/ 27 w 51"/>
                <a:gd name="T9" fmla="*/ 28 h 32"/>
                <a:gd name="T10" fmla="*/ 27 w 51"/>
                <a:gd name="T11" fmla="*/ 28 h 32"/>
                <a:gd name="T12" fmla="*/ 34 w 51"/>
                <a:gd name="T13" fmla="*/ 26 h 32"/>
                <a:gd name="T14" fmla="*/ 34 w 51"/>
                <a:gd name="T15" fmla="*/ 26 h 32"/>
                <a:gd name="T16" fmla="*/ 47 w 51"/>
                <a:gd name="T17" fmla="*/ 3 h 32"/>
                <a:gd name="T18" fmla="*/ 47 w 51"/>
                <a:gd name="T19" fmla="*/ 3 h 32"/>
                <a:gd name="T20" fmla="*/ 47 w 51"/>
                <a:gd name="T21" fmla="*/ 0 h 32"/>
                <a:gd name="T22" fmla="*/ 47 w 51"/>
                <a:gd name="T23" fmla="*/ 0 h 32"/>
                <a:gd name="T24" fmla="*/ 51 w 51"/>
                <a:gd name="T25" fmla="*/ 0 h 32"/>
                <a:gd name="T26" fmla="*/ 51 w 51"/>
                <a:gd name="T27" fmla="*/ 3 h 32"/>
                <a:gd name="T28" fmla="*/ 51 w 51"/>
                <a:gd name="T29" fmla="*/ 3 h 32"/>
                <a:gd name="T30" fmla="*/ 36 w 51"/>
                <a:gd name="T31" fmla="*/ 30 h 32"/>
                <a:gd name="T32" fmla="*/ 36 w 51"/>
                <a:gd name="T33" fmla="*/ 30 h 32"/>
                <a:gd name="T34" fmla="*/ 27 w 51"/>
                <a:gd name="T35" fmla="*/ 32 h 32"/>
                <a:gd name="T36" fmla="*/ 27 w 51"/>
                <a:gd name="T37" fmla="*/ 32 h 32"/>
                <a:gd name="T38" fmla="*/ 0 w 51"/>
                <a:gd name="T39" fmla="*/ 18 h 32"/>
                <a:gd name="T40" fmla="*/ 0 w 51"/>
                <a:gd name="T41" fmla="*/ 18 h 32"/>
                <a:gd name="T42" fmla="*/ 0 w 51"/>
                <a:gd name="T43" fmla="*/ 18 h 32"/>
                <a:gd name="T44" fmla="*/ 0 w 51"/>
                <a:gd name="T45" fmla="*/ 18 h 32"/>
                <a:gd name="T46" fmla="*/ 0 w 51"/>
                <a:gd name="T47" fmla="*/ 18 h 32"/>
                <a:gd name="T48" fmla="*/ 0 w 51"/>
                <a:gd name="T49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" h="32">
                  <a:moveTo>
                    <a:pt x="0" y="18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6" y="18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5" y="25"/>
                    <a:pt x="22" y="28"/>
                    <a:pt x="27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30" y="28"/>
                    <a:pt x="32" y="28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5" y="21"/>
                    <a:pt x="47" y="9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1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1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9"/>
                    <a:pt x="49" y="23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3" y="31"/>
                    <a:pt x="30" y="32"/>
                    <a:pt x="27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13" y="32"/>
                    <a:pt x="1" y="18"/>
                    <a:pt x="0" y="18"/>
                  </a:cubicBezTo>
                  <a:close/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44"/>
            <p:cNvSpPr>
              <a:spLocks noEditPoints="1"/>
            </p:cNvSpPr>
            <p:nvPr/>
          </p:nvSpPr>
          <p:spPr bwMode="auto">
            <a:xfrm>
              <a:off x="6016117" y="4870806"/>
              <a:ext cx="306835" cy="201202"/>
            </a:xfrm>
            <a:custGeom>
              <a:avLst/>
              <a:gdLst>
                <a:gd name="T0" fmla="*/ 5 w 56"/>
                <a:gd name="T1" fmla="*/ 24 h 36"/>
                <a:gd name="T2" fmla="*/ 5 w 56"/>
                <a:gd name="T3" fmla="*/ 26 h 36"/>
                <a:gd name="T4" fmla="*/ 0 w 56"/>
                <a:gd name="T5" fmla="*/ 20 h 36"/>
                <a:gd name="T6" fmla="*/ 5 w 56"/>
                <a:gd name="T7" fmla="*/ 15 h 36"/>
                <a:gd name="T8" fmla="*/ 6 w 56"/>
                <a:gd name="T9" fmla="*/ 15 h 36"/>
                <a:gd name="T10" fmla="*/ 7 w 56"/>
                <a:gd name="T11" fmla="*/ 15 h 36"/>
                <a:gd name="T12" fmla="*/ 7 w 56"/>
                <a:gd name="T13" fmla="*/ 15 h 36"/>
                <a:gd name="T14" fmla="*/ 8 w 56"/>
                <a:gd name="T15" fmla="*/ 15 h 36"/>
                <a:gd name="T16" fmla="*/ 8 w 56"/>
                <a:gd name="T17" fmla="*/ 15 h 36"/>
                <a:gd name="T18" fmla="*/ 8 w 56"/>
                <a:gd name="T19" fmla="*/ 16 h 36"/>
                <a:gd name="T20" fmla="*/ 8 w 56"/>
                <a:gd name="T21" fmla="*/ 16 h 36"/>
                <a:gd name="T22" fmla="*/ 8 w 56"/>
                <a:gd name="T23" fmla="*/ 16 h 36"/>
                <a:gd name="T24" fmla="*/ 10 w 56"/>
                <a:gd name="T25" fmla="*/ 18 h 36"/>
                <a:gd name="T26" fmla="*/ 15 w 56"/>
                <a:gd name="T27" fmla="*/ 22 h 36"/>
                <a:gd name="T28" fmla="*/ 30 w 56"/>
                <a:gd name="T29" fmla="*/ 28 h 36"/>
                <a:gd name="T30" fmla="*/ 30 w 56"/>
                <a:gd name="T31" fmla="*/ 28 h 36"/>
                <a:gd name="T32" fmla="*/ 31 w 56"/>
                <a:gd name="T33" fmla="*/ 28 h 36"/>
                <a:gd name="T34" fmla="*/ 37 w 56"/>
                <a:gd name="T35" fmla="*/ 27 h 36"/>
                <a:gd name="T36" fmla="*/ 48 w 56"/>
                <a:gd name="T37" fmla="*/ 5 h 36"/>
                <a:gd name="T38" fmla="*/ 48 w 56"/>
                <a:gd name="T39" fmla="*/ 2 h 36"/>
                <a:gd name="T40" fmla="*/ 48 w 56"/>
                <a:gd name="T41" fmla="*/ 1 h 36"/>
                <a:gd name="T42" fmla="*/ 56 w 56"/>
                <a:gd name="T43" fmla="*/ 2 h 36"/>
                <a:gd name="T44" fmla="*/ 56 w 56"/>
                <a:gd name="T45" fmla="*/ 5 h 36"/>
                <a:gd name="T46" fmla="*/ 40 w 56"/>
                <a:gd name="T47" fmla="*/ 34 h 36"/>
                <a:gd name="T48" fmla="*/ 30 w 56"/>
                <a:gd name="T49" fmla="*/ 36 h 36"/>
                <a:gd name="T50" fmla="*/ 30 w 56"/>
                <a:gd name="T51" fmla="*/ 32 h 36"/>
                <a:gd name="T52" fmla="*/ 35 w 56"/>
                <a:gd name="T53" fmla="*/ 31 h 36"/>
                <a:gd name="T54" fmla="*/ 30 w 56"/>
                <a:gd name="T55" fmla="*/ 32 h 36"/>
                <a:gd name="T56" fmla="*/ 30 w 56"/>
                <a:gd name="T57" fmla="*/ 32 h 36"/>
                <a:gd name="T58" fmla="*/ 28 w 56"/>
                <a:gd name="T59" fmla="*/ 32 h 36"/>
                <a:gd name="T60" fmla="*/ 20 w 56"/>
                <a:gd name="T61" fmla="*/ 30 h 36"/>
                <a:gd name="T62" fmla="*/ 20 w 56"/>
                <a:gd name="T63" fmla="*/ 30 h 36"/>
                <a:gd name="T64" fmla="*/ 13 w 56"/>
                <a:gd name="T65" fmla="*/ 25 h 36"/>
                <a:gd name="T66" fmla="*/ 20 w 56"/>
                <a:gd name="T67" fmla="*/ 30 h 36"/>
                <a:gd name="T68" fmla="*/ 13 w 56"/>
                <a:gd name="T69" fmla="*/ 25 h 36"/>
                <a:gd name="T70" fmla="*/ 8 w 56"/>
                <a:gd name="T71" fmla="*/ 21 h 36"/>
                <a:gd name="T72" fmla="*/ 6 w 56"/>
                <a:gd name="T73" fmla="*/ 19 h 36"/>
                <a:gd name="T74" fmla="*/ 5 w 56"/>
                <a:gd name="T75" fmla="*/ 19 h 36"/>
                <a:gd name="T76" fmla="*/ 6 w 56"/>
                <a:gd name="T77" fmla="*/ 19 h 36"/>
                <a:gd name="T78" fmla="*/ 5 w 56"/>
                <a:gd name="T79" fmla="*/ 18 h 36"/>
                <a:gd name="T80" fmla="*/ 4 w 56"/>
                <a:gd name="T81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" h="36">
                  <a:moveTo>
                    <a:pt x="30" y="36"/>
                  </a:moveTo>
                  <a:cubicBezTo>
                    <a:pt x="19" y="36"/>
                    <a:pt x="10" y="29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3" y="20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9" y="25"/>
                    <a:pt x="25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3" y="28"/>
                    <a:pt x="35" y="28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46" y="22"/>
                    <a:pt x="48" y="10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6" y="2"/>
                    <a:pt x="56" y="3"/>
                    <a:pt x="56" y="5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11"/>
                    <a:pt x="54" y="26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37" y="35"/>
                    <a:pt x="34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lose/>
                  <a:moveTo>
                    <a:pt x="30" y="32"/>
                  </a:moveTo>
                  <a:cubicBezTo>
                    <a:pt x="32" y="32"/>
                    <a:pt x="34" y="32"/>
                    <a:pt x="35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2"/>
                    <a:pt x="32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9" y="32"/>
                    <a:pt x="29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2"/>
                    <a:pt x="30" y="32"/>
                    <a:pt x="30" y="32"/>
                  </a:cubicBezTo>
                  <a:close/>
                  <a:moveTo>
                    <a:pt x="20" y="30"/>
                  </a:move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lose/>
                  <a:moveTo>
                    <a:pt x="13" y="25"/>
                  </a:moveTo>
                  <a:cubicBezTo>
                    <a:pt x="15" y="27"/>
                    <a:pt x="17" y="28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7" y="28"/>
                    <a:pt x="15" y="27"/>
                    <a:pt x="13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9" y="23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3"/>
                    <a:pt x="11" y="24"/>
                    <a:pt x="13" y="25"/>
                  </a:cubicBezTo>
                  <a:close/>
                  <a:moveTo>
                    <a:pt x="6" y="19"/>
                  </a:moveTo>
                  <a:cubicBezTo>
                    <a:pt x="6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lose/>
                  <a:moveTo>
                    <a:pt x="5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745"/>
            <p:cNvSpPr/>
            <p:nvPr/>
          </p:nvSpPr>
          <p:spPr bwMode="auto">
            <a:xfrm>
              <a:off x="6267620" y="4870806"/>
              <a:ext cx="50301" cy="35212"/>
            </a:xfrm>
            <a:custGeom>
              <a:avLst/>
              <a:gdLst>
                <a:gd name="T0" fmla="*/ 0 w 10"/>
                <a:gd name="T1" fmla="*/ 5 h 7"/>
                <a:gd name="T2" fmla="*/ 0 w 10"/>
                <a:gd name="T3" fmla="*/ 0 h 7"/>
                <a:gd name="T4" fmla="*/ 10 w 10"/>
                <a:gd name="T5" fmla="*/ 3 h 7"/>
                <a:gd name="T6" fmla="*/ 10 w 10"/>
                <a:gd name="T7" fmla="*/ 7 h 7"/>
                <a:gd name="T8" fmla="*/ 0 w 10"/>
                <a:gd name="T9" fmla="*/ 5 h 7"/>
                <a:gd name="T10" fmla="*/ 0 w 10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7">
                  <a:moveTo>
                    <a:pt x="0" y="5"/>
                  </a:moveTo>
                  <a:lnTo>
                    <a:pt x="0" y="0"/>
                  </a:lnTo>
                  <a:lnTo>
                    <a:pt x="10" y="3"/>
                  </a:lnTo>
                  <a:lnTo>
                    <a:pt x="10" y="7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746"/>
            <p:cNvSpPr/>
            <p:nvPr/>
          </p:nvSpPr>
          <p:spPr bwMode="auto">
            <a:xfrm>
              <a:off x="6252531" y="4860745"/>
              <a:ext cx="80481" cy="55332"/>
            </a:xfrm>
            <a:custGeom>
              <a:avLst/>
              <a:gdLst>
                <a:gd name="T0" fmla="*/ 2 w 16"/>
                <a:gd name="T1" fmla="*/ 9 h 11"/>
                <a:gd name="T2" fmla="*/ 3 w 16"/>
                <a:gd name="T3" fmla="*/ 7 h 11"/>
                <a:gd name="T4" fmla="*/ 4 w 16"/>
                <a:gd name="T5" fmla="*/ 8 h 11"/>
                <a:gd name="T6" fmla="*/ 3 w 16"/>
                <a:gd name="T7" fmla="*/ 7 h 11"/>
                <a:gd name="T8" fmla="*/ 2 w 16"/>
                <a:gd name="T9" fmla="*/ 9 h 11"/>
                <a:gd name="T10" fmla="*/ 0 w 16"/>
                <a:gd name="T11" fmla="*/ 9 h 11"/>
                <a:gd name="T12" fmla="*/ 2 w 16"/>
                <a:gd name="T13" fmla="*/ 0 h 11"/>
                <a:gd name="T14" fmla="*/ 16 w 16"/>
                <a:gd name="T15" fmla="*/ 2 h 11"/>
                <a:gd name="T16" fmla="*/ 14 w 16"/>
                <a:gd name="T17" fmla="*/ 11 h 11"/>
                <a:gd name="T18" fmla="*/ 2 w 16"/>
                <a:gd name="T19" fmla="*/ 9 h 11"/>
                <a:gd name="T20" fmla="*/ 2 w 16"/>
                <a:gd name="T2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1">
                  <a:moveTo>
                    <a:pt x="2" y="9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2" y="0"/>
                  </a:lnTo>
                  <a:lnTo>
                    <a:pt x="16" y="2"/>
                  </a:lnTo>
                  <a:lnTo>
                    <a:pt x="14" y="11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3747"/>
            <p:cNvSpPr/>
            <p:nvPr/>
          </p:nvSpPr>
          <p:spPr bwMode="auto">
            <a:xfrm>
              <a:off x="6016117" y="4956315"/>
              <a:ext cx="35212" cy="55332"/>
            </a:xfrm>
            <a:custGeom>
              <a:avLst/>
              <a:gdLst>
                <a:gd name="T0" fmla="*/ 0 w 7"/>
                <a:gd name="T1" fmla="*/ 9 h 11"/>
                <a:gd name="T2" fmla="*/ 3 w 7"/>
                <a:gd name="T3" fmla="*/ 0 h 11"/>
                <a:gd name="T4" fmla="*/ 7 w 7"/>
                <a:gd name="T5" fmla="*/ 2 h 11"/>
                <a:gd name="T6" fmla="*/ 4 w 7"/>
                <a:gd name="T7" fmla="*/ 11 h 11"/>
                <a:gd name="T8" fmla="*/ 0 w 7"/>
                <a:gd name="T9" fmla="*/ 9 h 11"/>
                <a:gd name="T10" fmla="*/ 0 w 7"/>
                <a:gd name="T1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0" y="9"/>
                  </a:moveTo>
                  <a:lnTo>
                    <a:pt x="3" y="0"/>
                  </a:lnTo>
                  <a:lnTo>
                    <a:pt x="7" y="2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748"/>
            <p:cNvSpPr/>
            <p:nvPr/>
          </p:nvSpPr>
          <p:spPr bwMode="auto">
            <a:xfrm>
              <a:off x="6001028" y="4946255"/>
              <a:ext cx="65392" cy="75452"/>
            </a:xfrm>
            <a:custGeom>
              <a:avLst/>
              <a:gdLst>
                <a:gd name="T0" fmla="*/ 6 w 13"/>
                <a:gd name="T1" fmla="*/ 14 h 15"/>
                <a:gd name="T2" fmla="*/ 3 w 13"/>
                <a:gd name="T3" fmla="*/ 13 h 15"/>
                <a:gd name="T4" fmla="*/ 3 w 13"/>
                <a:gd name="T5" fmla="*/ 11 h 15"/>
                <a:gd name="T6" fmla="*/ 5 w 13"/>
                <a:gd name="T7" fmla="*/ 12 h 15"/>
                <a:gd name="T8" fmla="*/ 3 w 13"/>
                <a:gd name="T9" fmla="*/ 11 h 15"/>
                <a:gd name="T10" fmla="*/ 3 w 13"/>
                <a:gd name="T11" fmla="*/ 13 h 15"/>
                <a:gd name="T12" fmla="*/ 0 w 13"/>
                <a:gd name="T13" fmla="*/ 13 h 15"/>
                <a:gd name="T14" fmla="*/ 5 w 13"/>
                <a:gd name="T15" fmla="*/ 0 h 15"/>
                <a:gd name="T16" fmla="*/ 13 w 13"/>
                <a:gd name="T17" fmla="*/ 2 h 15"/>
                <a:gd name="T18" fmla="*/ 8 w 13"/>
                <a:gd name="T19" fmla="*/ 15 h 15"/>
                <a:gd name="T20" fmla="*/ 6 w 13"/>
                <a:gd name="T21" fmla="*/ 14 h 15"/>
                <a:gd name="T22" fmla="*/ 6 w 13"/>
                <a:gd name="T2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5">
                  <a:moveTo>
                    <a:pt x="6" y="14"/>
                  </a:moveTo>
                  <a:lnTo>
                    <a:pt x="3" y="13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5" y="0"/>
                  </a:lnTo>
                  <a:lnTo>
                    <a:pt x="13" y="2"/>
                  </a:lnTo>
                  <a:lnTo>
                    <a:pt x="8" y="15"/>
                  </a:lnTo>
                  <a:lnTo>
                    <a:pt x="6" y="14"/>
                  </a:lnTo>
                  <a:lnTo>
                    <a:pt x="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3749"/>
            <p:cNvSpPr/>
            <p:nvPr/>
          </p:nvSpPr>
          <p:spPr bwMode="auto">
            <a:xfrm>
              <a:off x="6026177" y="4443249"/>
              <a:ext cx="125753" cy="221323"/>
            </a:xfrm>
            <a:custGeom>
              <a:avLst/>
              <a:gdLst>
                <a:gd name="T0" fmla="*/ 0 w 23"/>
                <a:gd name="T1" fmla="*/ 13 h 40"/>
                <a:gd name="T2" fmla="*/ 3 w 23"/>
                <a:gd name="T3" fmla="*/ 7 h 40"/>
                <a:gd name="T4" fmla="*/ 3 w 23"/>
                <a:gd name="T5" fmla="*/ 7 h 40"/>
                <a:gd name="T6" fmla="*/ 15 w 23"/>
                <a:gd name="T7" fmla="*/ 0 h 40"/>
                <a:gd name="T8" fmla="*/ 15 w 23"/>
                <a:gd name="T9" fmla="*/ 0 h 40"/>
                <a:gd name="T10" fmla="*/ 23 w 23"/>
                <a:gd name="T11" fmla="*/ 3 h 40"/>
                <a:gd name="T12" fmla="*/ 23 w 23"/>
                <a:gd name="T13" fmla="*/ 3 h 40"/>
                <a:gd name="T14" fmla="*/ 20 w 23"/>
                <a:gd name="T15" fmla="*/ 6 h 40"/>
                <a:gd name="T16" fmla="*/ 19 w 23"/>
                <a:gd name="T17" fmla="*/ 5 h 40"/>
                <a:gd name="T18" fmla="*/ 19 w 23"/>
                <a:gd name="T19" fmla="*/ 5 h 40"/>
                <a:gd name="T20" fmla="*/ 15 w 23"/>
                <a:gd name="T21" fmla="*/ 4 h 40"/>
                <a:gd name="T22" fmla="*/ 15 w 23"/>
                <a:gd name="T23" fmla="*/ 4 h 40"/>
                <a:gd name="T24" fmla="*/ 6 w 23"/>
                <a:gd name="T25" fmla="*/ 9 h 40"/>
                <a:gd name="T26" fmla="*/ 6 w 23"/>
                <a:gd name="T27" fmla="*/ 9 h 40"/>
                <a:gd name="T28" fmla="*/ 4 w 23"/>
                <a:gd name="T29" fmla="*/ 13 h 40"/>
                <a:gd name="T30" fmla="*/ 4 w 23"/>
                <a:gd name="T31" fmla="*/ 13 h 40"/>
                <a:gd name="T32" fmla="*/ 13 w 23"/>
                <a:gd name="T33" fmla="*/ 28 h 40"/>
                <a:gd name="T34" fmla="*/ 13 w 23"/>
                <a:gd name="T35" fmla="*/ 28 h 40"/>
                <a:gd name="T36" fmla="*/ 23 w 23"/>
                <a:gd name="T37" fmla="*/ 37 h 40"/>
                <a:gd name="T38" fmla="*/ 23 w 23"/>
                <a:gd name="T39" fmla="*/ 37 h 40"/>
                <a:gd name="T40" fmla="*/ 23 w 23"/>
                <a:gd name="T41" fmla="*/ 37 h 40"/>
                <a:gd name="T42" fmla="*/ 20 w 23"/>
                <a:gd name="T43" fmla="*/ 40 h 40"/>
                <a:gd name="T44" fmla="*/ 0 w 23"/>
                <a:gd name="T4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" h="40">
                  <a:moveTo>
                    <a:pt x="0" y="13"/>
                  </a:moveTo>
                  <a:cubicBezTo>
                    <a:pt x="0" y="11"/>
                    <a:pt x="1" y="8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7" y="2"/>
                    <a:pt x="12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0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5"/>
                    <a:pt x="17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3" y="4"/>
                    <a:pt x="10" y="5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7"/>
                    <a:pt x="9" y="23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8" y="33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1" y="26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3750"/>
            <p:cNvSpPr>
              <a:spLocks noEditPoints="1"/>
            </p:cNvSpPr>
            <p:nvPr/>
          </p:nvSpPr>
          <p:spPr bwMode="auto">
            <a:xfrm>
              <a:off x="6016117" y="4433189"/>
              <a:ext cx="150902" cy="256535"/>
            </a:xfrm>
            <a:custGeom>
              <a:avLst/>
              <a:gdLst>
                <a:gd name="T0" fmla="*/ 20 w 28"/>
                <a:gd name="T1" fmla="*/ 43 h 47"/>
                <a:gd name="T2" fmla="*/ 18 w 28"/>
                <a:gd name="T3" fmla="*/ 41 h 47"/>
                <a:gd name="T4" fmla="*/ 11 w 28"/>
                <a:gd name="T5" fmla="*/ 34 h 47"/>
                <a:gd name="T6" fmla="*/ 0 w 28"/>
                <a:gd name="T7" fmla="*/ 15 h 47"/>
                <a:gd name="T8" fmla="*/ 0 w 28"/>
                <a:gd name="T9" fmla="*/ 15 h 47"/>
                <a:gd name="T10" fmla="*/ 3 w 28"/>
                <a:gd name="T11" fmla="*/ 7 h 47"/>
                <a:gd name="T12" fmla="*/ 17 w 28"/>
                <a:gd name="T13" fmla="*/ 0 h 47"/>
                <a:gd name="T14" fmla="*/ 17 w 28"/>
                <a:gd name="T15" fmla="*/ 0 h 47"/>
                <a:gd name="T16" fmla="*/ 18 w 28"/>
                <a:gd name="T17" fmla="*/ 0 h 47"/>
                <a:gd name="T18" fmla="*/ 26 w 28"/>
                <a:gd name="T19" fmla="*/ 3 h 47"/>
                <a:gd name="T20" fmla="*/ 28 w 28"/>
                <a:gd name="T21" fmla="*/ 4 h 47"/>
                <a:gd name="T22" fmla="*/ 22 w 28"/>
                <a:gd name="T23" fmla="*/ 10 h 47"/>
                <a:gd name="T24" fmla="*/ 21 w 28"/>
                <a:gd name="T25" fmla="*/ 9 h 47"/>
                <a:gd name="T26" fmla="*/ 21 w 28"/>
                <a:gd name="T27" fmla="*/ 9 h 47"/>
                <a:gd name="T28" fmla="*/ 21 w 28"/>
                <a:gd name="T29" fmla="*/ 9 h 47"/>
                <a:gd name="T30" fmla="*/ 20 w 28"/>
                <a:gd name="T31" fmla="*/ 9 h 47"/>
                <a:gd name="T32" fmla="*/ 17 w 28"/>
                <a:gd name="T33" fmla="*/ 8 h 47"/>
                <a:gd name="T34" fmla="*/ 9 w 28"/>
                <a:gd name="T35" fmla="*/ 13 h 47"/>
                <a:gd name="T36" fmla="*/ 8 w 28"/>
                <a:gd name="T37" fmla="*/ 15 h 47"/>
                <a:gd name="T38" fmla="*/ 8 w 28"/>
                <a:gd name="T39" fmla="*/ 15 h 47"/>
                <a:gd name="T40" fmla="*/ 17 w 28"/>
                <a:gd name="T41" fmla="*/ 29 h 47"/>
                <a:gd name="T42" fmla="*/ 26 w 28"/>
                <a:gd name="T43" fmla="*/ 37 h 47"/>
                <a:gd name="T44" fmla="*/ 26 w 28"/>
                <a:gd name="T45" fmla="*/ 37 h 47"/>
                <a:gd name="T46" fmla="*/ 21 w 28"/>
                <a:gd name="T47" fmla="*/ 47 h 47"/>
                <a:gd name="T48" fmla="*/ 19 w 28"/>
                <a:gd name="T49" fmla="*/ 37 h 47"/>
                <a:gd name="T50" fmla="*/ 14 w 28"/>
                <a:gd name="T51" fmla="*/ 32 h 47"/>
                <a:gd name="T52" fmla="*/ 8 w 28"/>
                <a:gd name="T53" fmla="*/ 25 h 47"/>
                <a:gd name="T54" fmla="*/ 2 w 28"/>
                <a:gd name="T55" fmla="*/ 15 h 47"/>
                <a:gd name="T56" fmla="*/ 2 w 28"/>
                <a:gd name="T57" fmla="*/ 15 h 47"/>
                <a:gd name="T58" fmla="*/ 2 w 28"/>
                <a:gd name="T59" fmla="*/ 15 h 47"/>
                <a:gd name="T60" fmla="*/ 4 w 28"/>
                <a:gd name="T61" fmla="*/ 15 h 47"/>
                <a:gd name="T62" fmla="*/ 6 w 28"/>
                <a:gd name="T63" fmla="*/ 10 h 47"/>
                <a:gd name="T64" fmla="*/ 17 w 28"/>
                <a:gd name="T65" fmla="*/ 4 h 47"/>
                <a:gd name="T66" fmla="*/ 17 w 28"/>
                <a:gd name="T67" fmla="*/ 4 h 47"/>
                <a:gd name="T68" fmla="*/ 17 w 28"/>
                <a:gd name="T69" fmla="*/ 4 h 47"/>
                <a:gd name="T70" fmla="*/ 6 w 28"/>
                <a:gd name="T71" fmla="*/ 10 h 47"/>
                <a:gd name="T72" fmla="*/ 4 w 28"/>
                <a:gd name="T73" fmla="*/ 15 h 47"/>
                <a:gd name="T74" fmla="*/ 4 w 28"/>
                <a:gd name="T75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" h="47">
                  <a:moveTo>
                    <a:pt x="20" y="43"/>
                  </a:move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19" y="42"/>
                    <a:pt x="18" y="41"/>
                  </a:cubicBezTo>
                  <a:cubicBezTo>
                    <a:pt x="18" y="41"/>
                    <a:pt x="18" y="41"/>
                    <a:pt x="18" y="41"/>
                  </a:cubicBezTo>
                  <a:cubicBezTo>
                    <a:pt x="16" y="39"/>
                    <a:pt x="14" y="37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6" y="29"/>
                    <a:pt x="1" y="23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3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0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19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3" y="9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8"/>
                    <a:pt x="12" y="24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1" y="33"/>
                    <a:pt x="25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3"/>
                    <a:pt x="20" y="43"/>
                    <a:pt x="20" y="43"/>
                  </a:cubicBezTo>
                  <a:close/>
                  <a:moveTo>
                    <a:pt x="19" y="37"/>
                  </a:moveTo>
                  <a:cubicBezTo>
                    <a:pt x="18" y="35"/>
                    <a:pt x="16" y="34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2" y="29"/>
                    <a:pt x="10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11" y="29"/>
                    <a:pt x="16" y="34"/>
                    <a:pt x="19" y="37"/>
                  </a:cubicBezTo>
                  <a:close/>
                  <a:moveTo>
                    <a:pt x="2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3"/>
                    <a:pt x="5" y="11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6"/>
                    <a:pt x="15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4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11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3751"/>
            <p:cNvSpPr/>
            <p:nvPr/>
          </p:nvSpPr>
          <p:spPr bwMode="auto">
            <a:xfrm>
              <a:off x="6121750" y="4488521"/>
              <a:ext cx="130782" cy="145873"/>
            </a:xfrm>
            <a:custGeom>
              <a:avLst/>
              <a:gdLst>
                <a:gd name="T0" fmla="*/ 0 w 24"/>
                <a:gd name="T1" fmla="*/ 7 h 27"/>
                <a:gd name="T2" fmla="*/ 4 w 24"/>
                <a:gd name="T3" fmla="*/ 1 h 27"/>
                <a:gd name="T4" fmla="*/ 4 w 24"/>
                <a:gd name="T5" fmla="*/ 1 h 27"/>
                <a:gd name="T6" fmla="*/ 9 w 24"/>
                <a:gd name="T7" fmla="*/ 0 h 27"/>
                <a:gd name="T8" fmla="*/ 9 w 24"/>
                <a:gd name="T9" fmla="*/ 0 h 27"/>
                <a:gd name="T10" fmla="*/ 19 w 24"/>
                <a:gd name="T11" fmla="*/ 3 h 27"/>
                <a:gd name="T12" fmla="*/ 19 w 24"/>
                <a:gd name="T13" fmla="*/ 3 h 27"/>
                <a:gd name="T14" fmla="*/ 24 w 24"/>
                <a:gd name="T15" fmla="*/ 9 h 27"/>
                <a:gd name="T16" fmla="*/ 24 w 24"/>
                <a:gd name="T17" fmla="*/ 9 h 27"/>
                <a:gd name="T18" fmla="*/ 20 w 24"/>
                <a:gd name="T19" fmla="*/ 9 h 27"/>
                <a:gd name="T20" fmla="*/ 17 w 24"/>
                <a:gd name="T21" fmla="*/ 6 h 27"/>
                <a:gd name="T22" fmla="*/ 17 w 24"/>
                <a:gd name="T23" fmla="*/ 6 h 27"/>
                <a:gd name="T24" fmla="*/ 9 w 24"/>
                <a:gd name="T25" fmla="*/ 4 h 27"/>
                <a:gd name="T26" fmla="*/ 9 w 24"/>
                <a:gd name="T27" fmla="*/ 4 h 27"/>
                <a:gd name="T28" fmla="*/ 5 w 24"/>
                <a:gd name="T29" fmla="*/ 5 h 27"/>
                <a:gd name="T30" fmla="*/ 5 w 24"/>
                <a:gd name="T31" fmla="*/ 5 h 27"/>
                <a:gd name="T32" fmla="*/ 4 w 24"/>
                <a:gd name="T33" fmla="*/ 7 h 27"/>
                <a:gd name="T34" fmla="*/ 4 w 24"/>
                <a:gd name="T35" fmla="*/ 7 h 27"/>
                <a:gd name="T36" fmla="*/ 8 w 24"/>
                <a:gd name="T37" fmla="*/ 18 h 27"/>
                <a:gd name="T38" fmla="*/ 8 w 24"/>
                <a:gd name="T39" fmla="*/ 18 h 27"/>
                <a:gd name="T40" fmla="*/ 11 w 24"/>
                <a:gd name="T41" fmla="*/ 25 h 27"/>
                <a:gd name="T42" fmla="*/ 11 w 24"/>
                <a:gd name="T43" fmla="*/ 25 h 27"/>
                <a:gd name="T44" fmla="*/ 11 w 24"/>
                <a:gd name="T45" fmla="*/ 25 h 27"/>
                <a:gd name="T46" fmla="*/ 8 w 24"/>
                <a:gd name="T47" fmla="*/ 27 h 27"/>
                <a:gd name="T48" fmla="*/ 0 w 24"/>
                <a:gd name="T4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" h="27">
                  <a:moveTo>
                    <a:pt x="0" y="7"/>
                  </a:moveTo>
                  <a:cubicBezTo>
                    <a:pt x="0" y="5"/>
                    <a:pt x="1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6" y="1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4"/>
                    <a:pt x="24" y="6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19" y="7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5" y="5"/>
                    <a:pt x="12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4"/>
                    <a:pt x="7" y="4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4" y="5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10"/>
                    <a:pt x="6" y="14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22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6"/>
                    <a:pt x="0" y="1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3752"/>
            <p:cNvSpPr>
              <a:spLocks noEditPoints="1"/>
            </p:cNvSpPr>
            <p:nvPr/>
          </p:nvSpPr>
          <p:spPr bwMode="auto">
            <a:xfrm>
              <a:off x="6106658" y="4473429"/>
              <a:ext cx="155933" cy="181082"/>
            </a:xfrm>
            <a:custGeom>
              <a:avLst/>
              <a:gdLst>
                <a:gd name="T0" fmla="*/ 8 w 28"/>
                <a:gd name="T1" fmla="*/ 29 h 32"/>
                <a:gd name="T2" fmla="*/ 7 w 28"/>
                <a:gd name="T3" fmla="*/ 28 h 32"/>
                <a:gd name="T4" fmla="*/ 4 w 28"/>
                <a:gd name="T5" fmla="*/ 23 h 32"/>
                <a:gd name="T6" fmla="*/ 0 w 28"/>
                <a:gd name="T7" fmla="*/ 9 h 32"/>
                <a:gd name="T8" fmla="*/ 0 w 28"/>
                <a:gd name="T9" fmla="*/ 9 h 32"/>
                <a:gd name="T10" fmla="*/ 0 w 28"/>
                <a:gd name="T11" fmla="*/ 9 h 32"/>
                <a:gd name="T12" fmla="*/ 5 w 28"/>
                <a:gd name="T13" fmla="*/ 1 h 32"/>
                <a:gd name="T14" fmla="*/ 11 w 28"/>
                <a:gd name="T15" fmla="*/ 0 h 32"/>
                <a:gd name="T16" fmla="*/ 22 w 28"/>
                <a:gd name="T17" fmla="*/ 3 h 32"/>
                <a:gd name="T18" fmla="*/ 28 w 28"/>
                <a:gd name="T19" fmla="*/ 11 h 32"/>
                <a:gd name="T20" fmla="*/ 19 w 28"/>
                <a:gd name="T21" fmla="*/ 13 h 32"/>
                <a:gd name="T22" fmla="*/ 19 w 28"/>
                <a:gd name="T23" fmla="*/ 11 h 32"/>
                <a:gd name="T24" fmla="*/ 18 w 28"/>
                <a:gd name="T25" fmla="*/ 10 h 32"/>
                <a:gd name="T26" fmla="*/ 12 w 28"/>
                <a:gd name="T27" fmla="*/ 8 h 32"/>
                <a:gd name="T28" fmla="*/ 11 w 28"/>
                <a:gd name="T29" fmla="*/ 8 h 32"/>
                <a:gd name="T30" fmla="*/ 8 w 28"/>
                <a:gd name="T31" fmla="*/ 8 h 32"/>
                <a:gd name="T32" fmla="*/ 8 w 28"/>
                <a:gd name="T33" fmla="*/ 9 h 32"/>
                <a:gd name="T34" fmla="*/ 8 w 28"/>
                <a:gd name="T35" fmla="*/ 9 h 32"/>
                <a:gd name="T36" fmla="*/ 11 w 28"/>
                <a:gd name="T37" fmla="*/ 19 h 32"/>
                <a:gd name="T38" fmla="*/ 14 w 28"/>
                <a:gd name="T39" fmla="*/ 24 h 32"/>
                <a:gd name="T40" fmla="*/ 15 w 28"/>
                <a:gd name="T41" fmla="*/ 25 h 32"/>
                <a:gd name="T42" fmla="*/ 15 w 28"/>
                <a:gd name="T43" fmla="*/ 26 h 32"/>
                <a:gd name="T44" fmla="*/ 15 w 28"/>
                <a:gd name="T45" fmla="*/ 28 h 32"/>
                <a:gd name="T46" fmla="*/ 8 w 28"/>
                <a:gd name="T47" fmla="*/ 29 h 32"/>
                <a:gd name="T48" fmla="*/ 10 w 28"/>
                <a:gd name="T49" fmla="*/ 26 h 32"/>
                <a:gd name="T50" fmla="*/ 10 w 28"/>
                <a:gd name="T51" fmla="*/ 26 h 32"/>
                <a:gd name="T52" fmla="*/ 8 w 28"/>
                <a:gd name="T53" fmla="*/ 21 h 32"/>
                <a:gd name="T54" fmla="*/ 6 w 28"/>
                <a:gd name="T55" fmla="*/ 17 h 32"/>
                <a:gd name="T56" fmla="*/ 4 w 28"/>
                <a:gd name="T57" fmla="*/ 9 h 32"/>
                <a:gd name="T58" fmla="*/ 4 w 28"/>
                <a:gd name="T59" fmla="*/ 9 h 32"/>
                <a:gd name="T60" fmla="*/ 4 w 28"/>
                <a:gd name="T61" fmla="*/ 9 h 32"/>
                <a:gd name="T62" fmla="*/ 4 w 28"/>
                <a:gd name="T63" fmla="*/ 9 h 32"/>
                <a:gd name="T64" fmla="*/ 4 w 28"/>
                <a:gd name="T65" fmla="*/ 9 h 32"/>
                <a:gd name="T66" fmla="*/ 4 w 28"/>
                <a:gd name="T67" fmla="*/ 9 h 32"/>
                <a:gd name="T68" fmla="*/ 20 w 28"/>
                <a:gd name="T69" fmla="*/ 6 h 32"/>
                <a:gd name="T70" fmla="*/ 22 w 28"/>
                <a:gd name="T71" fmla="*/ 8 h 32"/>
                <a:gd name="T72" fmla="*/ 20 w 28"/>
                <a:gd name="T73" fmla="*/ 6 h 32"/>
                <a:gd name="T74" fmla="*/ 18 w 28"/>
                <a:gd name="T75" fmla="*/ 5 h 32"/>
                <a:gd name="T76" fmla="*/ 4 w 28"/>
                <a:gd name="T77" fmla="*/ 8 h 32"/>
                <a:gd name="T78" fmla="*/ 6 w 28"/>
                <a:gd name="T79" fmla="*/ 5 h 32"/>
                <a:gd name="T80" fmla="*/ 8 w 28"/>
                <a:gd name="T81" fmla="*/ 4 h 32"/>
                <a:gd name="T82" fmla="*/ 8 w 28"/>
                <a:gd name="T83" fmla="*/ 4 h 32"/>
                <a:gd name="T84" fmla="*/ 8 w 28"/>
                <a:gd name="T85" fmla="*/ 4 h 32"/>
                <a:gd name="T86" fmla="*/ 8 w 28"/>
                <a:gd name="T87" fmla="*/ 4 h 32"/>
                <a:gd name="T88" fmla="*/ 9 w 28"/>
                <a:gd name="T89" fmla="*/ 4 h 32"/>
                <a:gd name="T90" fmla="*/ 9 w 28"/>
                <a:gd name="T91" fmla="*/ 4 h 32"/>
                <a:gd name="T92" fmla="*/ 9 w 28"/>
                <a:gd name="T93" fmla="*/ 4 h 32"/>
                <a:gd name="T94" fmla="*/ 9 w 28"/>
                <a:gd name="T95" fmla="*/ 4 h 32"/>
                <a:gd name="T96" fmla="*/ 9 w 28"/>
                <a:gd name="T97" fmla="*/ 4 h 32"/>
                <a:gd name="T98" fmla="*/ 9 w 28"/>
                <a:gd name="T99" fmla="*/ 4 h 32"/>
                <a:gd name="T100" fmla="*/ 10 w 28"/>
                <a:gd name="T101" fmla="*/ 4 h 32"/>
                <a:gd name="T102" fmla="*/ 10 w 28"/>
                <a:gd name="T103" fmla="*/ 4 h 32"/>
                <a:gd name="T104" fmla="*/ 10 w 28"/>
                <a:gd name="T105" fmla="*/ 4 h 32"/>
                <a:gd name="T106" fmla="*/ 11 w 28"/>
                <a:gd name="T107" fmla="*/ 4 h 32"/>
                <a:gd name="T108" fmla="*/ 11 w 28"/>
                <a:gd name="T109" fmla="*/ 4 h 32"/>
                <a:gd name="T110" fmla="*/ 11 w 28"/>
                <a:gd name="T111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" h="32">
                  <a:moveTo>
                    <a:pt x="8" y="29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6"/>
                    <a:pt x="5" y="25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1" y="3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5" y="0"/>
                    <a:pt x="19" y="1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5" y="5"/>
                    <a:pt x="28" y="7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6" y="9"/>
                    <a:pt x="14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9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11"/>
                    <a:pt x="10" y="16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21"/>
                    <a:pt x="13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29"/>
                    <a:pt x="8" y="29"/>
                    <a:pt x="8" y="29"/>
                  </a:cubicBezTo>
                  <a:close/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4"/>
                    <a:pt x="9" y="23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1"/>
                    <a:pt x="9" y="24"/>
                    <a:pt x="10" y="26"/>
                  </a:cubicBez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  <a:moveTo>
                    <a:pt x="20" y="6"/>
                  </a:moveTo>
                  <a:cubicBezTo>
                    <a:pt x="21" y="7"/>
                    <a:pt x="21" y="7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7"/>
                    <a:pt x="21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6"/>
                    <a:pt x="19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20" y="6"/>
                  </a:cubicBezTo>
                  <a:close/>
                  <a:moveTo>
                    <a:pt x="4" y="8"/>
                  </a:moveTo>
                  <a:cubicBezTo>
                    <a:pt x="5" y="7"/>
                    <a:pt x="5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6"/>
                    <a:pt x="5" y="7"/>
                    <a:pt x="4" y="8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10" y="4"/>
                  </a:moveTo>
                  <a:cubicBezTo>
                    <a:pt x="10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3753"/>
            <p:cNvSpPr/>
            <p:nvPr/>
          </p:nvSpPr>
          <p:spPr bwMode="auto">
            <a:xfrm>
              <a:off x="6338041" y="5237998"/>
              <a:ext cx="50301" cy="65392"/>
            </a:xfrm>
            <a:custGeom>
              <a:avLst/>
              <a:gdLst>
                <a:gd name="T0" fmla="*/ 0 w 10"/>
                <a:gd name="T1" fmla="*/ 3 h 13"/>
                <a:gd name="T2" fmla="*/ 5 w 10"/>
                <a:gd name="T3" fmla="*/ 0 h 13"/>
                <a:gd name="T4" fmla="*/ 10 w 10"/>
                <a:gd name="T5" fmla="*/ 10 h 13"/>
                <a:gd name="T6" fmla="*/ 7 w 10"/>
                <a:gd name="T7" fmla="*/ 13 h 13"/>
                <a:gd name="T8" fmla="*/ 0 w 10"/>
                <a:gd name="T9" fmla="*/ 3 h 13"/>
                <a:gd name="T10" fmla="*/ 0 w 10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3">
                  <a:moveTo>
                    <a:pt x="0" y="3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3754"/>
            <p:cNvSpPr/>
            <p:nvPr/>
          </p:nvSpPr>
          <p:spPr bwMode="auto">
            <a:xfrm>
              <a:off x="6322952" y="5227938"/>
              <a:ext cx="85513" cy="85513"/>
            </a:xfrm>
            <a:custGeom>
              <a:avLst/>
              <a:gdLst>
                <a:gd name="T0" fmla="*/ 2 w 17"/>
                <a:gd name="T1" fmla="*/ 6 h 17"/>
                <a:gd name="T2" fmla="*/ 3 w 17"/>
                <a:gd name="T3" fmla="*/ 5 h 17"/>
                <a:gd name="T4" fmla="*/ 5 w 17"/>
                <a:gd name="T5" fmla="*/ 6 h 17"/>
                <a:gd name="T6" fmla="*/ 3 w 17"/>
                <a:gd name="T7" fmla="*/ 5 h 17"/>
                <a:gd name="T8" fmla="*/ 2 w 17"/>
                <a:gd name="T9" fmla="*/ 6 h 17"/>
                <a:gd name="T10" fmla="*/ 0 w 17"/>
                <a:gd name="T11" fmla="*/ 4 h 17"/>
                <a:gd name="T12" fmla="*/ 8 w 17"/>
                <a:gd name="T13" fmla="*/ 0 h 17"/>
                <a:gd name="T14" fmla="*/ 17 w 17"/>
                <a:gd name="T15" fmla="*/ 13 h 17"/>
                <a:gd name="T16" fmla="*/ 9 w 17"/>
                <a:gd name="T17" fmla="*/ 17 h 17"/>
                <a:gd name="T18" fmla="*/ 2 w 17"/>
                <a:gd name="T19" fmla="*/ 6 h 17"/>
                <a:gd name="T20" fmla="*/ 2 w 17"/>
                <a:gd name="T21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7">
                  <a:moveTo>
                    <a:pt x="2" y="6"/>
                  </a:moveTo>
                  <a:lnTo>
                    <a:pt x="3" y="5"/>
                  </a:lnTo>
                  <a:lnTo>
                    <a:pt x="5" y="6"/>
                  </a:lnTo>
                  <a:lnTo>
                    <a:pt x="3" y="5"/>
                  </a:lnTo>
                  <a:lnTo>
                    <a:pt x="2" y="6"/>
                  </a:lnTo>
                  <a:lnTo>
                    <a:pt x="0" y="4"/>
                  </a:lnTo>
                  <a:lnTo>
                    <a:pt x="8" y="0"/>
                  </a:lnTo>
                  <a:lnTo>
                    <a:pt x="17" y="13"/>
                  </a:lnTo>
                  <a:lnTo>
                    <a:pt x="9" y="17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3755"/>
            <p:cNvSpPr>
              <a:spLocks noEditPoints="1"/>
            </p:cNvSpPr>
            <p:nvPr/>
          </p:nvSpPr>
          <p:spPr bwMode="auto">
            <a:xfrm>
              <a:off x="6307860" y="5268179"/>
              <a:ext cx="171022" cy="115693"/>
            </a:xfrm>
            <a:custGeom>
              <a:avLst/>
              <a:gdLst>
                <a:gd name="T0" fmla="*/ 9 w 31"/>
                <a:gd name="T1" fmla="*/ 21 h 21"/>
                <a:gd name="T2" fmla="*/ 0 w 31"/>
                <a:gd name="T3" fmla="*/ 14 h 21"/>
                <a:gd name="T4" fmla="*/ 0 w 31"/>
                <a:gd name="T5" fmla="*/ 14 h 21"/>
                <a:gd name="T6" fmla="*/ 4 w 31"/>
                <a:gd name="T7" fmla="*/ 12 h 21"/>
                <a:gd name="T8" fmla="*/ 6 w 31"/>
                <a:gd name="T9" fmla="*/ 15 h 21"/>
                <a:gd name="T10" fmla="*/ 6 w 31"/>
                <a:gd name="T11" fmla="*/ 15 h 21"/>
                <a:gd name="T12" fmla="*/ 9 w 31"/>
                <a:gd name="T13" fmla="*/ 17 h 21"/>
                <a:gd name="T14" fmla="*/ 9 w 31"/>
                <a:gd name="T15" fmla="*/ 17 h 21"/>
                <a:gd name="T16" fmla="*/ 10 w 31"/>
                <a:gd name="T17" fmla="*/ 17 h 21"/>
                <a:gd name="T18" fmla="*/ 10 w 31"/>
                <a:gd name="T19" fmla="*/ 17 h 21"/>
                <a:gd name="T20" fmla="*/ 12 w 31"/>
                <a:gd name="T21" fmla="*/ 11 h 21"/>
                <a:gd name="T22" fmla="*/ 12 w 31"/>
                <a:gd name="T23" fmla="*/ 11 h 21"/>
                <a:gd name="T24" fmla="*/ 12 w 31"/>
                <a:gd name="T25" fmla="*/ 8 h 21"/>
                <a:gd name="T26" fmla="*/ 12 w 31"/>
                <a:gd name="T27" fmla="*/ 8 h 21"/>
                <a:gd name="T28" fmla="*/ 11 w 31"/>
                <a:gd name="T29" fmla="*/ 4 h 21"/>
                <a:gd name="T30" fmla="*/ 15 w 31"/>
                <a:gd name="T31" fmla="*/ 5 h 21"/>
                <a:gd name="T32" fmla="*/ 18 w 31"/>
                <a:gd name="T33" fmla="*/ 7 h 21"/>
                <a:gd name="T34" fmla="*/ 18 w 31"/>
                <a:gd name="T35" fmla="*/ 7 h 21"/>
                <a:gd name="T36" fmla="*/ 24 w 31"/>
                <a:gd name="T37" fmla="*/ 8 h 21"/>
                <a:gd name="T38" fmla="*/ 24 w 31"/>
                <a:gd name="T39" fmla="*/ 8 h 21"/>
                <a:gd name="T40" fmla="*/ 26 w 31"/>
                <a:gd name="T41" fmla="*/ 8 h 21"/>
                <a:gd name="T42" fmla="*/ 26 w 31"/>
                <a:gd name="T43" fmla="*/ 8 h 21"/>
                <a:gd name="T44" fmla="*/ 27 w 31"/>
                <a:gd name="T45" fmla="*/ 4 h 21"/>
                <a:gd name="T46" fmla="*/ 27 w 31"/>
                <a:gd name="T47" fmla="*/ 4 h 21"/>
                <a:gd name="T48" fmla="*/ 26 w 31"/>
                <a:gd name="T49" fmla="*/ 0 h 21"/>
                <a:gd name="T50" fmla="*/ 26 w 31"/>
                <a:gd name="T51" fmla="*/ 0 h 21"/>
                <a:gd name="T52" fmla="*/ 30 w 31"/>
                <a:gd name="T53" fmla="*/ 0 h 21"/>
                <a:gd name="T54" fmla="*/ 31 w 31"/>
                <a:gd name="T55" fmla="*/ 4 h 21"/>
                <a:gd name="T56" fmla="*/ 31 w 31"/>
                <a:gd name="T57" fmla="*/ 4 h 21"/>
                <a:gd name="T58" fmla="*/ 28 w 31"/>
                <a:gd name="T59" fmla="*/ 11 h 21"/>
                <a:gd name="T60" fmla="*/ 28 w 31"/>
                <a:gd name="T61" fmla="*/ 11 h 21"/>
                <a:gd name="T62" fmla="*/ 24 w 31"/>
                <a:gd name="T63" fmla="*/ 12 h 21"/>
                <a:gd name="T64" fmla="*/ 24 w 31"/>
                <a:gd name="T65" fmla="*/ 12 h 21"/>
                <a:gd name="T66" fmla="*/ 16 w 31"/>
                <a:gd name="T67" fmla="*/ 10 h 21"/>
                <a:gd name="T68" fmla="*/ 16 w 31"/>
                <a:gd name="T69" fmla="*/ 10 h 21"/>
                <a:gd name="T70" fmla="*/ 16 w 31"/>
                <a:gd name="T71" fmla="*/ 11 h 21"/>
                <a:gd name="T72" fmla="*/ 16 w 31"/>
                <a:gd name="T73" fmla="*/ 11 h 21"/>
                <a:gd name="T74" fmla="*/ 12 w 31"/>
                <a:gd name="T75" fmla="*/ 20 h 21"/>
                <a:gd name="T76" fmla="*/ 12 w 31"/>
                <a:gd name="T77" fmla="*/ 20 h 21"/>
                <a:gd name="T78" fmla="*/ 9 w 31"/>
                <a:gd name="T79" fmla="*/ 21 h 21"/>
                <a:gd name="T80" fmla="*/ 9 w 31"/>
                <a:gd name="T81" fmla="*/ 21 h 21"/>
                <a:gd name="T82" fmla="*/ 9 w 31"/>
                <a:gd name="T83" fmla="*/ 21 h 21"/>
                <a:gd name="T84" fmla="*/ 0 w 31"/>
                <a:gd name="T85" fmla="*/ 14 h 21"/>
                <a:gd name="T86" fmla="*/ 0 w 31"/>
                <a:gd name="T87" fmla="*/ 14 h 21"/>
                <a:gd name="T88" fmla="*/ 0 w 31"/>
                <a:gd name="T89" fmla="*/ 14 h 21"/>
                <a:gd name="T90" fmla="*/ 0 w 31"/>
                <a:gd name="T91" fmla="*/ 14 h 21"/>
                <a:gd name="T92" fmla="*/ 0 w 31"/>
                <a:gd name="T93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" h="21">
                  <a:moveTo>
                    <a:pt x="9" y="21"/>
                  </a:moveTo>
                  <a:cubicBezTo>
                    <a:pt x="3" y="20"/>
                    <a:pt x="1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3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6"/>
                    <a:pt x="8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6"/>
                    <a:pt x="12" y="13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9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6" y="6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20" y="8"/>
                    <a:pt x="23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6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1" y="2"/>
                    <a:pt x="31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6"/>
                    <a:pt x="30" y="9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7" y="12"/>
                    <a:pt x="26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2"/>
                    <a:pt x="18" y="11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3"/>
                    <a:pt x="16" y="18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0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lose/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3756"/>
            <p:cNvSpPr>
              <a:spLocks noEditPoints="1"/>
            </p:cNvSpPr>
            <p:nvPr/>
          </p:nvSpPr>
          <p:spPr bwMode="auto">
            <a:xfrm>
              <a:off x="6282712" y="5253090"/>
              <a:ext cx="206234" cy="145873"/>
            </a:xfrm>
            <a:custGeom>
              <a:avLst/>
              <a:gdLst>
                <a:gd name="T0" fmla="*/ 13 w 37"/>
                <a:gd name="T1" fmla="*/ 26 h 26"/>
                <a:gd name="T2" fmla="*/ 2 w 37"/>
                <a:gd name="T3" fmla="*/ 20 h 26"/>
                <a:gd name="T4" fmla="*/ 2 w 37"/>
                <a:gd name="T5" fmla="*/ 16 h 26"/>
                <a:gd name="T6" fmla="*/ 7 w 37"/>
                <a:gd name="T7" fmla="*/ 13 h 26"/>
                <a:gd name="T8" fmla="*/ 9 w 37"/>
                <a:gd name="T9" fmla="*/ 14 h 26"/>
                <a:gd name="T10" fmla="*/ 10 w 37"/>
                <a:gd name="T11" fmla="*/ 14 h 26"/>
                <a:gd name="T12" fmla="*/ 10 w 37"/>
                <a:gd name="T13" fmla="*/ 14 h 26"/>
                <a:gd name="T14" fmla="*/ 10 w 37"/>
                <a:gd name="T15" fmla="*/ 15 h 26"/>
                <a:gd name="T16" fmla="*/ 11 w 37"/>
                <a:gd name="T17" fmla="*/ 16 h 26"/>
                <a:gd name="T18" fmla="*/ 13 w 37"/>
                <a:gd name="T19" fmla="*/ 18 h 26"/>
                <a:gd name="T20" fmla="*/ 13 w 37"/>
                <a:gd name="T21" fmla="*/ 18 h 26"/>
                <a:gd name="T22" fmla="*/ 14 w 37"/>
                <a:gd name="T23" fmla="*/ 14 h 26"/>
                <a:gd name="T24" fmla="*/ 14 w 37"/>
                <a:gd name="T25" fmla="*/ 13 h 26"/>
                <a:gd name="T26" fmla="*/ 12 w 37"/>
                <a:gd name="T27" fmla="*/ 3 h 26"/>
                <a:gd name="T28" fmla="*/ 19 w 37"/>
                <a:gd name="T29" fmla="*/ 7 h 26"/>
                <a:gd name="T30" fmla="*/ 19 w 37"/>
                <a:gd name="T31" fmla="*/ 7 h 26"/>
                <a:gd name="T32" fmla="*/ 19 w 37"/>
                <a:gd name="T33" fmla="*/ 7 h 26"/>
                <a:gd name="T34" fmla="*/ 20 w 37"/>
                <a:gd name="T35" fmla="*/ 7 h 26"/>
                <a:gd name="T36" fmla="*/ 23 w 37"/>
                <a:gd name="T37" fmla="*/ 8 h 26"/>
                <a:gd name="T38" fmla="*/ 28 w 37"/>
                <a:gd name="T39" fmla="*/ 9 h 26"/>
                <a:gd name="T40" fmla="*/ 28 w 37"/>
                <a:gd name="T41" fmla="*/ 9 h 26"/>
                <a:gd name="T42" fmla="*/ 29 w 37"/>
                <a:gd name="T43" fmla="*/ 7 h 26"/>
                <a:gd name="T44" fmla="*/ 28 w 37"/>
                <a:gd name="T45" fmla="*/ 4 h 26"/>
                <a:gd name="T46" fmla="*/ 36 w 37"/>
                <a:gd name="T47" fmla="*/ 2 h 26"/>
                <a:gd name="T48" fmla="*/ 34 w 37"/>
                <a:gd name="T49" fmla="*/ 15 h 26"/>
                <a:gd name="T50" fmla="*/ 28 w 37"/>
                <a:gd name="T51" fmla="*/ 17 h 26"/>
                <a:gd name="T52" fmla="*/ 17 w 37"/>
                <a:gd name="T53" fmla="*/ 25 h 26"/>
                <a:gd name="T54" fmla="*/ 13 w 37"/>
                <a:gd name="T55" fmla="*/ 26 h 26"/>
                <a:gd name="T56" fmla="*/ 14 w 37"/>
                <a:gd name="T57" fmla="*/ 22 h 26"/>
                <a:gd name="T58" fmla="*/ 14 w 37"/>
                <a:gd name="T59" fmla="*/ 22 h 26"/>
                <a:gd name="T60" fmla="*/ 14 w 37"/>
                <a:gd name="T61" fmla="*/ 22 h 26"/>
                <a:gd name="T62" fmla="*/ 14 w 37"/>
                <a:gd name="T63" fmla="*/ 22 h 26"/>
                <a:gd name="T64" fmla="*/ 15 w 37"/>
                <a:gd name="T65" fmla="*/ 21 h 26"/>
                <a:gd name="T66" fmla="*/ 8 w 37"/>
                <a:gd name="T67" fmla="*/ 19 h 26"/>
                <a:gd name="T68" fmla="*/ 8 w 37"/>
                <a:gd name="T69" fmla="*/ 19 h 26"/>
                <a:gd name="T70" fmla="*/ 7 w 37"/>
                <a:gd name="T71" fmla="*/ 18 h 26"/>
                <a:gd name="T72" fmla="*/ 13 w 37"/>
                <a:gd name="T73" fmla="*/ 18 h 26"/>
                <a:gd name="T74" fmla="*/ 18 w 37"/>
                <a:gd name="T75" fmla="*/ 17 h 26"/>
                <a:gd name="T76" fmla="*/ 18 w 37"/>
                <a:gd name="T77" fmla="*/ 17 h 26"/>
                <a:gd name="T78" fmla="*/ 30 w 37"/>
                <a:gd name="T79" fmla="*/ 13 h 26"/>
                <a:gd name="T80" fmla="*/ 30 w 37"/>
                <a:gd name="T81" fmla="*/ 13 h 26"/>
                <a:gd name="T82" fmla="*/ 25 w 37"/>
                <a:gd name="T83" fmla="*/ 13 h 26"/>
                <a:gd name="T84" fmla="*/ 22 w 37"/>
                <a:gd name="T85" fmla="*/ 12 h 26"/>
                <a:gd name="T86" fmla="*/ 21 w 37"/>
                <a:gd name="T87" fmla="*/ 11 h 26"/>
                <a:gd name="T88" fmla="*/ 31 w 37"/>
                <a:gd name="T89" fmla="*/ 13 h 26"/>
                <a:gd name="T90" fmla="*/ 31 w 37"/>
                <a:gd name="T91" fmla="*/ 13 h 26"/>
                <a:gd name="T92" fmla="*/ 31 w 37"/>
                <a:gd name="T93" fmla="*/ 13 h 26"/>
                <a:gd name="T94" fmla="*/ 32 w 37"/>
                <a:gd name="T95" fmla="*/ 12 h 26"/>
                <a:gd name="T96" fmla="*/ 31 w 37"/>
                <a:gd name="T97" fmla="*/ 12 h 26"/>
                <a:gd name="T98" fmla="*/ 18 w 37"/>
                <a:gd name="T99" fmla="*/ 12 h 26"/>
                <a:gd name="T100" fmla="*/ 18 w 37"/>
                <a:gd name="T101" fmla="*/ 10 h 26"/>
                <a:gd name="T102" fmla="*/ 18 w 37"/>
                <a:gd name="T103" fmla="*/ 10 h 26"/>
                <a:gd name="T104" fmla="*/ 18 w 37"/>
                <a:gd name="T105" fmla="*/ 10 h 26"/>
                <a:gd name="T106" fmla="*/ 33 w 37"/>
                <a:gd name="T107" fmla="*/ 7 h 26"/>
                <a:gd name="T108" fmla="*/ 32 w 37"/>
                <a:gd name="T109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" h="26">
                  <a:moveTo>
                    <a:pt x="13" y="26"/>
                  </a:moveTo>
                  <a:cubicBezTo>
                    <a:pt x="13" y="24"/>
                    <a:pt x="13" y="24"/>
                    <a:pt x="13" y="2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8" y="25"/>
                    <a:pt x="5" y="22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4" y="16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2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7"/>
                    <a:pt x="2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5" y="9"/>
                    <a:pt x="27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8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5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6" y="2"/>
                    <a:pt x="37" y="4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9"/>
                    <a:pt x="36" y="13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2" y="17"/>
                    <a:pt x="30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6" y="17"/>
                    <a:pt x="24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9"/>
                    <a:pt x="20" y="22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5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lose/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5" y="21"/>
                  </a:moveTo>
                  <a:cubicBezTo>
                    <a:pt x="14" y="21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8" y="19"/>
                  </a:moveTo>
                  <a:cubicBezTo>
                    <a:pt x="9" y="19"/>
                    <a:pt x="9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9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8"/>
                    <a:pt x="8" y="19"/>
                  </a:cubicBezTo>
                  <a:close/>
                  <a:moveTo>
                    <a:pt x="13" y="18"/>
                  </a:move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lose/>
                  <a:moveTo>
                    <a:pt x="18" y="17"/>
                  </a:moveTo>
                  <a:cubicBezTo>
                    <a:pt x="18" y="16"/>
                    <a:pt x="18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5"/>
                    <a:pt x="18" y="16"/>
                    <a:pt x="18" y="17"/>
                  </a:cubicBezTo>
                  <a:close/>
                  <a:moveTo>
                    <a:pt x="30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lose/>
                  <a:moveTo>
                    <a:pt x="21" y="11"/>
                  </a:moveTo>
                  <a:cubicBezTo>
                    <a:pt x="22" y="12"/>
                    <a:pt x="24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3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2"/>
                  </a:moveTo>
                  <a:cubicBezTo>
                    <a:pt x="31" y="12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18" y="10"/>
                  </a:moveTo>
                  <a:cubicBezTo>
                    <a:pt x="18" y="10"/>
                    <a:pt x="18" y="11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lose/>
                  <a:moveTo>
                    <a:pt x="18" y="10"/>
                  </a:move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lose/>
                  <a:moveTo>
                    <a:pt x="32" y="10"/>
                  </a:moveTo>
                  <a:cubicBezTo>
                    <a:pt x="33" y="9"/>
                    <a:pt x="33" y="8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9"/>
                    <a:pt x="3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3757"/>
            <p:cNvSpPr>
              <a:spLocks noEditPoints="1"/>
            </p:cNvSpPr>
            <p:nvPr/>
          </p:nvSpPr>
          <p:spPr bwMode="auto">
            <a:xfrm>
              <a:off x="6378281" y="5313451"/>
              <a:ext cx="241443" cy="427557"/>
            </a:xfrm>
            <a:custGeom>
              <a:avLst/>
              <a:gdLst>
                <a:gd name="T0" fmla="*/ 24 w 48"/>
                <a:gd name="T1" fmla="*/ 73 h 85"/>
                <a:gd name="T2" fmla="*/ 25 w 48"/>
                <a:gd name="T3" fmla="*/ 70 h 85"/>
                <a:gd name="T4" fmla="*/ 28 w 48"/>
                <a:gd name="T5" fmla="*/ 70 h 85"/>
                <a:gd name="T6" fmla="*/ 25 w 48"/>
                <a:gd name="T7" fmla="*/ 70 h 85"/>
                <a:gd name="T8" fmla="*/ 24 w 48"/>
                <a:gd name="T9" fmla="*/ 73 h 85"/>
                <a:gd name="T10" fmla="*/ 24 w 48"/>
                <a:gd name="T11" fmla="*/ 73 h 85"/>
                <a:gd name="T12" fmla="*/ 0 w 48"/>
                <a:gd name="T13" fmla="*/ 2 h 85"/>
                <a:gd name="T14" fmla="*/ 4 w 48"/>
                <a:gd name="T15" fmla="*/ 0 h 85"/>
                <a:gd name="T16" fmla="*/ 46 w 48"/>
                <a:gd name="T17" fmla="*/ 61 h 85"/>
                <a:gd name="T18" fmla="*/ 48 w 48"/>
                <a:gd name="T19" fmla="*/ 85 h 85"/>
                <a:gd name="T20" fmla="*/ 24 w 48"/>
                <a:gd name="T21" fmla="*/ 73 h 85"/>
                <a:gd name="T22" fmla="*/ 24 w 48"/>
                <a:gd name="T23" fmla="*/ 73 h 85"/>
                <a:gd name="T24" fmla="*/ 43 w 48"/>
                <a:gd name="T25" fmla="*/ 77 h 85"/>
                <a:gd name="T26" fmla="*/ 42 w 48"/>
                <a:gd name="T27" fmla="*/ 62 h 85"/>
                <a:gd name="T28" fmla="*/ 9 w 48"/>
                <a:gd name="T29" fmla="*/ 16 h 85"/>
                <a:gd name="T30" fmla="*/ 28 w 48"/>
                <a:gd name="T31" fmla="*/ 69 h 85"/>
                <a:gd name="T32" fmla="*/ 43 w 48"/>
                <a:gd name="T33" fmla="*/ 77 h 85"/>
                <a:gd name="T34" fmla="*/ 43 w 48"/>
                <a:gd name="T35" fmla="*/ 7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85">
                  <a:moveTo>
                    <a:pt x="24" y="73"/>
                  </a:moveTo>
                  <a:lnTo>
                    <a:pt x="25" y="70"/>
                  </a:lnTo>
                  <a:lnTo>
                    <a:pt x="28" y="70"/>
                  </a:lnTo>
                  <a:lnTo>
                    <a:pt x="25" y="70"/>
                  </a:lnTo>
                  <a:lnTo>
                    <a:pt x="24" y="73"/>
                  </a:lnTo>
                  <a:lnTo>
                    <a:pt x="24" y="7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6" y="61"/>
                  </a:lnTo>
                  <a:lnTo>
                    <a:pt x="48" y="85"/>
                  </a:lnTo>
                  <a:lnTo>
                    <a:pt x="24" y="73"/>
                  </a:lnTo>
                  <a:lnTo>
                    <a:pt x="24" y="73"/>
                  </a:lnTo>
                  <a:close/>
                  <a:moveTo>
                    <a:pt x="43" y="77"/>
                  </a:moveTo>
                  <a:lnTo>
                    <a:pt x="42" y="62"/>
                  </a:lnTo>
                  <a:lnTo>
                    <a:pt x="9" y="16"/>
                  </a:lnTo>
                  <a:lnTo>
                    <a:pt x="28" y="69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3758"/>
            <p:cNvSpPr>
              <a:spLocks noEditPoints="1"/>
            </p:cNvSpPr>
            <p:nvPr/>
          </p:nvSpPr>
          <p:spPr bwMode="auto">
            <a:xfrm>
              <a:off x="6368221" y="5303391"/>
              <a:ext cx="266595" cy="452705"/>
            </a:xfrm>
            <a:custGeom>
              <a:avLst/>
              <a:gdLst>
                <a:gd name="T0" fmla="*/ 26 w 53"/>
                <a:gd name="T1" fmla="*/ 77 h 90"/>
                <a:gd name="T2" fmla="*/ 24 w 53"/>
                <a:gd name="T3" fmla="*/ 76 h 90"/>
                <a:gd name="T4" fmla="*/ 24 w 53"/>
                <a:gd name="T5" fmla="*/ 76 h 90"/>
                <a:gd name="T6" fmla="*/ 24 w 53"/>
                <a:gd name="T7" fmla="*/ 76 h 90"/>
                <a:gd name="T8" fmla="*/ 24 w 53"/>
                <a:gd name="T9" fmla="*/ 76 h 90"/>
                <a:gd name="T10" fmla="*/ 0 w 53"/>
                <a:gd name="T11" fmla="*/ 3 h 90"/>
                <a:gd name="T12" fmla="*/ 6 w 53"/>
                <a:gd name="T13" fmla="*/ 0 h 90"/>
                <a:gd name="T14" fmla="*/ 50 w 53"/>
                <a:gd name="T15" fmla="*/ 61 h 90"/>
                <a:gd name="T16" fmla="*/ 53 w 53"/>
                <a:gd name="T17" fmla="*/ 90 h 90"/>
                <a:gd name="T18" fmla="*/ 26 w 53"/>
                <a:gd name="T19" fmla="*/ 77 h 90"/>
                <a:gd name="T20" fmla="*/ 26 w 53"/>
                <a:gd name="T21" fmla="*/ 77 h 90"/>
                <a:gd name="T22" fmla="*/ 48 w 53"/>
                <a:gd name="T23" fmla="*/ 82 h 90"/>
                <a:gd name="T24" fmla="*/ 46 w 53"/>
                <a:gd name="T25" fmla="*/ 63 h 90"/>
                <a:gd name="T26" fmla="*/ 31 w 53"/>
                <a:gd name="T27" fmla="*/ 41 h 90"/>
                <a:gd name="T28" fmla="*/ 46 w 53"/>
                <a:gd name="T29" fmla="*/ 63 h 90"/>
                <a:gd name="T30" fmla="*/ 47 w 53"/>
                <a:gd name="T31" fmla="*/ 79 h 90"/>
                <a:gd name="T32" fmla="*/ 45 w 53"/>
                <a:gd name="T33" fmla="*/ 79 h 90"/>
                <a:gd name="T34" fmla="*/ 46 w 53"/>
                <a:gd name="T35" fmla="*/ 77 h 90"/>
                <a:gd name="T36" fmla="*/ 45 w 53"/>
                <a:gd name="T37" fmla="*/ 79 h 90"/>
                <a:gd name="T38" fmla="*/ 47 w 53"/>
                <a:gd name="T39" fmla="*/ 79 h 90"/>
                <a:gd name="T40" fmla="*/ 48 w 53"/>
                <a:gd name="T41" fmla="*/ 82 h 90"/>
                <a:gd name="T42" fmla="*/ 31 w 53"/>
                <a:gd name="T43" fmla="*/ 74 h 90"/>
                <a:gd name="T44" fmla="*/ 31 w 53"/>
                <a:gd name="T45" fmla="*/ 74 h 90"/>
                <a:gd name="T46" fmla="*/ 48 w 53"/>
                <a:gd name="T47" fmla="*/ 82 h 90"/>
                <a:gd name="T48" fmla="*/ 48 w 53"/>
                <a:gd name="T49" fmla="*/ 82 h 90"/>
                <a:gd name="T50" fmla="*/ 32 w 53"/>
                <a:gd name="T51" fmla="*/ 69 h 90"/>
                <a:gd name="T52" fmla="*/ 43 w 53"/>
                <a:gd name="T53" fmla="*/ 76 h 90"/>
                <a:gd name="T54" fmla="*/ 42 w 53"/>
                <a:gd name="T55" fmla="*/ 65 h 90"/>
                <a:gd name="T56" fmla="*/ 19 w 53"/>
                <a:gd name="T57" fmla="*/ 31 h 90"/>
                <a:gd name="T58" fmla="*/ 32 w 53"/>
                <a:gd name="T59" fmla="*/ 69 h 90"/>
                <a:gd name="T60" fmla="*/ 32 w 53"/>
                <a:gd name="T61" fmla="*/ 69 h 90"/>
                <a:gd name="T62" fmla="*/ 27 w 53"/>
                <a:gd name="T63" fmla="*/ 70 h 90"/>
                <a:gd name="T64" fmla="*/ 27 w 53"/>
                <a:gd name="T65" fmla="*/ 70 h 90"/>
                <a:gd name="T66" fmla="*/ 27 w 53"/>
                <a:gd name="T67" fmla="*/ 70 h 90"/>
                <a:gd name="T68" fmla="*/ 14 w 53"/>
                <a:gd name="T69" fmla="*/ 31 h 90"/>
                <a:gd name="T70" fmla="*/ 27 w 53"/>
                <a:gd name="T71" fmla="*/ 70 h 90"/>
                <a:gd name="T72" fmla="*/ 27 w 53"/>
                <a:gd name="T73" fmla="*/ 70 h 90"/>
                <a:gd name="T74" fmla="*/ 5 w 53"/>
                <a:gd name="T75" fmla="*/ 5 h 90"/>
                <a:gd name="T76" fmla="*/ 10 w 53"/>
                <a:gd name="T77" fmla="*/ 18 h 90"/>
                <a:gd name="T78" fmla="*/ 13 w 53"/>
                <a:gd name="T79" fmla="*/ 16 h 90"/>
                <a:gd name="T80" fmla="*/ 5 w 53"/>
                <a:gd name="T81" fmla="*/ 5 h 90"/>
                <a:gd name="T82" fmla="*/ 5 w 53"/>
                <a:gd name="T83" fmla="*/ 5 h 90"/>
                <a:gd name="T84" fmla="*/ 5 w 53"/>
                <a:gd name="T85" fmla="*/ 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3" h="90">
                  <a:moveTo>
                    <a:pt x="26" y="77"/>
                  </a:moveTo>
                  <a:lnTo>
                    <a:pt x="24" y="76"/>
                  </a:lnTo>
                  <a:lnTo>
                    <a:pt x="24" y="76"/>
                  </a:lnTo>
                  <a:lnTo>
                    <a:pt x="24" y="76"/>
                  </a:lnTo>
                  <a:lnTo>
                    <a:pt x="24" y="76"/>
                  </a:lnTo>
                  <a:lnTo>
                    <a:pt x="0" y="3"/>
                  </a:lnTo>
                  <a:lnTo>
                    <a:pt x="6" y="0"/>
                  </a:lnTo>
                  <a:lnTo>
                    <a:pt x="50" y="61"/>
                  </a:lnTo>
                  <a:lnTo>
                    <a:pt x="53" y="90"/>
                  </a:lnTo>
                  <a:lnTo>
                    <a:pt x="26" y="77"/>
                  </a:lnTo>
                  <a:lnTo>
                    <a:pt x="26" y="77"/>
                  </a:lnTo>
                  <a:close/>
                  <a:moveTo>
                    <a:pt x="48" y="82"/>
                  </a:moveTo>
                  <a:lnTo>
                    <a:pt x="46" y="63"/>
                  </a:lnTo>
                  <a:lnTo>
                    <a:pt x="31" y="41"/>
                  </a:lnTo>
                  <a:lnTo>
                    <a:pt x="46" y="63"/>
                  </a:lnTo>
                  <a:lnTo>
                    <a:pt x="47" y="79"/>
                  </a:lnTo>
                  <a:lnTo>
                    <a:pt x="45" y="79"/>
                  </a:lnTo>
                  <a:lnTo>
                    <a:pt x="46" y="77"/>
                  </a:lnTo>
                  <a:lnTo>
                    <a:pt x="45" y="79"/>
                  </a:lnTo>
                  <a:lnTo>
                    <a:pt x="47" y="79"/>
                  </a:lnTo>
                  <a:lnTo>
                    <a:pt x="48" y="82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48" y="82"/>
                  </a:lnTo>
                  <a:lnTo>
                    <a:pt x="48" y="82"/>
                  </a:lnTo>
                  <a:close/>
                  <a:moveTo>
                    <a:pt x="32" y="69"/>
                  </a:moveTo>
                  <a:lnTo>
                    <a:pt x="43" y="76"/>
                  </a:lnTo>
                  <a:lnTo>
                    <a:pt x="42" y="65"/>
                  </a:lnTo>
                  <a:lnTo>
                    <a:pt x="19" y="31"/>
                  </a:lnTo>
                  <a:lnTo>
                    <a:pt x="32" y="69"/>
                  </a:lnTo>
                  <a:lnTo>
                    <a:pt x="32" y="69"/>
                  </a:lnTo>
                  <a:close/>
                  <a:moveTo>
                    <a:pt x="27" y="70"/>
                  </a:moveTo>
                  <a:lnTo>
                    <a:pt x="27" y="70"/>
                  </a:lnTo>
                  <a:lnTo>
                    <a:pt x="27" y="70"/>
                  </a:lnTo>
                  <a:lnTo>
                    <a:pt x="14" y="31"/>
                  </a:lnTo>
                  <a:lnTo>
                    <a:pt x="27" y="70"/>
                  </a:lnTo>
                  <a:lnTo>
                    <a:pt x="27" y="70"/>
                  </a:lnTo>
                  <a:close/>
                  <a:moveTo>
                    <a:pt x="5" y="5"/>
                  </a:moveTo>
                  <a:lnTo>
                    <a:pt x="10" y="18"/>
                  </a:lnTo>
                  <a:lnTo>
                    <a:pt x="13" y="1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3759"/>
            <p:cNvSpPr>
              <a:spLocks noEditPoints="1"/>
            </p:cNvSpPr>
            <p:nvPr/>
          </p:nvSpPr>
          <p:spPr bwMode="auto">
            <a:xfrm>
              <a:off x="6237439" y="5258119"/>
              <a:ext cx="462766" cy="563367"/>
            </a:xfrm>
            <a:custGeom>
              <a:avLst/>
              <a:gdLst>
                <a:gd name="T0" fmla="*/ 60 w 84"/>
                <a:gd name="T1" fmla="*/ 102 h 102"/>
                <a:gd name="T2" fmla="*/ 4 w 84"/>
                <a:gd name="T3" fmla="*/ 57 h 102"/>
                <a:gd name="T4" fmla="*/ 4 w 84"/>
                <a:gd name="T5" fmla="*/ 57 h 102"/>
                <a:gd name="T6" fmla="*/ 0 w 84"/>
                <a:gd name="T7" fmla="*/ 39 h 102"/>
                <a:gd name="T8" fmla="*/ 0 w 84"/>
                <a:gd name="T9" fmla="*/ 39 h 102"/>
                <a:gd name="T10" fmla="*/ 27 w 84"/>
                <a:gd name="T11" fmla="*/ 2 h 102"/>
                <a:gd name="T12" fmla="*/ 27 w 84"/>
                <a:gd name="T13" fmla="*/ 2 h 102"/>
                <a:gd name="T14" fmla="*/ 38 w 84"/>
                <a:gd name="T15" fmla="*/ 0 h 102"/>
                <a:gd name="T16" fmla="*/ 38 w 84"/>
                <a:gd name="T17" fmla="*/ 0 h 102"/>
                <a:gd name="T18" fmla="*/ 76 w 84"/>
                <a:gd name="T19" fmla="*/ 36 h 102"/>
                <a:gd name="T20" fmla="*/ 76 w 84"/>
                <a:gd name="T21" fmla="*/ 36 h 102"/>
                <a:gd name="T22" fmla="*/ 74 w 84"/>
                <a:gd name="T23" fmla="*/ 37 h 102"/>
                <a:gd name="T24" fmla="*/ 76 w 84"/>
                <a:gd name="T25" fmla="*/ 36 h 102"/>
                <a:gd name="T26" fmla="*/ 84 w 84"/>
                <a:gd name="T27" fmla="*/ 72 h 102"/>
                <a:gd name="T28" fmla="*/ 84 w 84"/>
                <a:gd name="T29" fmla="*/ 72 h 102"/>
                <a:gd name="T30" fmla="*/ 69 w 84"/>
                <a:gd name="T31" fmla="*/ 100 h 102"/>
                <a:gd name="T32" fmla="*/ 69 w 84"/>
                <a:gd name="T33" fmla="*/ 100 h 102"/>
                <a:gd name="T34" fmla="*/ 60 w 84"/>
                <a:gd name="T35" fmla="*/ 102 h 102"/>
                <a:gd name="T36" fmla="*/ 60 w 84"/>
                <a:gd name="T37" fmla="*/ 102 h 102"/>
                <a:gd name="T38" fmla="*/ 60 w 84"/>
                <a:gd name="T39" fmla="*/ 102 h 102"/>
                <a:gd name="T40" fmla="*/ 38 w 84"/>
                <a:gd name="T41" fmla="*/ 4 h 102"/>
                <a:gd name="T42" fmla="*/ 29 w 84"/>
                <a:gd name="T43" fmla="*/ 6 h 102"/>
                <a:gd name="T44" fmla="*/ 29 w 84"/>
                <a:gd name="T45" fmla="*/ 6 h 102"/>
                <a:gd name="T46" fmla="*/ 4 w 84"/>
                <a:gd name="T47" fmla="*/ 39 h 102"/>
                <a:gd name="T48" fmla="*/ 4 w 84"/>
                <a:gd name="T49" fmla="*/ 39 h 102"/>
                <a:gd name="T50" fmla="*/ 8 w 84"/>
                <a:gd name="T51" fmla="*/ 55 h 102"/>
                <a:gd name="T52" fmla="*/ 8 w 84"/>
                <a:gd name="T53" fmla="*/ 55 h 102"/>
                <a:gd name="T54" fmla="*/ 60 w 84"/>
                <a:gd name="T55" fmla="*/ 98 h 102"/>
                <a:gd name="T56" fmla="*/ 60 w 84"/>
                <a:gd name="T57" fmla="*/ 98 h 102"/>
                <a:gd name="T58" fmla="*/ 67 w 84"/>
                <a:gd name="T59" fmla="*/ 97 h 102"/>
                <a:gd name="T60" fmla="*/ 67 w 84"/>
                <a:gd name="T61" fmla="*/ 97 h 102"/>
                <a:gd name="T62" fmla="*/ 80 w 84"/>
                <a:gd name="T63" fmla="*/ 72 h 102"/>
                <a:gd name="T64" fmla="*/ 80 w 84"/>
                <a:gd name="T65" fmla="*/ 72 h 102"/>
                <a:gd name="T66" fmla="*/ 72 w 84"/>
                <a:gd name="T67" fmla="*/ 37 h 102"/>
                <a:gd name="T68" fmla="*/ 72 w 84"/>
                <a:gd name="T69" fmla="*/ 37 h 102"/>
                <a:gd name="T70" fmla="*/ 72 w 84"/>
                <a:gd name="T71" fmla="*/ 37 h 102"/>
                <a:gd name="T72" fmla="*/ 38 w 84"/>
                <a:gd name="T73" fmla="*/ 4 h 102"/>
                <a:gd name="T74" fmla="*/ 38 w 84"/>
                <a:gd name="T75" fmla="*/ 4 h 102"/>
                <a:gd name="T76" fmla="*/ 38 w 84"/>
                <a:gd name="T7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4" h="102">
                  <a:moveTo>
                    <a:pt x="60" y="102"/>
                  </a:moveTo>
                  <a:cubicBezTo>
                    <a:pt x="40" y="102"/>
                    <a:pt x="14" y="80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1" y="51"/>
                    <a:pt x="0" y="45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21"/>
                    <a:pt x="13" y="8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1" y="1"/>
                    <a:pt x="35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54" y="0"/>
                    <a:pt x="66" y="14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81" y="48"/>
                    <a:pt x="84" y="61"/>
                    <a:pt x="84" y="72"/>
                  </a:cubicBezTo>
                  <a:cubicBezTo>
                    <a:pt x="84" y="72"/>
                    <a:pt x="84" y="72"/>
                    <a:pt x="84" y="72"/>
                  </a:cubicBezTo>
                  <a:cubicBezTo>
                    <a:pt x="84" y="85"/>
                    <a:pt x="79" y="96"/>
                    <a:pt x="69" y="100"/>
                  </a:cubicBezTo>
                  <a:cubicBezTo>
                    <a:pt x="69" y="100"/>
                    <a:pt x="69" y="100"/>
                    <a:pt x="69" y="100"/>
                  </a:cubicBezTo>
                  <a:cubicBezTo>
                    <a:pt x="66" y="101"/>
                    <a:pt x="63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38" y="4"/>
                  </a:moveTo>
                  <a:cubicBezTo>
                    <a:pt x="35" y="4"/>
                    <a:pt x="32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15" y="12"/>
                    <a:pt x="4" y="23"/>
                    <a:pt x="4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4"/>
                    <a:pt x="5" y="49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17" y="77"/>
                    <a:pt x="43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3" y="98"/>
                    <a:pt x="65" y="97"/>
                    <a:pt x="67" y="97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76" y="93"/>
                    <a:pt x="80" y="84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61"/>
                    <a:pt x="77" y="49"/>
                    <a:pt x="72" y="37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63" y="16"/>
                    <a:pt x="51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3760"/>
            <p:cNvSpPr>
              <a:spLocks noEditPoints="1"/>
            </p:cNvSpPr>
            <p:nvPr/>
          </p:nvSpPr>
          <p:spPr bwMode="auto">
            <a:xfrm>
              <a:off x="6222351" y="5248058"/>
              <a:ext cx="487917" cy="583487"/>
            </a:xfrm>
            <a:custGeom>
              <a:avLst/>
              <a:gdLst>
                <a:gd name="T0" fmla="*/ 62 w 88"/>
                <a:gd name="T1" fmla="*/ 104 h 106"/>
                <a:gd name="T2" fmla="*/ 4 w 88"/>
                <a:gd name="T3" fmla="*/ 60 h 106"/>
                <a:gd name="T4" fmla="*/ 0 w 88"/>
                <a:gd name="T5" fmla="*/ 41 h 106"/>
                <a:gd name="T6" fmla="*/ 0 w 88"/>
                <a:gd name="T7" fmla="*/ 41 h 106"/>
                <a:gd name="T8" fmla="*/ 0 w 88"/>
                <a:gd name="T9" fmla="*/ 41 h 106"/>
                <a:gd name="T10" fmla="*/ 40 w 88"/>
                <a:gd name="T11" fmla="*/ 0 h 106"/>
                <a:gd name="T12" fmla="*/ 79 w 88"/>
                <a:gd name="T13" fmla="*/ 35 h 106"/>
                <a:gd name="T14" fmla="*/ 80 w 88"/>
                <a:gd name="T15" fmla="*/ 39 h 106"/>
                <a:gd name="T16" fmla="*/ 88 w 88"/>
                <a:gd name="T17" fmla="*/ 74 h 106"/>
                <a:gd name="T18" fmla="*/ 71 w 88"/>
                <a:gd name="T19" fmla="*/ 104 h 106"/>
                <a:gd name="T20" fmla="*/ 62 w 88"/>
                <a:gd name="T21" fmla="*/ 106 h 106"/>
                <a:gd name="T22" fmla="*/ 68 w 88"/>
                <a:gd name="T23" fmla="*/ 101 h 106"/>
                <a:gd name="T24" fmla="*/ 62 w 88"/>
                <a:gd name="T25" fmla="*/ 102 h 106"/>
                <a:gd name="T26" fmla="*/ 62 w 88"/>
                <a:gd name="T27" fmla="*/ 102 h 106"/>
                <a:gd name="T28" fmla="*/ 61 w 88"/>
                <a:gd name="T29" fmla="*/ 102 h 106"/>
                <a:gd name="T30" fmla="*/ 60 w 88"/>
                <a:gd name="T31" fmla="*/ 102 h 106"/>
                <a:gd name="T32" fmla="*/ 60 w 88"/>
                <a:gd name="T33" fmla="*/ 102 h 106"/>
                <a:gd name="T34" fmla="*/ 60 w 88"/>
                <a:gd name="T35" fmla="*/ 102 h 106"/>
                <a:gd name="T36" fmla="*/ 59 w 88"/>
                <a:gd name="T37" fmla="*/ 102 h 106"/>
                <a:gd name="T38" fmla="*/ 33 w 88"/>
                <a:gd name="T39" fmla="*/ 90 h 106"/>
                <a:gd name="T40" fmla="*/ 8 w 88"/>
                <a:gd name="T41" fmla="*/ 41 h 106"/>
                <a:gd name="T42" fmla="*/ 62 w 88"/>
                <a:gd name="T43" fmla="*/ 98 h 106"/>
                <a:gd name="T44" fmla="*/ 62 w 88"/>
                <a:gd name="T45" fmla="*/ 98 h 106"/>
                <a:gd name="T46" fmla="*/ 80 w 88"/>
                <a:gd name="T47" fmla="*/ 74 h 106"/>
                <a:gd name="T48" fmla="*/ 73 w 88"/>
                <a:gd name="T49" fmla="*/ 41 h 106"/>
                <a:gd name="T50" fmla="*/ 40 w 88"/>
                <a:gd name="T51" fmla="*/ 8 h 106"/>
                <a:gd name="T52" fmla="*/ 40 w 88"/>
                <a:gd name="T53" fmla="*/ 4 h 106"/>
                <a:gd name="T54" fmla="*/ 40 w 88"/>
                <a:gd name="T55" fmla="*/ 4 h 106"/>
                <a:gd name="T56" fmla="*/ 40 w 88"/>
                <a:gd name="T57" fmla="*/ 4 h 106"/>
                <a:gd name="T58" fmla="*/ 40 w 88"/>
                <a:gd name="T59" fmla="*/ 8 h 106"/>
                <a:gd name="T60" fmla="*/ 8 w 88"/>
                <a:gd name="T61" fmla="*/ 41 h 106"/>
                <a:gd name="T62" fmla="*/ 8 w 88"/>
                <a:gd name="T63" fmla="*/ 41 h 106"/>
                <a:gd name="T64" fmla="*/ 33 w 88"/>
                <a:gd name="T65" fmla="*/ 90 h 106"/>
                <a:gd name="T66" fmla="*/ 33 w 88"/>
                <a:gd name="T67" fmla="*/ 89 h 106"/>
                <a:gd name="T68" fmla="*/ 33 w 88"/>
                <a:gd name="T69" fmla="*/ 89 h 106"/>
                <a:gd name="T70" fmla="*/ 32 w 88"/>
                <a:gd name="T71" fmla="*/ 89 h 106"/>
                <a:gd name="T72" fmla="*/ 31 w 88"/>
                <a:gd name="T73" fmla="*/ 89 h 106"/>
                <a:gd name="T74" fmla="*/ 84 w 88"/>
                <a:gd name="T75" fmla="*/ 74 h 106"/>
                <a:gd name="T76" fmla="*/ 84 w 88"/>
                <a:gd name="T77" fmla="*/ 74 h 106"/>
                <a:gd name="T78" fmla="*/ 6 w 88"/>
                <a:gd name="T79" fmla="*/ 53 h 106"/>
                <a:gd name="T80" fmla="*/ 4 w 88"/>
                <a:gd name="T81" fmla="*/ 41 h 106"/>
                <a:gd name="T82" fmla="*/ 4 w 88"/>
                <a:gd name="T83" fmla="*/ 41 h 106"/>
                <a:gd name="T84" fmla="*/ 4 w 88"/>
                <a:gd name="T85" fmla="*/ 41 h 106"/>
                <a:gd name="T86" fmla="*/ 76 w 88"/>
                <a:gd name="T87" fmla="*/ 39 h 106"/>
                <a:gd name="T88" fmla="*/ 69 w 88"/>
                <a:gd name="T89" fmla="*/ 26 h 106"/>
                <a:gd name="T90" fmla="*/ 69 w 88"/>
                <a:gd name="T91" fmla="*/ 26 h 106"/>
                <a:gd name="T92" fmla="*/ 69 w 88"/>
                <a:gd name="T93" fmla="*/ 25 h 106"/>
                <a:gd name="T94" fmla="*/ 69 w 88"/>
                <a:gd name="T95" fmla="*/ 25 h 106"/>
                <a:gd name="T96" fmla="*/ 69 w 88"/>
                <a:gd name="T97" fmla="*/ 25 h 106"/>
                <a:gd name="T98" fmla="*/ 69 w 88"/>
                <a:gd name="T99" fmla="*/ 25 h 106"/>
                <a:gd name="T100" fmla="*/ 41 w 88"/>
                <a:gd name="T101" fmla="*/ 4 h 106"/>
                <a:gd name="T102" fmla="*/ 24 w 88"/>
                <a:gd name="T103" fmla="*/ 9 h 106"/>
                <a:gd name="T104" fmla="*/ 30 w 88"/>
                <a:gd name="T105" fmla="*/ 6 h 106"/>
                <a:gd name="T106" fmla="*/ 30 w 88"/>
                <a:gd name="T107" fmla="*/ 6 h 106"/>
                <a:gd name="T108" fmla="*/ 34 w 88"/>
                <a:gd name="T109" fmla="*/ 5 h 106"/>
                <a:gd name="T110" fmla="*/ 34 w 88"/>
                <a:gd name="T111" fmla="*/ 5 h 106"/>
                <a:gd name="T112" fmla="*/ 41 w 88"/>
                <a:gd name="T113" fmla="*/ 4 h 106"/>
                <a:gd name="T114" fmla="*/ 41 w 88"/>
                <a:gd name="T115" fmla="*/ 4 h 106"/>
                <a:gd name="T116" fmla="*/ 41 w 88"/>
                <a:gd name="T117" fmla="*/ 4 h 106"/>
                <a:gd name="T118" fmla="*/ 40 w 88"/>
                <a:gd name="T119" fmla="*/ 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8" h="106">
                  <a:moveTo>
                    <a:pt x="62" y="106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4"/>
                    <a:pt x="62" y="104"/>
                    <a:pt x="62" y="104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41" y="106"/>
                    <a:pt x="15" y="84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1" y="53"/>
                    <a:pt x="0" y="47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2"/>
                    <a:pt x="14" y="9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2" y="1"/>
                    <a:pt x="36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7" y="0"/>
                    <a:pt x="69" y="14"/>
                    <a:pt x="79" y="35"/>
                  </a:cubicBezTo>
                  <a:cubicBezTo>
                    <a:pt x="79" y="35"/>
                    <a:pt x="79" y="35"/>
                    <a:pt x="79" y="35"/>
                  </a:cubicBezTo>
                  <a:cubicBezTo>
                    <a:pt x="79" y="35"/>
                    <a:pt x="79" y="35"/>
                    <a:pt x="79" y="35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5" y="51"/>
                    <a:pt x="88" y="63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87"/>
                    <a:pt x="83" y="99"/>
                    <a:pt x="71" y="104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8" y="105"/>
                    <a:pt x="65" y="106"/>
                    <a:pt x="62" y="106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62" y="106"/>
                    <a:pt x="62" y="106"/>
                  </a:cubicBezTo>
                  <a:close/>
                  <a:moveTo>
                    <a:pt x="62" y="102"/>
                  </a:moveTo>
                  <a:cubicBezTo>
                    <a:pt x="64" y="102"/>
                    <a:pt x="66" y="102"/>
                    <a:pt x="68" y="101"/>
                  </a:cubicBezTo>
                  <a:cubicBezTo>
                    <a:pt x="68" y="101"/>
                    <a:pt x="68" y="101"/>
                    <a:pt x="68" y="101"/>
                  </a:cubicBezTo>
                  <a:cubicBezTo>
                    <a:pt x="66" y="102"/>
                    <a:pt x="64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lose/>
                  <a:moveTo>
                    <a:pt x="61" y="102"/>
                  </a:move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lose/>
                  <a:moveTo>
                    <a:pt x="60" y="102"/>
                  </a:move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60" y="102"/>
                  </a:move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59" y="102"/>
                  </a:moveTo>
                  <a:cubicBezTo>
                    <a:pt x="59" y="102"/>
                    <a:pt x="59" y="102"/>
                    <a:pt x="59" y="102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2"/>
                    <a:pt x="59" y="102"/>
                    <a:pt x="59" y="102"/>
                  </a:cubicBezTo>
                  <a:close/>
                  <a:moveTo>
                    <a:pt x="59" y="102"/>
                  </a:moveTo>
                  <a:cubicBezTo>
                    <a:pt x="51" y="101"/>
                    <a:pt x="42" y="96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42" y="96"/>
                    <a:pt x="51" y="101"/>
                    <a:pt x="59" y="102"/>
                  </a:cubicBezTo>
                  <a:close/>
                  <a:moveTo>
                    <a:pt x="8" y="41"/>
                  </a:moveTo>
                  <a:cubicBezTo>
                    <a:pt x="8" y="46"/>
                    <a:pt x="9" y="51"/>
                    <a:pt x="12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20" y="78"/>
                    <a:pt x="46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4" y="98"/>
                    <a:pt x="66" y="98"/>
                    <a:pt x="68" y="97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76" y="93"/>
                    <a:pt x="80" y="86"/>
                    <a:pt x="80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0" y="64"/>
                    <a:pt x="77" y="53"/>
                    <a:pt x="73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63" y="19"/>
                    <a:pt x="52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9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7" y="8"/>
                    <a:pt x="35" y="9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19" y="15"/>
                    <a:pt x="8" y="26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lose/>
                  <a:moveTo>
                    <a:pt x="33" y="90"/>
                  </a:move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lose/>
                  <a:moveTo>
                    <a:pt x="33" y="89"/>
                  </a:moveTo>
                  <a:cubicBezTo>
                    <a:pt x="33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3" y="89"/>
                    <a:pt x="33" y="89"/>
                  </a:cubicBezTo>
                  <a:close/>
                  <a:moveTo>
                    <a:pt x="32" y="89"/>
                  </a:move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lose/>
                  <a:moveTo>
                    <a:pt x="32" y="89"/>
                  </a:moveTo>
                  <a:cubicBezTo>
                    <a:pt x="32" y="89"/>
                    <a:pt x="31" y="89"/>
                    <a:pt x="31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1" y="89"/>
                    <a:pt x="32" y="89"/>
                    <a:pt x="32" y="89"/>
                  </a:cubicBezTo>
                  <a:close/>
                  <a:moveTo>
                    <a:pt x="84" y="74"/>
                  </a:moveTo>
                  <a:cubicBezTo>
                    <a:pt x="84" y="66"/>
                    <a:pt x="82" y="57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82" y="57"/>
                    <a:pt x="84" y="66"/>
                    <a:pt x="84" y="74"/>
                  </a:cubicBezTo>
                  <a:close/>
                  <a:moveTo>
                    <a:pt x="6" y="53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lose/>
                  <a:moveTo>
                    <a:pt x="6" y="53"/>
                  </a:moveTo>
                  <a:cubicBezTo>
                    <a:pt x="5" y="49"/>
                    <a:pt x="4" y="45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5"/>
                    <a:pt x="5" y="49"/>
                    <a:pt x="6" y="53"/>
                  </a:cubicBezTo>
                  <a:close/>
                  <a:moveTo>
                    <a:pt x="76" y="39"/>
                  </a:move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lose/>
                  <a:moveTo>
                    <a:pt x="69" y="26"/>
                  </a:moveTo>
                  <a:cubicBezTo>
                    <a:pt x="69" y="26"/>
                    <a:pt x="69" y="26"/>
                    <a:pt x="69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9" y="26"/>
                    <a:pt x="69" y="26"/>
                    <a:pt x="69" y="26"/>
                  </a:cubicBezTo>
                  <a:close/>
                  <a:moveTo>
                    <a:pt x="69" y="25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69" y="25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69" y="25"/>
                  </a:moveTo>
                  <a:cubicBezTo>
                    <a:pt x="69" y="25"/>
                    <a:pt x="68" y="24"/>
                    <a:pt x="68" y="24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8" y="24"/>
                    <a:pt x="69" y="25"/>
                    <a:pt x="69" y="25"/>
                  </a:cubicBezTo>
                  <a:close/>
                  <a:moveTo>
                    <a:pt x="68" y="24"/>
                  </a:moveTo>
                  <a:cubicBezTo>
                    <a:pt x="61" y="12"/>
                    <a:pt x="51" y="5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51" y="5"/>
                    <a:pt x="61" y="12"/>
                    <a:pt x="68" y="24"/>
                  </a:cubicBezTo>
                  <a:close/>
                  <a:moveTo>
                    <a:pt x="24" y="9"/>
                  </a:move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lose/>
                  <a:moveTo>
                    <a:pt x="30" y="6"/>
                  </a:moveTo>
                  <a:cubicBezTo>
                    <a:pt x="28" y="7"/>
                    <a:pt x="26" y="8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6" y="8"/>
                    <a:pt x="28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3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1" y="6"/>
                    <a:pt x="30" y="6"/>
                  </a:cubicBezTo>
                  <a:close/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lose/>
                  <a:moveTo>
                    <a:pt x="41" y="4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lose/>
                  <a:moveTo>
                    <a:pt x="41" y="4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lose/>
                  <a:moveTo>
                    <a:pt x="40" y="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3761"/>
            <p:cNvSpPr/>
            <p:nvPr/>
          </p:nvSpPr>
          <p:spPr bwMode="auto">
            <a:xfrm>
              <a:off x="6086538" y="5393932"/>
              <a:ext cx="191142" cy="548278"/>
            </a:xfrm>
            <a:custGeom>
              <a:avLst/>
              <a:gdLst>
                <a:gd name="T0" fmla="*/ 17 w 35"/>
                <a:gd name="T1" fmla="*/ 99 h 100"/>
                <a:gd name="T2" fmla="*/ 11 w 35"/>
                <a:gd name="T3" fmla="*/ 93 h 100"/>
                <a:gd name="T4" fmla="*/ 11 w 35"/>
                <a:gd name="T5" fmla="*/ 93 h 100"/>
                <a:gd name="T6" fmla="*/ 7 w 35"/>
                <a:gd name="T7" fmla="*/ 80 h 100"/>
                <a:gd name="T8" fmla="*/ 7 w 35"/>
                <a:gd name="T9" fmla="*/ 80 h 100"/>
                <a:gd name="T10" fmla="*/ 0 w 35"/>
                <a:gd name="T11" fmla="*/ 52 h 100"/>
                <a:gd name="T12" fmla="*/ 0 w 35"/>
                <a:gd name="T13" fmla="*/ 52 h 100"/>
                <a:gd name="T14" fmla="*/ 0 w 35"/>
                <a:gd name="T15" fmla="*/ 50 h 100"/>
                <a:gd name="T16" fmla="*/ 0 w 35"/>
                <a:gd name="T17" fmla="*/ 50 h 100"/>
                <a:gd name="T18" fmla="*/ 31 w 35"/>
                <a:gd name="T19" fmla="*/ 0 h 100"/>
                <a:gd name="T20" fmla="*/ 31 w 35"/>
                <a:gd name="T21" fmla="*/ 0 h 100"/>
                <a:gd name="T22" fmla="*/ 31 w 35"/>
                <a:gd name="T23" fmla="*/ 0 h 100"/>
                <a:gd name="T24" fmla="*/ 34 w 35"/>
                <a:gd name="T25" fmla="*/ 2 h 100"/>
                <a:gd name="T26" fmla="*/ 19 w 35"/>
                <a:gd name="T27" fmla="*/ 21 h 100"/>
                <a:gd name="T28" fmla="*/ 19 w 35"/>
                <a:gd name="T29" fmla="*/ 21 h 100"/>
                <a:gd name="T30" fmla="*/ 4 w 35"/>
                <a:gd name="T31" fmla="*/ 50 h 100"/>
                <a:gd name="T32" fmla="*/ 4 w 35"/>
                <a:gd name="T33" fmla="*/ 50 h 100"/>
                <a:gd name="T34" fmla="*/ 4 w 35"/>
                <a:gd name="T35" fmla="*/ 51 h 100"/>
                <a:gd name="T36" fmla="*/ 4 w 35"/>
                <a:gd name="T37" fmla="*/ 51 h 100"/>
                <a:gd name="T38" fmla="*/ 10 w 35"/>
                <a:gd name="T39" fmla="*/ 77 h 100"/>
                <a:gd name="T40" fmla="*/ 10 w 35"/>
                <a:gd name="T41" fmla="*/ 77 h 100"/>
                <a:gd name="T42" fmla="*/ 18 w 35"/>
                <a:gd name="T43" fmla="*/ 95 h 100"/>
                <a:gd name="T44" fmla="*/ 18 w 35"/>
                <a:gd name="T45" fmla="*/ 95 h 100"/>
                <a:gd name="T46" fmla="*/ 18 w 35"/>
                <a:gd name="T47" fmla="*/ 95 h 100"/>
                <a:gd name="T48" fmla="*/ 18 w 35"/>
                <a:gd name="T49" fmla="*/ 95 h 100"/>
                <a:gd name="T50" fmla="*/ 24 w 35"/>
                <a:gd name="T51" fmla="*/ 96 h 100"/>
                <a:gd name="T52" fmla="*/ 24 w 35"/>
                <a:gd name="T53" fmla="*/ 96 h 100"/>
                <a:gd name="T54" fmla="*/ 34 w 35"/>
                <a:gd name="T55" fmla="*/ 95 h 100"/>
                <a:gd name="T56" fmla="*/ 34 w 35"/>
                <a:gd name="T57" fmla="*/ 95 h 100"/>
                <a:gd name="T58" fmla="*/ 35 w 35"/>
                <a:gd name="T59" fmla="*/ 99 h 100"/>
                <a:gd name="T60" fmla="*/ 24 w 35"/>
                <a:gd name="T61" fmla="*/ 100 h 100"/>
                <a:gd name="T62" fmla="*/ 24 w 35"/>
                <a:gd name="T63" fmla="*/ 100 h 100"/>
                <a:gd name="T64" fmla="*/ 17 w 35"/>
                <a:gd name="T65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" h="100">
                  <a:moveTo>
                    <a:pt x="17" y="99"/>
                  </a:moveTo>
                  <a:cubicBezTo>
                    <a:pt x="14" y="98"/>
                    <a:pt x="13" y="96"/>
                    <a:pt x="11" y="93"/>
                  </a:cubicBezTo>
                  <a:cubicBezTo>
                    <a:pt x="11" y="93"/>
                    <a:pt x="11" y="93"/>
                    <a:pt x="11" y="93"/>
                  </a:cubicBezTo>
                  <a:cubicBezTo>
                    <a:pt x="10" y="89"/>
                    <a:pt x="8" y="85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4" y="71"/>
                    <a:pt x="1" y="59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1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32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26" y="10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1" y="30"/>
                    <a:pt x="4" y="43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0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8"/>
                    <a:pt x="8" y="68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3" y="86"/>
                    <a:pt x="16" y="94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9" y="96"/>
                    <a:pt x="21" y="96"/>
                    <a:pt x="24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9" y="96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9"/>
                    <a:pt x="35" y="99"/>
                    <a:pt x="35" y="99"/>
                  </a:cubicBezTo>
                  <a:cubicBezTo>
                    <a:pt x="35" y="99"/>
                    <a:pt x="29" y="100"/>
                    <a:pt x="24" y="100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1" y="100"/>
                    <a:pt x="19" y="100"/>
                    <a:pt x="17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3762"/>
            <p:cNvSpPr>
              <a:spLocks noEditPoints="1"/>
            </p:cNvSpPr>
            <p:nvPr/>
          </p:nvSpPr>
          <p:spPr bwMode="auto">
            <a:xfrm>
              <a:off x="6076477" y="5378840"/>
              <a:ext cx="216294" cy="573427"/>
            </a:xfrm>
            <a:custGeom>
              <a:avLst/>
              <a:gdLst>
                <a:gd name="T0" fmla="*/ 19 w 39"/>
                <a:gd name="T1" fmla="*/ 101 h 104"/>
                <a:gd name="T2" fmla="*/ 12 w 39"/>
                <a:gd name="T3" fmla="*/ 95 h 104"/>
                <a:gd name="T4" fmla="*/ 7 w 39"/>
                <a:gd name="T5" fmla="*/ 83 h 104"/>
                <a:gd name="T6" fmla="*/ 0 w 39"/>
                <a:gd name="T7" fmla="*/ 54 h 104"/>
                <a:gd name="T8" fmla="*/ 0 w 39"/>
                <a:gd name="T9" fmla="*/ 52 h 104"/>
                <a:gd name="T10" fmla="*/ 31 w 39"/>
                <a:gd name="T11" fmla="*/ 1 h 104"/>
                <a:gd name="T12" fmla="*/ 31 w 39"/>
                <a:gd name="T13" fmla="*/ 0 h 104"/>
                <a:gd name="T14" fmla="*/ 33 w 39"/>
                <a:gd name="T15" fmla="*/ 0 h 104"/>
                <a:gd name="T16" fmla="*/ 37 w 39"/>
                <a:gd name="T17" fmla="*/ 5 h 104"/>
                <a:gd name="T18" fmla="*/ 37 w 39"/>
                <a:gd name="T19" fmla="*/ 6 h 104"/>
                <a:gd name="T20" fmla="*/ 37 w 39"/>
                <a:gd name="T21" fmla="*/ 6 h 104"/>
                <a:gd name="T22" fmla="*/ 37 w 39"/>
                <a:gd name="T23" fmla="*/ 6 h 104"/>
                <a:gd name="T24" fmla="*/ 37 w 39"/>
                <a:gd name="T25" fmla="*/ 6 h 104"/>
                <a:gd name="T26" fmla="*/ 36 w 39"/>
                <a:gd name="T27" fmla="*/ 7 h 104"/>
                <a:gd name="T28" fmla="*/ 32 w 39"/>
                <a:gd name="T29" fmla="*/ 11 h 104"/>
                <a:gd name="T30" fmla="*/ 22 w 39"/>
                <a:gd name="T31" fmla="*/ 24 h 104"/>
                <a:gd name="T32" fmla="*/ 8 w 39"/>
                <a:gd name="T33" fmla="*/ 51 h 104"/>
                <a:gd name="T34" fmla="*/ 8 w 39"/>
                <a:gd name="T35" fmla="*/ 52 h 104"/>
                <a:gd name="T36" fmla="*/ 8 w 39"/>
                <a:gd name="T37" fmla="*/ 53 h 104"/>
                <a:gd name="T38" fmla="*/ 14 w 39"/>
                <a:gd name="T39" fmla="*/ 79 h 104"/>
                <a:gd name="T40" fmla="*/ 18 w 39"/>
                <a:gd name="T41" fmla="*/ 90 h 104"/>
                <a:gd name="T42" fmla="*/ 21 w 39"/>
                <a:gd name="T43" fmla="*/ 95 h 104"/>
                <a:gd name="T44" fmla="*/ 26 w 39"/>
                <a:gd name="T45" fmla="*/ 96 h 104"/>
                <a:gd name="T46" fmla="*/ 26 w 39"/>
                <a:gd name="T47" fmla="*/ 96 h 104"/>
                <a:gd name="T48" fmla="*/ 26 w 39"/>
                <a:gd name="T49" fmla="*/ 96 h 104"/>
                <a:gd name="T50" fmla="*/ 36 w 39"/>
                <a:gd name="T51" fmla="*/ 95 h 104"/>
                <a:gd name="T52" fmla="*/ 39 w 39"/>
                <a:gd name="T53" fmla="*/ 103 h 104"/>
                <a:gd name="T54" fmla="*/ 37 w 39"/>
                <a:gd name="T55" fmla="*/ 103 h 104"/>
                <a:gd name="T56" fmla="*/ 36 w 39"/>
                <a:gd name="T57" fmla="*/ 103 h 104"/>
                <a:gd name="T58" fmla="*/ 33 w 39"/>
                <a:gd name="T59" fmla="*/ 104 h 104"/>
                <a:gd name="T60" fmla="*/ 26 w 39"/>
                <a:gd name="T61" fmla="*/ 104 h 104"/>
                <a:gd name="T62" fmla="*/ 26 w 39"/>
                <a:gd name="T63" fmla="*/ 100 h 104"/>
                <a:gd name="T64" fmla="*/ 19 w 39"/>
                <a:gd name="T65" fmla="*/ 99 h 104"/>
                <a:gd name="T66" fmla="*/ 19 w 39"/>
                <a:gd name="T67" fmla="*/ 99 h 104"/>
                <a:gd name="T68" fmla="*/ 26 w 39"/>
                <a:gd name="T69" fmla="*/ 100 h 104"/>
                <a:gd name="T70" fmla="*/ 30 w 39"/>
                <a:gd name="T71" fmla="*/ 100 h 104"/>
                <a:gd name="T72" fmla="*/ 33 w 39"/>
                <a:gd name="T73" fmla="*/ 100 h 104"/>
                <a:gd name="T74" fmla="*/ 33 w 39"/>
                <a:gd name="T75" fmla="*/ 100 h 104"/>
                <a:gd name="T76" fmla="*/ 17 w 39"/>
                <a:gd name="T77" fmla="*/ 97 h 104"/>
                <a:gd name="T78" fmla="*/ 18 w 39"/>
                <a:gd name="T79" fmla="*/ 99 h 104"/>
                <a:gd name="T80" fmla="*/ 15 w 39"/>
                <a:gd name="T81" fmla="*/ 94 h 104"/>
                <a:gd name="T82" fmla="*/ 14 w 39"/>
                <a:gd name="T83" fmla="*/ 92 h 104"/>
                <a:gd name="T84" fmla="*/ 13 w 39"/>
                <a:gd name="T85" fmla="*/ 89 h 104"/>
                <a:gd name="T86" fmla="*/ 15 w 39"/>
                <a:gd name="T87" fmla="*/ 94 h 104"/>
                <a:gd name="T88" fmla="*/ 10 w 39"/>
                <a:gd name="T89" fmla="*/ 80 h 104"/>
                <a:gd name="T90" fmla="*/ 10 w 39"/>
                <a:gd name="T91" fmla="*/ 80 h 104"/>
                <a:gd name="T92" fmla="*/ 4 w 39"/>
                <a:gd name="T93" fmla="*/ 53 h 104"/>
                <a:gd name="T94" fmla="*/ 4 w 39"/>
                <a:gd name="T95" fmla="*/ 53 h 104"/>
                <a:gd name="T96" fmla="*/ 4 w 39"/>
                <a:gd name="T97" fmla="*/ 53 h 104"/>
                <a:gd name="T98" fmla="*/ 10 w 39"/>
                <a:gd name="T99" fmla="*/ 35 h 104"/>
                <a:gd name="T100" fmla="*/ 19 w 39"/>
                <a:gd name="T101" fmla="*/ 21 h 104"/>
                <a:gd name="T102" fmla="*/ 27 w 39"/>
                <a:gd name="T103" fmla="*/ 12 h 104"/>
                <a:gd name="T104" fmla="*/ 19 w 39"/>
                <a:gd name="T105" fmla="*/ 2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9" h="104">
                  <a:moveTo>
                    <a:pt x="18" y="103"/>
                  </a:moveTo>
                  <a:cubicBezTo>
                    <a:pt x="19" y="101"/>
                    <a:pt x="19" y="101"/>
                    <a:pt x="19" y="101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4" y="102"/>
                    <a:pt x="13" y="99"/>
                    <a:pt x="12" y="95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0" y="92"/>
                    <a:pt x="8" y="88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4" y="73"/>
                    <a:pt x="1" y="62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33"/>
                    <a:pt x="28" y="5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4" y="9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0" y="14"/>
                    <a:pt x="26" y="19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15" y="33"/>
                    <a:pt x="8" y="46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9" y="60"/>
                    <a:pt x="11" y="70"/>
                    <a:pt x="14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5" y="83"/>
                    <a:pt x="17" y="87"/>
                    <a:pt x="18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3"/>
                    <a:pt x="20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2" y="96"/>
                    <a:pt x="24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31" y="96"/>
                    <a:pt x="36" y="95"/>
                    <a:pt x="36" y="95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9" y="103"/>
                    <a:pt x="39" y="103"/>
                    <a:pt x="39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5" y="103"/>
                    <a:pt x="34" y="103"/>
                    <a:pt x="33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1" y="104"/>
                    <a:pt x="29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3" y="104"/>
                    <a:pt x="20" y="104"/>
                    <a:pt x="18" y="103"/>
                  </a:cubicBezTo>
                  <a:close/>
                  <a:moveTo>
                    <a:pt x="26" y="100"/>
                  </a:moveTo>
                  <a:cubicBezTo>
                    <a:pt x="26" y="100"/>
                    <a:pt x="26" y="100"/>
                    <a:pt x="26" y="100"/>
                  </a:cubicBezTo>
                  <a:cubicBezTo>
                    <a:pt x="23" y="100"/>
                    <a:pt x="21" y="100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21" y="100"/>
                    <a:pt x="23" y="100"/>
                    <a:pt x="26" y="100"/>
                  </a:cubicBezTo>
                  <a:close/>
                  <a:moveTo>
                    <a:pt x="33" y="100"/>
                  </a:moveTo>
                  <a:cubicBezTo>
                    <a:pt x="32" y="100"/>
                    <a:pt x="31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1" y="100"/>
                    <a:pt x="32" y="100"/>
                    <a:pt x="33" y="100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3" y="100"/>
                    <a:pt x="33" y="100"/>
                    <a:pt x="33" y="100"/>
                  </a:cubicBezTo>
                  <a:close/>
                  <a:moveTo>
                    <a:pt x="18" y="99"/>
                  </a:moveTo>
                  <a:cubicBezTo>
                    <a:pt x="18" y="98"/>
                    <a:pt x="17" y="98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8"/>
                    <a:pt x="18" y="98"/>
                    <a:pt x="18" y="99"/>
                  </a:cubicBezTo>
                  <a:close/>
                  <a:moveTo>
                    <a:pt x="15" y="94"/>
                  </a:move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5" y="93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1"/>
                    <a:pt x="14" y="90"/>
                    <a:pt x="13" y="8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4" y="91"/>
                    <a:pt x="14" y="92"/>
                    <a:pt x="15" y="94"/>
                  </a:cubicBezTo>
                  <a:close/>
                  <a:moveTo>
                    <a:pt x="4" y="53"/>
                  </a:moveTo>
                  <a:cubicBezTo>
                    <a:pt x="5" y="61"/>
                    <a:pt x="8" y="71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1"/>
                    <a:pt x="5" y="61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lose/>
                  <a:moveTo>
                    <a:pt x="19" y="21"/>
                  </a:moveTo>
                  <a:cubicBezTo>
                    <a:pt x="16" y="25"/>
                    <a:pt x="13" y="30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3" y="30"/>
                    <a:pt x="16" y="26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2" y="18"/>
                    <a:pt x="24" y="15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4" y="15"/>
                    <a:pt x="22" y="18"/>
                    <a:pt x="19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3763"/>
            <p:cNvSpPr/>
            <p:nvPr/>
          </p:nvSpPr>
          <p:spPr bwMode="auto">
            <a:xfrm>
              <a:off x="6182110" y="5917058"/>
              <a:ext cx="95573" cy="55332"/>
            </a:xfrm>
            <a:custGeom>
              <a:avLst/>
              <a:gdLst>
                <a:gd name="T0" fmla="*/ 0 w 19"/>
                <a:gd name="T1" fmla="*/ 4 h 11"/>
                <a:gd name="T2" fmla="*/ 1 w 19"/>
                <a:gd name="T3" fmla="*/ 0 h 11"/>
                <a:gd name="T4" fmla="*/ 19 w 19"/>
                <a:gd name="T5" fmla="*/ 7 h 11"/>
                <a:gd name="T6" fmla="*/ 18 w 19"/>
                <a:gd name="T7" fmla="*/ 11 h 11"/>
                <a:gd name="T8" fmla="*/ 0 w 19"/>
                <a:gd name="T9" fmla="*/ 4 h 11"/>
                <a:gd name="T10" fmla="*/ 0 w 19"/>
                <a:gd name="T11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0" y="4"/>
                  </a:moveTo>
                  <a:lnTo>
                    <a:pt x="1" y="0"/>
                  </a:lnTo>
                  <a:lnTo>
                    <a:pt x="19" y="7"/>
                  </a:lnTo>
                  <a:lnTo>
                    <a:pt x="18" y="1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3764"/>
            <p:cNvSpPr>
              <a:spLocks noEditPoints="1"/>
            </p:cNvSpPr>
            <p:nvPr/>
          </p:nvSpPr>
          <p:spPr bwMode="auto">
            <a:xfrm>
              <a:off x="6161990" y="5906998"/>
              <a:ext cx="135813" cy="80481"/>
            </a:xfrm>
            <a:custGeom>
              <a:avLst/>
              <a:gdLst>
                <a:gd name="T0" fmla="*/ 2 w 27"/>
                <a:gd name="T1" fmla="*/ 8 h 16"/>
                <a:gd name="T2" fmla="*/ 4 w 27"/>
                <a:gd name="T3" fmla="*/ 6 h 16"/>
                <a:gd name="T4" fmla="*/ 5 w 27"/>
                <a:gd name="T5" fmla="*/ 7 h 16"/>
                <a:gd name="T6" fmla="*/ 4 w 27"/>
                <a:gd name="T7" fmla="*/ 6 h 16"/>
                <a:gd name="T8" fmla="*/ 2 w 27"/>
                <a:gd name="T9" fmla="*/ 8 h 16"/>
                <a:gd name="T10" fmla="*/ 0 w 27"/>
                <a:gd name="T11" fmla="*/ 7 h 16"/>
                <a:gd name="T12" fmla="*/ 4 w 27"/>
                <a:gd name="T13" fmla="*/ 0 h 16"/>
                <a:gd name="T14" fmla="*/ 27 w 27"/>
                <a:gd name="T15" fmla="*/ 8 h 16"/>
                <a:gd name="T16" fmla="*/ 23 w 27"/>
                <a:gd name="T17" fmla="*/ 16 h 16"/>
                <a:gd name="T18" fmla="*/ 2 w 27"/>
                <a:gd name="T19" fmla="*/ 8 h 16"/>
                <a:gd name="T20" fmla="*/ 2 w 27"/>
                <a:gd name="T21" fmla="*/ 8 h 16"/>
                <a:gd name="T22" fmla="*/ 20 w 27"/>
                <a:gd name="T23" fmla="*/ 11 h 16"/>
                <a:gd name="T24" fmla="*/ 20 w 27"/>
                <a:gd name="T25" fmla="*/ 11 h 16"/>
                <a:gd name="T26" fmla="*/ 6 w 27"/>
                <a:gd name="T27" fmla="*/ 5 h 16"/>
                <a:gd name="T28" fmla="*/ 6 w 27"/>
                <a:gd name="T29" fmla="*/ 5 h 16"/>
                <a:gd name="T30" fmla="*/ 20 w 27"/>
                <a:gd name="T31" fmla="*/ 11 h 16"/>
                <a:gd name="T32" fmla="*/ 20 w 27"/>
                <a:gd name="T33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16">
                  <a:moveTo>
                    <a:pt x="2" y="8"/>
                  </a:moveTo>
                  <a:lnTo>
                    <a:pt x="4" y="6"/>
                  </a:lnTo>
                  <a:lnTo>
                    <a:pt x="5" y="7"/>
                  </a:lnTo>
                  <a:lnTo>
                    <a:pt x="4" y="6"/>
                  </a:lnTo>
                  <a:lnTo>
                    <a:pt x="2" y="8"/>
                  </a:lnTo>
                  <a:lnTo>
                    <a:pt x="0" y="7"/>
                  </a:lnTo>
                  <a:lnTo>
                    <a:pt x="4" y="0"/>
                  </a:lnTo>
                  <a:lnTo>
                    <a:pt x="27" y="8"/>
                  </a:lnTo>
                  <a:lnTo>
                    <a:pt x="23" y="16"/>
                  </a:ln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0" y="11"/>
                  </a:moveTo>
                  <a:lnTo>
                    <a:pt x="20" y="11"/>
                  </a:lnTo>
                  <a:lnTo>
                    <a:pt x="6" y="5"/>
                  </a:lnTo>
                  <a:lnTo>
                    <a:pt x="6" y="5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3765"/>
            <p:cNvSpPr/>
            <p:nvPr/>
          </p:nvSpPr>
          <p:spPr bwMode="auto">
            <a:xfrm>
              <a:off x="6448702" y="4760144"/>
              <a:ext cx="417497" cy="518098"/>
            </a:xfrm>
            <a:custGeom>
              <a:avLst/>
              <a:gdLst>
                <a:gd name="T0" fmla="*/ 0 w 75"/>
                <a:gd name="T1" fmla="*/ 89 h 93"/>
                <a:gd name="T2" fmla="*/ 33 w 75"/>
                <a:gd name="T3" fmla="*/ 80 h 93"/>
                <a:gd name="T4" fmla="*/ 33 w 75"/>
                <a:gd name="T5" fmla="*/ 80 h 93"/>
                <a:gd name="T6" fmla="*/ 69 w 75"/>
                <a:gd name="T7" fmla="*/ 52 h 93"/>
                <a:gd name="T8" fmla="*/ 69 w 75"/>
                <a:gd name="T9" fmla="*/ 52 h 93"/>
                <a:gd name="T10" fmla="*/ 71 w 75"/>
                <a:gd name="T11" fmla="*/ 40 h 93"/>
                <a:gd name="T12" fmla="*/ 71 w 75"/>
                <a:gd name="T13" fmla="*/ 40 h 93"/>
                <a:gd name="T14" fmla="*/ 65 w 75"/>
                <a:gd name="T15" fmla="*/ 15 h 93"/>
                <a:gd name="T16" fmla="*/ 65 w 75"/>
                <a:gd name="T17" fmla="*/ 15 h 93"/>
                <a:gd name="T18" fmla="*/ 58 w 75"/>
                <a:gd name="T19" fmla="*/ 5 h 93"/>
                <a:gd name="T20" fmla="*/ 58 w 75"/>
                <a:gd name="T21" fmla="*/ 5 h 93"/>
                <a:gd name="T22" fmla="*/ 41 w 75"/>
                <a:gd name="T23" fmla="*/ 4 h 93"/>
                <a:gd name="T24" fmla="*/ 42 w 75"/>
                <a:gd name="T25" fmla="*/ 0 h 93"/>
                <a:gd name="T26" fmla="*/ 60 w 75"/>
                <a:gd name="T27" fmla="*/ 1 h 93"/>
                <a:gd name="T28" fmla="*/ 60 w 75"/>
                <a:gd name="T29" fmla="*/ 2 h 93"/>
                <a:gd name="T30" fmla="*/ 68 w 75"/>
                <a:gd name="T31" fmla="*/ 13 h 93"/>
                <a:gd name="T32" fmla="*/ 68 w 75"/>
                <a:gd name="T33" fmla="*/ 13 h 93"/>
                <a:gd name="T34" fmla="*/ 75 w 75"/>
                <a:gd name="T35" fmla="*/ 40 h 93"/>
                <a:gd name="T36" fmla="*/ 75 w 75"/>
                <a:gd name="T37" fmla="*/ 40 h 93"/>
                <a:gd name="T38" fmla="*/ 73 w 75"/>
                <a:gd name="T39" fmla="*/ 53 h 93"/>
                <a:gd name="T40" fmla="*/ 73 w 75"/>
                <a:gd name="T41" fmla="*/ 53 h 93"/>
                <a:gd name="T42" fmla="*/ 34 w 75"/>
                <a:gd name="T43" fmla="*/ 84 h 93"/>
                <a:gd name="T44" fmla="*/ 34 w 75"/>
                <a:gd name="T45" fmla="*/ 84 h 93"/>
                <a:gd name="T46" fmla="*/ 1 w 75"/>
                <a:gd name="T47" fmla="*/ 93 h 93"/>
                <a:gd name="T48" fmla="*/ 1 w 75"/>
                <a:gd name="T49" fmla="*/ 93 h 93"/>
                <a:gd name="T50" fmla="*/ 0 w 75"/>
                <a:gd name="T51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" h="93">
                  <a:moveTo>
                    <a:pt x="0" y="89"/>
                  </a:moveTo>
                  <a:cubicBezTo>
                    <a:pt x="0" y="89"/>
                    <a:pt x="16" y="86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50" y="74"/>
                    <a:pt x="67" y="64"/>
                    <a:pt x="69" y="52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70" y="48"/>
                    <a:pt x="71" y="44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30"/>
                    <a:pt x="68" y="21"/>
                    <a:pt x="65" y="15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2" y="10"/>
                    <a:pt x="59" y="6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2" y="3"/>
                    <a:pt x="65" y="7"/>
                    <a:pt x="68" y="13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72" y="20"/>
                    <a:pt x="75" y="29"/>
                    <a:pt x="75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5" y="44"/>
                    <a:pt x="74" y="48"/>
                    <a:pt x="73" y="53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70" y="68"/>
                    <a:pt x="51" y="77"/>
                    <a:pt x="34" y="84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17" y="90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89"/>
                    <a:pt x="0" y="89"/>
                    <a:pt x="0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3766"/>
            <p:cNvSpPr>
              <a:spLocks noEditPoints="1"/>
            </p:cNvSpPr>
            <p:nvPr/>
          </p:nvSpPr>
          <p:spPr bwMode="auto">
            <a:xfrm>
              <a:off x="6438642" y="4745052"/>
              <a:ext cx="437617" cy="548278"/>
            </a:xfrm>
            <a:custGeom>
              <a:avLst/>
              <a:gdLst>
                <a:gd name="T0" fmla="*/ 0 w 79"/>
                <a:gd name="T1" fmla="*/ 92 h 99"/>
                <a:gd name="T2" fmla="*/ 0 w 79"/>
                <a:gd name="T3" fmla="*/ 92 h 99"/>
                <a:gd name="T4" fmla="*/ 1 w 79"/>
                <a:gd name="T5" fmla="*/ 91 h 99"/>
                <a:gd name="T6" fmla="*/ 1 w 79"/>
                <a:gd name="T7" fmla="*/ 90 h 99"/>
                <a:gd name="T8" fmla="*/ 2 w 79"/>
                <a:gd name="T9" fmla="*/ 90 h 99"/>
                <a:gd name="T10" fmla="*/ 2 w 79"/>
                <a:gd name="T11" fmla="*/ 90 h 99"/>
                <a:gd name="T12" fmla="*/ 2 w 79"/>
                <a:gd name="T13" fmla="*/ 90 h 99"/>
                <a:gd name="T14" fmla="*/ 2 w 79"/>
                <a:gd name="T15" fmla="*/ 90 h 99"/>
                <a:gd name="T16" fmla="*/ 4 w 79"/>
                <a:gd name="T17" fmla="*/ 90 h 99"/>
                <a:gd name="T18" fmla="*/ 12 w 79"/>
                <a:gd name="T19" fmla="*/ 88 h 99"/>
                <a:gd name="T20" fmla="*/ 34 w 79"/>
                <a:gd name="T21" fmla="*/ 81 h 99"/>
                <a:gd name="T22" fmla="*/ 69 w 79"/>
                <a:gd name="T23" fmla="*/ 54 h 99"/>
                <a:gd name="T24" fmla="*/ 71 w 79"/>
                <a:gd name="T25" fmla="*/ 43 h 99"/>
                <a:gd name="T26" fmla="*/ 65 w 79"/>
                <a:gd name="T27" fmla="*/ 19 h 99"/>
                <a:gd name="T28" fmla="*/ 59 w 79"/>
                <a:gd name="T29" fmla="*/ 10 h 99"/>
                <a:gd name="T30" fmla="*/ 41 w 79"/>
                <a:gd name="T31" fmla="*/ 8 h 99"/>
                <a:gd name="T32" fmla="*/ 62 w 79"/>
                <a:gd name="T33" fmla="*/ 2 h 99"/>
                <a:gd name="T34" fmla="*/ 63 w 79"/>
                <a:gd name="T35" fmla="*/ 3 h 99"/>
                <a:gd name="T36" fmla="*/ 72 w 79"/>
                <a:gd name="T37" fmla="*/ 15 h 99"/>
                <a:gd name="T38" fmla="*/ 79 w 79"/>
                <a:gd name="T39" fmla="*/ 43 h 99"/>
                <a:gd name="T40" fmla="*/ 79 w 79"/>
                <a:gd name="T41" fmla="*/ 43 h 99"/>
                <a:gd name="T42" fmla="*/ 77 w 79"/>
                <a:gd name="T43" fmla="*/ 56 h 99"/>
                <a:gd name="T44" fmla="*/ 37 w 79"/>
                <a:gd name="T45" fmla="*/ 89 h 99"/>
                <a:gd name="T46" fmla="*/ 3 w 79"/>
                <a:gd name="T47" fmla="*/ 98 h 99"/>
                <a:gd name="T48" fmla="*/ 1 w 79"/>
                <a:gd name="T49" fmla="*/ 96 h 99"/>
                <a:gd name="T50" fmla="*/ 5 w 79"/>
                <a:gd name="T51" fmla="*/ 93 h 99"/>
                <a:gd name="T52" fmla="*/ 13 w 79"/>
                <a:gd name="T53" fmla="*/ 92 h 99"/>
                <a:gd name="T54" fmla="*/ 28 w 79"/>
                <a:gd name="T55" fmla="*/ 88 h 99"/>
                <a:gd name="T56" fmla="*/ 4 w 79"/>
                <a:gd name="T57" fmla="*/ 94 h 99"/>
                <a:gd name="T58" fmla="*/ 4 w 79"/>
                <a:gd name="T59" fmla="*/ 94 h 99"/>
                <a:gd name="T60" fmla="*/ 28 w 79"/>
                <a:gd name="T61" fmla="*/ 87 h 99"/>
                <a:gd name="T62" fmla="*/ 28 w 79"/>
                <a:gd name="T63" fmla="*/ 88 h 99"/>
                <a:gd name="T64" fmla="*/ 43 w 79"/>
                <a:gd name="T65" fmla="*/ 82 h 99"/>
                <a:gd name="T66" fmla="*/ 73 w 79"/>
                <a:gd name="T67" fmla="*/ 55 h 99"/>
                <a:gd name="T68" fmla="*/ 74 w 79"/>
                <a:gd name="T69" fmla="*/ 53 h 99"/>
                <a:gd name="T70" fmla="*/ 73 w 79"/>
                <a:gd name="T71" fmla="*/ 55 h 99"/>
                <a:gd name="T72" fmla="*/ 70 w 79"/>
                <a:gd name="T73" fmla="*/ 20 h 99"/>
                <a:gd name="T74" fmla="*/ 75 w 79"/>
                <a:gd name="T75" fmla="*/ 42 h 99"/>
                <a:gd name="T76" fmla="*/ 62 w 79"/>
                <a:gd name="T77" fmla="*/ 7 h 99"/>
                <a:gd name="T78" fmla="*/ 65 w 79"/>
                <a:gd name="T79" fmla="*/ 11 h 99"/>
                <a:gd name="T80" fmla="*/ 61 w 79"/>
                <a:gd name="T81" fmla="*/ 6 h 99"/>
                <a:gd name="T82" fmla="*/ 45 w 79"/>
                <a:gd name="T83" fmla="*/ 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9" h="99">
                  <a:moveTo>
                    <a:pt x="1" y="96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3" y="90"/>
                    <a:pt x="4" y="90"/>
                    <a:pt x="4" y="90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6" y="89"/>
                    <a:pt x="9" y="89"/>
                    <a:pt x="12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8" y="86"/>
                    <a:pt x="26" y="84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51" y="75"/>
                    <a:pt x="68" y="65"/>
                    <a:pt x="69" y="54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0"/>
                    <a:pt x="71" y="46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33"/>
                    <a:pt x="68" y="25"/>
                    <a:pt x="65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5"/>
                    <a:pt x="60" y="11"/>
                    <a:pt x="5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5" y="5"/>
                    <a:pt x="69" y="9"/>
                    <a:pt x="72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6" y="22"/>
                    <a:pt x="79" y="32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7"/>
                    <a:pt x="78" y="51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3" y="73"/>
                    <a:pt x="54" y="82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20" y="95"/>
                    <a:pt x="5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1" y="99"/>
                    <a:pt x="1" y="99"/>
                    <a:pt x="1" y="99"/>
                  </a:cubicBezTo>
                  <a:cubicBezTo>
                    <a:pt x="1" y="96"/>
                    <a:pt x="1" y="96"/>
                    <a:pt x="1" y="96"/>
                  </a:cubicBezTo>
                  <a:close/>
                  <a:moveTo>
                    <a:pt x="4" y="94"/>
                  </a:moveTo>
                  <a:cubicBezTo>
                    <a:pt x="5" y="94"/>
                    <a:pt x="5" y="94"/>
                    <a:pt x="5" y="93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7" y="93"/>
                    <a:pt x="10" y="93"/>
                    <a:pt x="13" y="92"/>
                  </a:cubicBezTo>
                  <a:cubicBezTo>
                    <a:pt x="13" y="92"/>
                    <a:pt x="13" y="92"/>
                    <a:pt x="13" y="92"/>
                  </a:cubicBezTo>
                  <a:cubicBezTo>
                    <a:pt x="17" y="91"/>
                    <a:pt x="22" y="8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17" y="91"/>
                    <a:pt x="8" y="93"/>
                    <a:pt x="4" y="94"/>
                  </a:cubicBezTo>
                  <a:cubicBezTo>
                    <a:pt x="4" y="94"/>
                    <a:pt x="4" y="94"/>
                    <a:pt x="4" y="94"/>
                  </a:cubicBezTo>
                  <a:cubicBezTo>
                    <a:pt x="4" y="94"/>
                    <a:pt x="4" y="94"/>
                    <a:pt x="4" y="94"/>
                  </a:cubicBezTo>
                  <a:close/>
                  <a:moveTo>
                    <a:pt x="28" y="88"/>
                  </a:move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8"/>
                  </a:cubicBezTo>
                  <a:close/>
                  <a:moveTo>
                    <a:pt x="73" y="55"/>
                  </a:moveTo>
                  <a:cubicBezTo>
                    <a:pt x="71" y="67"/>
                    <a:pt x="57" y="76"/>
                    <a:pt x="43" y="82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57" y="76"/>
                    <a:pt x="71" y="67"/>
                    <a:pt x="73" y="55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74" y="54"/>
                    <a:pt x="74" y="54"/>
                    <a:pt x="74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4"/>
                    <a:pt x="74" y="54"/>
                    <a:pt x="73" y="55"/>
                  </a:cubicBezTo>
                  <a:close/>
                  <a:moveTo>
                    <a:pt x="75" y="42"/>
                  </a:moveTo>
                  <a:cubicBezTo>
                    <a:pt x="75" y="33"/>
                    <a:pt x="72" y="26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2" y="26"/>
                    <a:pt x="75" y="33"/>
                    <a:pt x="75" y="42"/>
                  </a:cubicBezTo>
                  <a:close/>
                  <a:moveTo>
                    <a:pt x="65" y="11"/>
                  </a:moveTo>
                  <a:cubicBezTo>
                    <a:pt x="64" y="9"/>
                    <a:pt x="63" y="8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3" y="8"/>
                    <a:pt x="64" y="9"/>
                    <a:pt x="65" y="11"/>
                  </a:cubicBezTo>
                  <a:close/>
                  <a:moveTo>
                    <a:pt x="45" y="5"/>
                  </a:move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767"/>
            <p:cNvSpPr/>
            <p:nvPr/>
          </p:nvSpPr>
          <p:spPr bwMode="auto">
            <a:xfrm>
              <a:off x="6710265" y="4679663"/>
              <a:ext cx="45272" cy="100601"/>
            </a:xfrm>
            <a:custGeom>
              <a:avLst/>
              <a:gdLst>
                <a:gd name="T0" fmla="*/ 0 w 9"/>
                <a:gd name="T1" fmla="*/ 0 h 20"/>
                <a:gd name="T2" fmla="*/ 4 w 9"/>
                <a:gd name="T3" fmla="*/ 0 h 20"/>
                <a:gd name="T4" fmla="*/ 9 w 9"/>
                <a:gd name="T5" fmla="*/ 19 h 20"/>
                <a:gd name="T6" fmla="*/ 4 w 9"/>
                <a:gd name="T7" fmla="*/ 20 h 20"/>
                <a:gd name="T8" fmla="*/ 0 w 9"/>
                <a:gd name="T9" fmla="*/ 0 h 20"/>
                <a:gd name="T10" fmla="*/ 0 w 9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20">
                  <a:moveTo>
                    <a:pt x="0" y="0"/>
                  </a:moveTo>
                  <a:lnTo>
                    <a:pt x="4" y="0"/>
                  </a:lnTo>
                  <a:lnTo>
                    <a:pt x="9" y="19"/>
                  </a:lnTo>
                  <a:lnTo>
                    <a:pt x="4" y="2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768"/>
            <p:cNvSpPr>
              <a:spLocks noEditPoints="1"/>
            </p:cNvSpPr>
            <p:nvPr/>
          </p:nvSpPr>
          <p:spPr bwMode="auto">
            <a:xfrm>
              <a:off x="6700205" y="4664571"/>
              <a:ext cx="65392" cy="125753"/>
            </a:xfrm>
            <a:custGeom>
              <a:avLst/>
              <a:gdLst>
                <a:gd name="T0" fmla="*/ 0 w 13"/>
                <a:gd name="T1" fmla="*/ 4 h 25"/>
                <a:gd name="T2" fmla="*/ 2 w 13"/>
                <a:gd name="T3" fmla="*/ 3 h 25"/>
                <a:gd name="T4" fmla="*/ 3 w 13"/>
                <a:gd name="T5" fmla="*/ 5 h 25"/>
                <a:gd name="T6" fmla="*/ 2 w 13"/>
                <a:gd name="T7" fmla="*/ 3 h 25"/>
                <a:gd name="T8" fmla="*/ 0 w 13"/>
                <a:gd name="T9" fmla="*/ 4 h 25"/>
                <a:gd name="T10" fmla="*/ 0 w 13"/>
                <a:gd name="T11" fmla="*/ 2 h 25"/>
                <a:gd name="T12" fmla="*/ 8 w 13"/>
                <a:gd name="T13" fmla="*/ 0 h 25"/>
                <a:gd name="T14" fmla="*/ 13 w 13"/>
                <a:gd name="T15" fmla="*/ 24 h 25"/>
                <a:gd name="T16" fmla="*/ 4 w 13"/>
                <a:gd name="T17" fmla="*/ 25 h 25"/>
                <a:gd name="T18" fmla="*/ 0 w 13"/>
                <a:gd name="T19" fmla="*/ 4 h 25"/>
                <a:gd name="T20" fmla="*/ 0 w 13"/>
                <a:gd name="T21" fmla="*/ 4 h 25"/>
                <a:gd name="T22" fmla="*/ 7 w 13"/>
                <a:gd name="T23" fmla="*/ 21 h 25"/>
                <a:gd name="T24" fmla="*/ 7 w 13"/>
                <a:gd name="T25" fmla="*/ 21 h 25"/>
                <a:gd name="T26" fmla="*/ 5 w 13"/>
                <a:gd name="T27" fmla="*/ 5 h 25"/>
                <a:gd name="T28" fmla="*/ 5 w 13"/>
                <a:gd name="T29" fmla="*/ 5 h 25"/>
                <a:gd name="T30" fmla="*/ 7 w 13"/>
                <a:gd name="T31" fmla="*/ 21 h 25"/>
                <a:gd name="T32" fmla="*/ 7 w 13"/>
                <a:gd name="T33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5">
                  <a:moveTo>
                    <a:pt x="0" y="4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4"/>
                  </a:lnTo>
                  <a:lnTo>
                    <a:pt x="0" y="2"/>
                  </a:lnTo>
                  <a:lnTo>
                    <a:pt x="8" y="0"/>
                  </a:lnTo>
                  <a:lnTo>
                    <a:pt x="13" y="24"/>
                  </a:lnTo>
                  <a:lnTo>
                    <a:pt x="4" y="25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7" y="21"/>
                  </a:moveTo>
                  <a:lnTo>
                    <a:pt x="7" y="21"/>
                  </a:lnTo>
                  <a:lnTo>
                    <a:pt x="5" y="5"/>
                  </a:lnTo>
                  <a:lnTo>
                    <a:pt x="5" y="5"/>
                  </a:lnTo>
                  <a:lnTo>
                    <a:pt x="7" y="21"/>
                  </a:ln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769"/>
            <p:cNvSpPr/>
            <p:nvPr/>
          </p:nvSpPr>
          <p:spPr bwMode="auto">
            <a:xfrm>
              <a:off x="6740445" y="4689723"/>
              <a:ext cx="25152" cy="85513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0 h 17"/>
                <a:gd name="T4" fmla="*/ 5 w 5"/>
                <a:gd name="T5" fmla="*/ 0 h 17"/>
                <a:gd name="T6" fmla="*/ 5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7">
                  <a:moveTo>
                    <a:pt x="0" y="1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7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3770"/>
            <p:cNvSpPr>
              <a:spLocks noEditPoints="1"/>
            </p:cNvSpPr>
            <p:nvPr/>
          </p:nvSpPr>
          <p:spPr bwMode="auto">
            <a:xfrm>
              <a:off x="6730385" y="4679663"/>
              <a:ext cx="45272" cy="105633"/>
            </a:xfrm>
            <a:custGeom>
              <a:avLst/>
              <a:gdLst>
                <a:gd name="T0" fmla="*/ 7 w 9"/>
                <a:gd name="T1" fmla="*/ 21 h 21"/>
                <a:gd name="T2" fmla="*/ 2 w 9"/>
                <a:gd name="T3" fmla="*/ 21 h 21"/>
                <a:gd name="T4" fmla="*/ 2 w 9"/>
                <a:gd name="T5" fmla="*/ 19 h 21"/>
                <a:gd name="T6" fmla="*/ 5 w 9"/>
                <a:gd name="T7" fmla="*/ 19 h 21"/>
                <a:gd name="T8" fmla="*/ 2 w 9"/>
                <a:gd name="T9" fmla="*/ 19 h 21"/>
                <a:gd name="T10" fmla="*/ 2 w 9"/>
                <a:gd name="T11" fmla="*/ 21 h 21"/>
                <a:gd name="T12" fmla="*/ 0 w 9"/>
                <a:gd name="T13" fmla="*/ 21 h 21"/>
                <a:gd name="T14" fmla="*/ 0 w 9"/>
                <a:gd name="T15" fmla="*/ 0 h 21"/>
                <a:gd name="T16" fmla="*/ 9 w 9"/>
                <a:gd name="T17" fmla="*/ 0 h 21"/>
                <a:gd name="T18" fmla="*/ 9 w 9"/>
                <a:gd name="T19" fmla="*/ 21 h 21"/>
                <a:gd name="T20" fmla="*/ 7 w 9"/>
                <a:gd name="T21" fmla="*/ 21 h 21"/>
                <a:gd name="T22" fmla="*/ 7 w 9"/>
                <a:gd name="T23" fmla="*/ 21 h 21"/>
                <a:gd name="T24" fmla="*/ 5 w 9"/>
                <a:gd name="T25" fmla="*/ 16 h 21"/>
                <a:gd name="T26" fmla="*/ 5 w 9"/>
                <a:gd name="T27" fmla="*/ 16 h 21"/>
                <a:gd name="T28" fmla="*/ 5 w 9"/>
                <a:gd name="T29" fmla="*/ 4 h 21"/>
                <a:gd name="T30" fmla="*/ 5 w 9"/>
                <a:gd name="T31" fmla="*/ 4 h 21"/>
                <a:gd name="T32" fmla="*/ 5 w 9"/>
                <a:gd name="T33" fmla="*/ 16 h 21"/>
                <a:gd name="T34" fmla="*/ 5 w 9"/>
                <a:gd name="T35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" h="21">
                  <a:moveTo>
                    <a:pt x="7" y="21"/>
                  </a:moveTo>
                  <a:lnTo>
                    <a:pt x="2" y="21"/>
                  </a:lnTo>
                  <a:lnTo>
                    <a:pt x="2" y="19"/>
                  </a:lnTo>
                  <a:lnTo>
                    <a:pt x="5" y="19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7" y="21"/>
                  </a:lnTo>
                  <a:close/>
                  <a:moveTo>
                    <a:pt x="5" y="16"/>
                  </a:moveTo>
                  <a:lnTo>
                    <a:pt x="5" y="1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16"/>
                  </a:lnTo>
                  <a:lnTo>
                    <a:pt x="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771"/>
            <p:cNvSpPr/>
            <p:nvPr/>
          </p:nvSpPr>
          <p:spPr bwMode="auto">
            <a:xfrm>
              <a:off x="6740445" y="4684692"/>
              <a:ext cx="50301" cy="95573"/>
            </a:xfrm>
            <a:custGeom>
              <a:avLst/>
              <a:gdLst>
                <a:gd name="T0" fmla="*/ 0 w 10"/>
                <a:gd name="T1" fmla="*/ 18 h 19"/>
                <a:gd name="T2" fmla="*/ 6 w 10"/>
                <a:gd name="T3" fmla="*/ 0 h 19"/>
                <a:gd name="T4" fmla="*/ 10 w 10"/>
                <a:gd name="T5" fmla="*/ 2 h 19"/>
                <a:gd name="T6" fmla="*/ 5 w 10"/>
                <a:gd name="T7" fmla="*/ 19 h 19"/>
                <a:gd name="T8" fmla="*/ 0 w 10"/>
                <a:gd name="T9" fmla="*/ 18 h 19"/>
                <a:gd name="T10" fmla="*/ 0 w 1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9">
                  <a:moveTo>
                    <a:pt x="0" y="18"/>
                  </a:moveTo>
                  <a:lnTo>
                    <a:pt x="6" y="0"/>
                  </a:lnTo>
                  <a:lnTo>
                    <a:pt x="10" y="2"/>
                  </a:lnTo>
                  <a:lnTo>
                    <a:pt x="5" y="1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3772"/>
            <p:cNvSpPr/>
            <p:nvPr/>
          </p:nvSpPr>
          <p:spPr bwMode="auto">
            <a:xfrm>
              <a:off x="6725357" y="4674632"/>
              <a:ext cx="80481" cy="120721"/>
            </a:xfrm>
            <a:custGeom>
              <a:avLst/>
              <a:gdLst>
                <a:gd name="T0" fmla="*/ 7 w 16"/>
                <a:gd name="T1" fmla="*/ 23 h 24"/>
                <a:gd name="T2" fmla="*/ 2 w 16"/>
                <a:gd name="T3" fmla="*/ 22 h 24"/>
                <a:gd name="T4" fmla="*/ 3 w 16"/>
                <a:gd name="T5" fmla="*/ 20 h 24"/>
                <a:gd name="T6" fmla="*/ 6 w 16"/>
                <a:gd name="T7" fmla="*/ 21 h 24"/>
                <a:gd name="T8" fmla="*/ 3 w 16"/>
                <a:gd name="T9" fmla="*/ 20 h 24"/>
                <a:gd name="T10" fmla="*/ 2 w 16"/>
                <a:gd name="T11" fmla="*/ 22 h 24"/>
                <a:gd name="T12" fmla="*/ 0 w 16"/>
                <a:gd name="T13" fmla="*/ 21 h 24"/>
                <a:gd name="T14" fmla="*/ 8 w 16"/>
                <a:gd name="T15" fmla="*/ 0 h 24"/>
                <a:gd name="T16" fmla="*/ 16 w 16"/>
                <a:gd name="T17" fmla="*/ 2 h 24"/>
                <a:gd name="T18" fmla="*/ 9 w 16"/>
                <a:gd name="T19" fmla="*/ 24 h 24"/>
                <a:gd name="T20" fmla="*/ 7 w 16"/>
                <a:gd name="T21" fmla="*/ 23 h 24"/>
                <a:gd name="T22" fmla="*/ 7 w 16"/>
                <a:gd name="T23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4">
                  <a:moveTo>
                    <a:pt x="7" y="23"/>
                  </a:moveTo>
                  <a:lnTo>
                    <a:pt x="2" y="22"/>
                  </a:lnTo>
                  <a:lnTo>
                    <a:pt x="3" y="20"/>
                  </a:lnTo>
                  <a:lnTo>
                    <a:pt x="6" y="21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0" y="21"/>
                  </a:lnTo>
                  <a:lnTo>
                    <a:pt x="8" y="0"/>
                  </a:lnTo>
                  <a:lnTo>
                    <a:pt x="16" y="2"/>
                  </a:lnTo>
                  <a:lnTo>
                    <a:pt x="9" y="24"/>
                  </a:lnTo>
                  <a:lnTo>
                    <a:pt x="7" y="23"/>
                  </a:lnTo>
                  <a:lnTo>
                    <a:pt x="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3773"/>
            <p:cNvSpPr/>
            <p:nvPr/>
          </p:nvSpPr>
          <p:spPr bwMode="auto">
            <a:xfrm>
              <a:off x="6760566" y="4714872"/>
              <a:ext cx="45272" cy="70421"/>
            </a:xfrm>
            <a:custGeom>
              <a:avLst/>
              <a:gdLst>
                <a:gd name="T0" fmla="*/ 0 w 9"/>
                <a:gd name="T1" fmla="*/ 12 h 14"/>
                <a:gd name="T2" fmla="*/ 4 w 9"/>
                <a:gd name="T3" fmla="*/ 0 h 14"/>
                <a:gd name="T4" fmla="*/ 9 w 9"/>
                <a:gd name="T5" fmla="*/ 2 h 14"/>
                <a:gd name="T6" fmla="*/ 3 w 9"/>
                <a:gd name="T7" fmla="*/ 14 h 14"/>
                <a:gd name="T8" fmla="*/ 0 w 9"/>
                <a:gd name="T9" fmla="*/ 12 h 14"/>
                <a:gd name="T10" fmla="*/ 0 w 9"/>
                <a:gd name="T11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4">
                  <a:moveTo>
                    <a:pt x="0" y="12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3" y="14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3774"/>
            <p:cNvSpPr>
              <a:spLocks noEditPoints="1"/>
            </p:cNvSpPr>
            <p:nvPr/>
          </p:nvSpPr>
          <p:spPr bwMode="auto">
            <a:xfrm>
              <a:off x="6740445" y="4694752"/>
              <a:ext cx="80481" cy="100601"/>
            </a:xfrm>
            <a:custGeom>
              <a:avLst/>
              <a:gdLst>
                <a:gd name="T0" fmla="*/ 6 w 16"/>
                <a:gd name="T1" fmla="*/ 19 h 20"/>
                <a:gd name="T2" fmla="*/ 3 w 16"/>
                <a:gd name="T3" fmla="*/ 18 h 20"/>
                <a:gd name="T4" fmla="*/ 4 w 16"/>
                <a:gd name="T5" fmla="*/ 16 h 20"/>
                <a:gd name="T6" fmla="*/ 5 w 16"/>
                <a:gd name="T7" fmla="*/ 17 h 20"/>
                <a:gd name="T8" fmla="*/ 4 w 16"/>
                <a:gd name="T9" fmla="*/ 16 h 20"/>
                <a:gd name="T10" fmla="*/ 3 w 16"/>
                <a:gd name="T11" fmla="*/ 18 h 20"/>
                <a:gd name="T12" fmla="*/ 0 w 16"/>
                <a:gd name="T13" fmla="*/ 17 h 20"/>
                <a:gd name="T14" fmla="*/ 7 w 16"/>
                <a:gd name="T15" fmla="*/ 0 h 20"/>
                <a:gd name="T16" fmla="*/ 16 w 16"/>
                <a:gd name="T17" fmla="*/ 5 h 20"/>
                <a:gd name="T18" fmla="*/ 8 w 16"/>
                <a:gd name="T19" fmla="*/ 20 h 20"/>
                <a:gd name="T20" fmla="*/ 6 w 16"/>
                <a:gd name="T21" fmla="*/ 19 h 20"/>
                <a:gd name="T22" fmla="*/ 6 w 16"/>
                <a:gd name="T23" fmla="*/ 19 h 20"/>
                <a:gd name="T24" fmla="*/ 7 w 16"/>
                <a:gd name="T25" fmla="*/ 13 h 20"/>
                <a:gd name="T26" fmla="*/ 9 w 16"/>
                <a:gd name="T27" fmla="*/ 7 h 20"/>
                <a:gd name="T28" fmla="*/ 9 w 16"/>
                <a:gd name="T29" fmla="*/ 7 h 20"/>
                <a:gd name="T30" fmla="*/ 7 w 16"/>
                <a:gd name="T31" fmla="*/ 13 h 20"/>
                <a:gd name="T32" fmla="*/ 7 w 16"/>
                <a:gd name="T3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20">
                  <a:moveTo>
                    <a:pt x="6" y="19"/>
                  </a:moveTo>
                  <a:lnTo>
                    <a:pt x="3" y="18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4" y="16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6" y="5"/>
                  </a:lnTo>
                  <a:lnTo>
                    <a:pt x="8" y="20"/>
                  </a:lnTo>
                  <a:lnTo>
                    <a:pt x="6" y="19"/>
                  </a:lnTo>
                  <a:lnTo>
                    <a:pt x="6" y="19"/>
                  </a:lnTo>
                  <a:close/>
                  <a:moveTo>
                    <a:pt x="7" y="13"/>
                  </a:moveTo>
                  <a:lnTo>
                    <a:pt x="9" y="7"/>
                  </a:lnTo>
                  <a:lnTo>
                    <a:pt x="9" y="7"/>
                  </a:lnTo>
                  <a:lnTo>
                    <a:pt x="7" y="13"/>
                  </a:ln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3775"/>
            <p:cNvSpPr/>
            <p:nvPr/>
          </p:nvSpPr>
          <p:spPr bwMode="auto">
            <a:xfrm>
              <a:off x="6478882" y="5811425"/>
              <a:ext cx="160962" cy="965772"/>
            </a:xfrm>
            <a:custGeom>
              <a:avLst/>
              <a:gdLst>
                <a:gd name="T0" fmla="*/ 0 w 29"/>
                <a:gd name="T1" fmla="*/ 174 h 175"/>
                <a:gd name="T2" fmla="*/ 0 w 29"/>
                <a:gd name="T3" fmla="*/ 170 h 175"/>
                <a:gd name="T4" fmla="*/ 20 w 29"/>
                <a:gd name="T5" fmla="*/ 171 h 175"/>
                <a:gd name="T6" fmla="*/ 20 w 29"/>
                <a:gd name="T7" fmla="*/ 171 h 175"/>
                <a:gd name="T8" fmla="*/ 25 w 29"/>
                <a:gd name="T9" fmla="*/ 171 h 175"/>
                <a:gd name="T10" fmla="*/ 25 w 29"/>
                <a:gd name="T11" fmla="*/ 171 h 175"/>
                <a:gd name="T12" fmla="*/ 17 w 29"/>
                <a:gd name="T13" fmla="*/ 83 h 175"/>
                <a:gd name="T14" fmla="*/ 17 w 29"/>
                <a:gd name="T15" fmla="*/ 83 h 175"/>
                <a:gd name="T16" fmla="*/ 9 w 29"/>
                <a:gd name="T17" fmla="*/ 0 h 175"/>
                <a:gd name="T18" fmla="*/ 9 w 29"/>
                <a:gd name="T19" fmla="*/ 0 h 175"/>
                <a:gd name="T20" fmla="*/ 9 w 29"/>
                <a:gd name="T21" fmla="*/ 0 h 175"/>
                <a:gd name="T22" fmla="*/ 13 w 29"/>
                <a:gd name="T23" fmla="*/ 0 h 175"/>
                <a:gd name="T24" fmla="*/ 29 w 29"/>
                <a:gd name="T25" fmla="*/ 172 h 175"/>
                <a:gd name="T26" fmla="*/ 29 w 29"/>
                <a:gd name="T27" fmla="*/ 172 h 175"/>
                <a:gd name="T28" fmla="*/ 29 w 29"/>
                <a:gd name="T29" fmla="*/ 173 h 175"/>
                <a:gd name="T30" fmla="*/ 29 w 29"/>
                <a:gd name="T31" fmla="*/ 173 h 175"/>
                <a:gd name="T32" fmla="*/ 29 w 29"/>
                <a:gd name="T33" fmla="*/ 173 h 175"/>
                <a:gd name="T34" fmla="*/ 29 w 29"/>
                <a:gd name="T35" fmla="*/ 173 h 175"/>
                <a:gd name="T36" fmla="*/ 27 w 29"/>
                <a:gd name="T37" fmla="*/ 174 h 175"/>
                <a:gd name="T38" fmla="*/ 27 w 29"/>
                <a:gd name="T39" fmla="*/ 174 h 175"/>
                <a:gd name="T40" fmla="*/ 25 w 29"/>
                <a:gd name="T41" fmla="*/ 175 h 175"/>
                <a:gd name="T42" fmla="*/ 25 w 29"/>
                <a:gd name="T43" fmla="*/ 175 h 175"/>
                <a:gd name="T44" fmla="*/ 20 w 29"/>
                <a:gd name="T45" fmla="*/ 175 h 175"/>
                <a:gd name="T46" fmla="*/ 20 w 29"/>
                <a:gd name="T47" fmla="*/ 175 h 175"/>
                <a:gd name="T48" fmla="*/ 0 w 29"/>
                <a:gd name="T49" fmla="*/ 174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175">
                  <a:moveTo>
                    <a:pt x="0" y="174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170"/>
                    <a:pt x="12" y="171"/>
                    <a:pt x="20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2" y="171"/>
                    <a:pt x="24" y="171"/>
                    <a:pt x="25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5" y="162"/>
                    <a:pt x="21" y="122"/>
                    <a:pt x="17" y="83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3" y="41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29" y="164"/>
                    <a:pt x="29" y="172"/>
                  </a:cubicBezTo>
                  <a:cubicBezTo>
                    <a:pt x="29" y="172"/>
                    <a:pt x="29" y="172"/>
                    <a:pt x="29" y="172"/>
                  </a:cubicBezTo>
                  <a:cubicBezTo>
                    <a:pt x="29" y="172"/>
                    <a:pt x="29" y="172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5"/>
                    <a:pt x="28" y="174"/>
                    <a:pt x="27" y="174"/>
                  </a:cubicBezTo>
                  <a:cubicBezTo>
                    <a:pt x="27" y="174"/>
                    <a:pt x="27" y="174"/>
                    <a:pt x="27" y="174"/>
                  </a:cubicBezTo>
                  <a:cubicBezTo>
                    <a:pt x="26" y="174"/>
                    <a:pt x="26" y="175"/>
                    <a:pt x="25" y="175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4" y="175"/>
                    <a:pt x="22" y="175"/>
                    <a:pt x="20" y="175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12" y="175"/>
                    <a:pt x="0" y="174"/>
                    <a:pt x="0" y="1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3776"/>
            <p:cNvSpPr>
              <a:spLocks noEditPoints="1"/>
            </p:cNvSpPr>
            <p:nvPr/>
          </p:nvSpPr>
          <p:spPr bwMode="auto">
            <a:xfrm>
              <a:off x="6468822" y="5781245"/>
              <a:ext cx="181082" cy="1016072"/>
            </a:xfrm>
            <a:custGeom>
              <a:avLst/>
              <a:gdLst>
                <a:gd name="T0" fmla="*/ 0 w 33"/>
                <a:gd name="T1" fmla="*/ 181 h 184"/>
                <a:gd name="T2" fmla="*/ 0 w 33"/>
                <a:gd name="T3" fmla="*/ 180 h 184"/>
                <a:gd name="T4" fmla="*/ 0 w 33"/>
                <a:gd name="T5" fmla="*/ 179 h 184"/>
                <a:gd name="T6" fmla="*/ 0 w 33"/>
                <a:gd name="T7" fmla="*/ 179 h 184"/>
                <a:gd name="T8" fmla="*/ 2 w 33"/>
                <a:gd name="T9" fmla="*/ 173 h 184"/>
                <a:gd name="T10" fmla="*/ 22 w 33"/>
                <a:gd name="T11" fmla="*/ 174 h 184"/>
                <a:gd name="T12" fmla="*/ 23 w 33"/>
                <a:gd name="T13" fmla="*/ 174 h 184"/>
                <a:gd name="T14" fmla="*/ 25 w 33"/>
                <a:gd name="T15" fmla="*/ 174 h 184"/>
                <a:gd name="T16" fmla="*/ 17 w 33"/>
                <a:gd name="T17" fmla="*/ 89 h 184"/>
                <a:gd name="T18" fmla="*/ 9 w 33"/>
                <a:gd name="T19" fmla="*/ 5 h 184"/>
                <a:gd name="T20" fmla="*/ 12 w 33"/>
                <a:gd name="T21" fmla="*/ 3 h 184"/>
                <a:gd name="T22" fmla="*/ 17 w 33"/>
                <a:gd name="T23" fmla="*/ 5 h 184"/>
                <a:gd name="T24" fmla="*/ 17 w 33"/>
                <a:gd name="T25" fmla="*/ 5 h 184"/>
                <a:gd name="T26" fmla="*/ 18 w 33"/>
                <a:gd name="T27" fmla="*/ 6 h 184"/>
                <a:gd name="T28" fmla="*/ 18 w 33"/>
                <a:gd name="T29" fmla="*/ 12 h 184"/>
                <a:gd name="T30" fmla="*/ 20 w 33"/>
                <a:gd name="T31" fmla="*/ 30 h 184"/>
                <a:gd name="T32" fmla="*/ 25 w 33"/>
                <a:gd name="T33" fmla="*/ 88 h 184"/>
                <a:gd name="T34" fmla="*/ 33 w 33"/>
                <a:gd name="T35" fmla="*/ 177 h 184"/>
                <a:gd name="T36" fmla="*/ 33 w 33"/>
                <a:gd name="T37" fmla="*/ 177 h 184"/>
                <a:gd name="T38" fmla="*/ 33 w 33"/>
                <a:gd name="T39" fmla="*/ 178 h 184"/>
                <a:gd name="T40" fmla="*/ 33 w 33"/>
                <a:gd name="T41" fmla="*/ 178 h 184"/>
                <a:gd name="T42" fmla="*/ 33 w 33"/>
                <a:gd name="T43" fmla="*/ 179 h 184"/>
                <a:gd name="T44" fmla="*/ 33 w 33"/>
                <a:gd name="T45" fmla="*/ 180 h 184"/>
                <a:gd name="T46" fmla="*/ 30 w 33"/>
                <a:gd name="T47" fmla="*/ 181 h 184"/>
                <a:gd name="T48" fmla="*/ 30 w 33"/>
                <a:gd name="T49" fmla="*/ 181 h 184"/>
                <a:gd name="T50" fmla="*/ 27 w 33"/>
                <a:gd name="T51" fmla="*/ 182 h 184"/>
                <a:gd name="T52" fmla="*/ 22 w 33"/>
                <a:gd name="T53" fmla="*/ 182 h 184"/>
                <a:gd name="T54" fmla="*/ 4 w 33"/>
                <a:gd name="T55" fmla="*/ 181 h 184"/>
                <a:gd name="T56" fmla="*/ 3 w 33"/>
                <a:gd name="T57" fmla="*/ 184 h 184"/>
                <a:gd name="T58" fmla="*/ 2 w 33"/>
                <a:gd name="T59" fmla="*/ 181 h 184"/>
                <a:gd name="T60" fmla="*/ 2 w 33"/>
                <a:gd name="T61" fmla="*/ 181 h 184"/>
                <a:gd name="T62" fmla="*/ 1 w 33"/>
                <a:gd name="T63" fmla="*/ 181 h 184"/>
                <a:gd name="T64" fmla="*/ 2 w 33"/>
                <a:gd name="T65" fmla="*/ 179 h 184"/>
                <a:gd name="T66" fmla="*/ 2 w 33"/>
                <a:gd name="T67" fmla="*/ 179 h 184"/>
                <a:gd name="T68" fmla="*/ 2 w 33"/>
                <a:gd name="T69" fmla="*/ 179 h 184"/>
                <a:gd name="T70" fmla="*/ 25 w 33"/>
                <a:gd name="T71" fmla="*/ 178 h 184"/>
                <a:gd name="T72" fmla="*/ 27 w 33"/>
                <a:gd name="T73" fmla="*/ 178 h 184"/>
                <a:gd name="T74" fmla="*/ 27 w 33"/>
                <a:gd name="T75" fmla="*/ 178 h 184"/>
                <a:gd name="T76" fmla="*/ 33 w 33"/>
                <a:gd name="T77" fmla="*/ 178 h 184"/>
                <a:gd name="T78" fmla="*/ 33 w 33"/>
                <a:gd name="T79" fmla="*/ 178 h 184"/>
                <a:gd name="T80" fmla="*/ 26 w 33"/>
                <a:gd name="T81" fmla="*/ 135 h 184"/>
                <a:gd name="T82" fmla="*/ 29 w 33"/>
                <a:gd name="T83" fmla="*/ 175 h 184"/>
                <a:gd name="T84" fmla="*/ 14 w 33"/>
                <a:gd name="T85" fmla="*/ 7 h 184"/>
                <a:gd name="T86" fmla="*/ 14 w 33"/>
                <a:gd name="T87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184">
                  <a:moveTo>
                    <a:pt x="0" y="181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0" y="181"/>
                    <a:pt x="0" y="180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80"/>
                    <a:pt x="0" y="180"/>
                    <a:pt x="0" y="179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2" y="173"/>
                    <a:pt x="2" y="173"/>
                    <a:pt x="2" y="173"/>
                  </a:cubicBezTo>
                  <a:cubicBezTo>
                    <a:pt x="2" y="173"/>
                    <a:pt x="14" y="174"/>
                    <a:pt x="22" y="174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4"/>
                    <a:pt x="22" y="174"/>
                    <a:pt x="23" y="174"/>
                  </a:cubicBezTo>
                  <a:cubicBezTo>
                    <a:pt x="23" y="174"/>
                    <a:pt x="23" y="174"/>
                    <a:pt x="23" y="174"/>
                  </a:cubicBezTo>
                  <a:cubicBezTo>
                    <a:pt x="23" y="174"/>
                    <a:pt x="24" y="174"/>
                    <a:pt x="25" y="174"/>
                  </a:cubicBezTo>
                  <a:cubicBezTo>
                    <a:pt x="25" y="174"/>
                    <a:pt x="25" y="174"/>
                    <a:pt x="25" y="174"/>
                  </a:cubicBezTo>
                  <a:cubicBezTo>
                    <a:pt x="24" y="162"/>
                    <a:pt x="21" y="125"/>
                    <a:pt x="17" y="89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3" y="46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8"/>
                    <a:pt x="18" y="9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6"/>
                    <a:pt x="19" y="23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1" y="46"/>
                    <a:pt x="23" y="67"/>
                    <a:pt x="25" y="88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9" y="130"/>
                    <a:pt x="33" y="173"/>
                    <a:pt x="33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3" y="177"/>
                    <a:pt x="33" y="177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80"/>
                    <a:pt x="33" y="180"/>
                    <a:pt x="33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81"/>
                    <a:pt x="30" y="181"/>
                    <a:pt x="30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1"/>
                    <a:pt x="28" y="182"/>
                    <a:pt x="27" y="182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6" y="182"/>
                    <a:pt x="24" y="182"/>
                    <a:pt x="22" y="182"/>
                  </a:cubicBezTo>
                  <a:cubicBezTo>
                    <a:pt x="22" y="182"/>
                    <a:pt x="22" y="182"/>
                    <a:pt x="22" y="182"/>
                  </a:cubicBezTo>
                  <a:cubicBezTo>
                    <a:pt x="16" y="182"/>
                    <a:pt x="7" y="181"/>
                    <a:pt x="4" y="181"/>
                  </a:cubicBezTo>
                  <a:cubicBezTo>
                    <a:pt x="4" y="181"/>
                    <a:pt x="4" y="181"/>
                    <a:pt x="4" y="181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0" y="181"/>
                    <a:pt x="0" y="181"/>
                    <a:pt x="0" y="181"/>
                  </a:cubicBezTo>
                  <a:close/>
                  <a:moveTo>
                    <a:pt x="2" y="181"/>
                  </a:moveTo>
                  <a:cubicBezTo>
                    <a:pt x="2" y="181"/>
                    <a:pt x="2" y="181"/>
                    <a:pt x="2" y="181"/>
                  </a:cubicBezTo>
                  <a:cubicBezTo>
                    <a:pt x="2" y="181"/>
                    <a:pt x="2" y="181"/>
                    <a:pt x="2" y="181"/>
                  </a:cubicBezTo>
                  <a:cubicBezTo>
                    <a:pt x="1" y="181"/>
                    <a:pt x="1" y="181"/>
                    <a:pt x="1" y="181"/>
                  </a:cubicBezTo>
                  <a:cubicBezTo>
                    <a:pt x="1" y="181"/>
                    <a:pt x="1" y="181"/>
                    <a:pt x="1" y="181"/>
                  </a:cubicBezTo>
                  <a:cubicBezTo>
                    <a:pt x="1" y="181"/>
                    <a:pt x="1" y="181"/>
                    <a:pt x="2" y="181"/>
                  </a:cubicBezTo>
                  <a:close/>
                  <a:moveTo>
                    <a:pt x="2" y="179"/>
                  </a:moveTo>
                  <a:cubicBezTo>
                    <a:pt x="2" y="179"/>
                    <a:pt x="2" y="179"/>
                    <a:pt x="2" y="179"/>
                  </a:cubicBezTo>
                  <a:cubicBezTo>
                    <a:pt x="2" y="179"/>
                    <a:pt x="2" y="179"/>
                    <a:pt x="2" y="179"/>
                  </a:cubicBezTo>
                  <a:close/>
                  <a:moveTo>
                    <a:pt x="2" y="179"/>
                  </a:moveTo>
                  <a:cubicBezTo>
                    <a:pt x="2" y="179"/>
                    <a:pt x="2" y="179"/>
                    <a:pt x="2" y="179"/>
                  </a:cubicBezTo>
                  <a:cubicBezTo>
                    <a:pt x="2" y="179"/>
                    <a:pt x="2" y="179"/>
                    <a:pt x="2" y="179"/>
                  </a:cubicBezTo>
                  <a:close/>
                  <a:moveTo>
                    <a:pt x="25" y="178"/>
                  </a:moveTo>
                  <a:cubicBezTo>
                    <a:pt x="26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6" y="178"/>
                    <a:pt x="25" y="178"/>
                  </a:cubicBezTo>
                  <a:close/>
                  <a:moveTo>
                    <a:pt x="33" y="178"/>
                  </a:move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lose/>
                  <a:moveTo>
                    <a:pt x="29" y="175"/>
                  </a:moveTo>
                  <a:cubicBezTo>
                    <a:pt x="29" y="169"/>
                    <a:pt x="28" y="154"/>
                    <a:pt x="26" y="13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8" y="154"/>
                    <a:pt x="29" y="169"/>
                    <a:pt x="29" y="175"/>
                  </a:cubicBezTo>
                  <a:close/>
                  <a:moveTo>
                    <a:pt x="15" y="17"/>
                  </a:moveTo>
                  <a:cubicBezTo>
                    <a:pt x="14" y="13"/>
                    <a:pt x="14" y="9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9"/>
                    <a:pt x="14" y="13"/>
                    <a:pt x="1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3777"/>
            <p:cNvSpPr>
              <a:spLocks noEditPoints="1"/>
            </p:cNvSpPr>
            <p:nvPr/>
          </p:nvSpPr>
          <p:spPr bwMode="auto">
            <a:xfrm>
              <a:off x="6659964" y="5529742"/>
              <a:ext cx="850082" cy="377256"/>
            </a:xfrm>
            <a:custGeom>
              <a:avLst/>
              <a:gdLst>
                <a:gd name="T0" fmla="*/ 128 w 154"/>
                <a:gd name="T1" fmla="*/ 65 h 68"/>
                <a:gd name="T2" fmla="*/ 122 w 154"/>
                <a:gd name="T3" fmla="*/ 40 h 68"/>
                <a:gd name="T4" fmla="*/ 122 w 154"/>
                <a:gd name="T5" fmla="*/ 40 h 68"/>
                <a:gd name="T6" fmla="*/ 110 w 154"/>
                <a:gd name="T7" fmla="*/ 6 h 68"/>
                <a:gd name="T8" fmla="*/ 110 w 154"/>
                <a:gd name="T9" fmla="*/ 6 h 68"/>
                <a:gd name="T10" fmla="*/ 105 w 154"/>
                <a:gd name="T11" fmla="*/ 4 h 68"/>
                <a:gd name="T12" fmla="*/ 105 w 154"/>
                <a:gd name="T13" fmla="*/ 4 h 68"/>
                <a:gd name="T14" fmla="*/ 45 w 154"/>
                <a:gd name="T15" fmla="*/ 23 h 68"/>
                <a:gd name="T16" fmla="*/ 45 w 154"/>
                <a:gd name="T17" fmla="*/ 23 h 68"/>
                <a:gd name="T18" fmla="*/ 2 w 154"/>
                <a:gd name="T19" fmla="*/ 42 h 68"/>
                <a:gd name="T20" fmla="*/ 2 w 154"/>
                <a:gd name="T21" fmla="*/ 42 h 68"/>
                <a:gd name="T22" fmla="*/ 0 w 154"/>
                <a:gd name="T23" fmla="*/ 38 h 68"/>
                <a:gd name="T24" fmla="*/ 105 w 154"/>
                <a:gd name="T25" fmla="*/ 0 h 68"/>
                <a:gd name="T26" fmla="*/ 105 w 154"/>
                <a:gd name="T27" fmla="*/ 0 h 68"/>
                <a:gd name="T28" fmla="*/ 113 w 154"/>
                <a:gd name="T29" fmla="*/ 4 h 68"/>
                <a:gd name="T30" fmla="*/ 113 w 154"/>
                <a:gd name="T31" fmla="*/ 4 h 68"/>
                <a:gd name="T32" fmla="*/ 131 w 154"/>
                <a:gd name="T33" fmla="*/ 62 h 68"/>
                <a:gd name="T34" fmla="*/ 131 w 154"/>
                <a:gd name="T35" fmla="*/ 62 h 68"/>
                <a:gd name="T36" fmla="*/ 153 w 154"/>
                <a:gd name="T37" fmla="*/ 53 h 68"/>
                <a:gd name="T38" fmla="*/ 154 w 154"/>
                <a:gd name="T39" fmla="*/ 57 h 68"/>
                <a:gd name="T40" fmla="*/ 128 w 154"/>
                <a:gd name="T41" fmla="*/ 68 h 68"/>
                <a:gd name="T42" fmla="*/ 128 w 154"/>
                <a:gd name="T43" fmla="*/ 65 h 68"/>
                <a:gd name="T44" fmla="*/ 2 w 154"/>
                <a:gd name="T45" fmla="*/ 42 h 68"/>
                <a:gd name="T46" fmla="*/ 2 w 154"/>
                <a:gd name="T47" fmla="*/ 42 h 68"/>
                <a:gd name="T48" fmla="*/ 2 w 154"/>
                <a:gd name="T49" fmla="*/ 42 h 68"/>
                <a:gd name="T50" fmla="*/ 2 w 154"/>
                <a:gd name="T51" fmla="*/ 42 h 68"/>
                <a:gd name="T52" fmla="*/ 2 w 154"/>
                <a:gd name="T53" fmla="*/ 4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4" h="68">
                  <a:moveTo>
                    <a:pt x="128" y="65"/>
                  </a:moveTo>
                  <a:cubicBezTo>
                    <a:pt x="128" y="65"/>
                    <a:pt x="125" y="54"/>
                    <a:pt x="122" y="40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118" y="27"/>
                    <a:pt x="113" y="12"/>
                    <a:pt x="110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08" y="4"/>
                    <a:pt x="105" y="4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94" y="4"/>
                    <a:pt x="68" y="14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22" y="33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80" y="1"/>
                    <a:pt x="10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9" y="0"/>
                    <a:pt x="112" y="1"/>
                    <a:pt x="113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20" y="15"/>
                    <a:pt x="129" y="53"/>
                    <a:pt x="131" y="62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5"/>
                    <a:pt x="128" y="65"/>
                    <a:pt x="128" y="65"/>
                  </a:cubicBezTo>
                  <a:close/>
                  <a:moveTo>
                    <a:pt x="2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3778"/>
            <p:cNvSpPr>
              <a:spLocks noEditPoints="1"/>
            </p:cNvSpPr>
            <p:nvPr/>
          </p:nvSpPr>
          <p:spPr bwMode="auto">
            <a:xfrm>
              <a:off x="6644876" y="5519682"/>
              <a:ext cx="880262" cy="397376"/>
            </a:xfrm>
            <a:custGeom>
              <a:avLst/>
              <a:gdLst>
                <a:gd name="T0" fmla="*/ 129 w 160"/>
                <a:gd name="T1" fmla="*/ 68 h 72"/>
                <a:gd name="T2" fmla="*/ 129 w 160"/>
                <a:gd name="T3" fmla="*/ 68 h 72"/>
                <a:gd name="T4" fmla="*/ 129 w 160"/>
                <a:gd name="T5" fmla="*/ 68 h 72"/>
                <a:gd name="T6" fmla="*/ 131 w 160"/>
                <a:gd name="T7" fmla="*/ 67 h 72"/>
                <a:gd name="T8" fmla="*/ 131 w 160"/>
                <a:gd name="T9" fmla="*/ 67 h 72"/>
                <a:gd name="T10" fmla="*/ 129 w 160"/>
                <a:gd name="T11" fmla="*/ 68 h 72"/>
                <a:gd name="T12" fmla="*/ 129 w 160"/>
                <a:gd name="T13" fmla="*/ 68 h 72"/>
                <a:gd name="T14" fmla="*/ 129 w 160"/>
                <a:gd name="T15" fmla="*/ 67 h 72"/>
                <a:gd name="T16" fmla="*/ 128 w 160"/>
                <a:gd name="T17" fmla="*/ 66 h 72"/>
                <a:gd name="T18" fmla="*/ 127 w 160"/>
                <a:gd name="T19" fmla="*/ 60 h 72"/>
                <a:gd name="T20" fmla="*/ 123 w 160"/>
                <a:gd name="T21" fmla="*/ 43 h 72"/>
                <a:gd name="T22" fmla="*/ 111 w 160"/>
                <a:gd name="T23" fmla="*/ 9 h 72"/>
                <a:gd name="T24" fmla="*/ 111 w 160"/>
                <a:gd name="T25" fmla="*/ 9 h 72"/>
                <a:gd name="T26" fmla="*/ 109 w 160"/>
                <a:gd name="T27" fmla="*/ 8 h 72"/>
                <a:gd name="T28" fmla="*/ 108 w 160"/>
                <a:gd name="T29" fmla="*/ 8 h 72"/>
                <a:gd name="T30" fmla="*/ 49 w 160"/>
                <a:gd name="T31" fmla="*/ 27 h 72"/>
                <a:gd name="T32" fmla="*/ 7 w 160"/>
                <a:gd name="T33" fmla="*/ 45 h 72"/>
                <a:gd name="T34" fmla="*/ 7 w 160"/>
                <a:gd name="T35" fmla="*/ 46 h 72"/>
                <a:gd name="T36" fmla="*/ 4 w 160"/>
                <a:gd name="T37" fmla="*/ 47 h 72"/>
                <a:gd name="T38" fmla="*/ 3 w 160"/>
                <a:gd name="T39" fmla="*/ 39 h 72"/>
                <a:gd name="T40" fmla="*/ 3 w 160"/>
                <a:gd name="T41" fmla="*/ 38 h 72"/>
                <a:gd name="T42" fmla="*/ 6 w 160"/>
                <a:gd name="T43" fmla="*/ 37 h 72"/>
                <a:gd name="T44" fmla="*/ 15 w 160"/>
                <a:gd name="T45" fmla="*/ 33 h 72"/>
                <a:gd name="T46" fmla="*/ 46 w 160"/>
                <a:gd name="T47" fmla="*/ 20 h 72"/>
                <a:gd name="T48" fmla="*/ 108 w 160"/>
                <a:gd name="T49" fmla="*/ 0 h 72"/>
                <a:gd name="T50" fmla="*/ 118 w 160"/>
                <a:gd name="T51" fmla="*/ 5 h 72"/>
                <a:gd name="T52" fmla="*/ 136 w 160"/>
                <a:gd name="T53" fmla="*/ 61 h 72"/>
                <a:gd name="T54" fmla="*/ 160 w 160"/>
                <a:gd name="T55" fmla="*/ 60 h 72"/>
                <a:gd name="T56" fmla="*/ 129 w 160"/>
                <a:gd name="T57" fmla="*/ 70 h 72"/>
                <a:gd name="T58" fmla="*/ 133 w 160"/>
                <a:gd name="T59" fmla="*/ 67 h 72"/>
                <a:gd name="T60" fmla="*/ 133 w 160"/>
                <a:gd name="T61" fmla="*/ 67 h 72"/>
                <a:gd name="T62" fmla="*/ 133 w 160"/>
                <a:gd name="T63" fmla="*/ 67 h 72"/>
                <a:gd name="T64" fmla="*/ 131 w 160"/>
                <a:gd name="T65" fmla="*/ 59 h 72"/>
                <a:gd name="T66" fmla="*/ 115 w 160"/>
                <a:gd name="T67" fmla="*/ 7 h 72"/>
                <a:gd name="T68" fmla="*/ 115 w 160"/>
                <a:gd name="T69" fmla="*/ 7 h 72"/>
                <a:gd name="T70" fmla="*/ 126 w 160"/>
                <a:gd name="T71" fmla="*/ 42 h 72"/>
                <a:gd name="T72" fmla="*/ 8 w 160"/>
                <a:gd name="T73" fmla="*/ 40 h 72"/>
                <a:gd name="T74" fmla="*/ 7 w 160"/>
                <a:gd name="T75" fmla="*/ 41 h 72"/>
                <a:gd name="T76" fmla="*/ 115 w 160"/>
                <a:gd name="T77" fmla="*/ 7 h 72"/>
                <a:gd name="T78" fmla="*/ 114 w 160"/>
                <a:gd name="T79" fmla="*/ 6 h 72"/>
                <a:gd name="T80" fmla="*/ 115 w 160"/>
                <a:gd name="T81" fmla="*/ 7 h 72"/>
                <a:gd name="T82" fmla="*/ 109 w 160"/>
                <a:gd name="T83" fmla="*/ 4 h 72"/>
                <a:gd name="T84" fmla="*/ 112 w 160"/>
                <a:gd name="T85" fmla="*/ 5 h 72"/>
                <a:gd name="T86" fmla="*/ 129 w 160"/>
                <a:gd name="T87" fmla="*/ 6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0" h="72">
                  <a:moveTo>
                    <a:pt x="129" y="70"/>
                  </a:move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9" y="67"/>
                    <a:pt x="128" y="66"/>
                    <a:pt x="128" y="66"/>
                  </a:cubicBezTo>
                  <a:cubicBezTo>
                    <a:pt x="128" y="66"/>
                    <a:pt x="128" y="66"/>
                    <a:pt x="128" y="66"/>
                  </a:cubicBezTo>
                  <a:cubicBezTo>
                    <a:pt x="128" y="64"/>
                    <a:pt x="128" y="63"/>
                    <a:pt x="127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6" y="56"/>
                    <a:pt x="124" y="49"/>
                    <a:pt x="123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19" y="30"/>
                    <a:pt x="115" y="14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0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98" y="8"/>
                    <a:pt x="71" y="18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29" y="35"/>
                    <a:pt x="11" y="43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8"/>
                    <a:pt x="5" y="38"/>
                    <a:pt x="6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8" y="36"/>
                    <a:pt x="11" y="34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23" y="29"/>
                    <a:pt x="34" y="24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69" y="10"/>
                    <a:pt x="95" y="1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12" y="0"/>
                    <a:pt x="116" y="1"/>
                    <a:pt x="118" y="5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25" y="16"/>
                    <a:pt x="133" y="49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57" y="53"/>
                    <a:pt x="157" y="53"/>
                    <a:pt x="157" y="53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30" y="72"/>
                    <a:pt x="130" y="72"/>
                    <a:pt x="130" y="72"/>
                  </a:cubicBezTo>
                  <a:cubicBezTo>
                    <a:pt x="129" y="70"/>
                    <a:pt x="129" y="70"/>
                    <a:pt x="129" y="70"/>
                  </a:cubicBezTo>
                  <a:close/>
                  <a:moveTo>
                    <a:pt x="133" y="67"/>
                  </a:moveTo>
                  <a:cubicBezTo>
                    <a:pt x="133" y="67"/>
                    <a:pt x="133" y="67"/>
                    <a:pt x="133" y="67"/>
                  </a:cubicBezTo>
                  <a:cubicBezTo>
                    <a:pt x="155" y="58"/>
                    <a:pt x="155" y="58"/>
                    <a:pt x="155" y="58"/>
                  </a:cubicBezTo>
                  <a:cubicBezTo>
                    <a:pt x="133" y="67"/>
                    <a:pt x="133" y="67"/>
                    <a:pt x="133" y="67"/>
                  </a:cubicBezTo>
                  <a:cubicBezTo>
                    <a:pt x="133" y="67"/>
                    <a:pt x="133" y="67"/>
                    <a:pt x="133" y="67"/>
                  </a:cubicBezTo>
                  <a:cubicBezTo>
                    <a:pt x="133" y="67"/>
                    <a:pt x="133" y="67"/>
                    <a:pt x="133" y="67"/>
                  </a:cubicBezTo>
                  <a:close/>
                  <a:moveTo>
                    <a:pt x="126" y="42"/>
                  </a:moveTo>
                  <a:cubicBezTo>
                    <a:pt x="128" y="48"/>
                    <a:pt x="130" y="54"/>
                    <a:pt x="131" y="59"/>
                  </a:cubicBezTo>
                  <a:cubicBezTo>
                    <a:pt x="131" y="59"/>
                    <a:pt x="131" y="59"/>
                    <a:pt x="131" y="59"/>
                  </a:cubicBezTo>
                  <a:cubicBezTo>
                    <a:pt x="127" y="45"/>
                    <a:pt x="120" y="16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8" y="13"/>
                    <a:pt x="123" y="28"/>
                    <a:pt x="126" y="42"/>
                  </a:cubicBezTo>
                  <a:close/>
                  <a:moveTo>
                    <a:pt x="7" y="41"/>
                  </a:moveTo>
                  <a:cubicBezTo>
                    <a:pt x="7" y="41"/>
                    <a:pt x="8" y="41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6"/>
                    <a:pt x="114" y="6"/>
                    <a:pt x="115" y="7"/>
                  </a:cubicBezTo>
                  <a:close/>
                  <a:moveTo>
                    <a:pt x="112" y="5"/>
                  </a:moveTo>
                  <a:cubicBezTo>
                    <a:pt x="111" y="4"/>
                    <a:pt x="110" y="4"/>
                    <a:pt x="10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1" y="5"/>
                    <a:pt x="112" y="5"/>
                  </a:cubicBezTo>
                  <a:close/>
                  <a:moveTo>
                    <a:pt x="129" y="68"/>
                  </a:move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3805"/>
            <p:cNvSpPr/>
            <p:nvPr>
              <p:custDataLst>
                <p:tags r:id="rId28"/>
              </p:custDataLst>
            </p:nvPr>
          </p:nvSpPr>
          <p:spPr bwMode="auto">
            <a:xfrm>
              <a:off x="7439625" y="4926135"/>
              <a:ext cx="85513" cy="85513"/>
            </a:xfrm>
            <a:custGeom>
              <a:avLst/>
              <a:gdLst>
                <a:gd name="T0" fmla="*/ 0 w 17"/>
                <a:gd name="T1" fmla="*/ 9 h 17"/>
                <a:gd name="T2" fmla="*/ 3 w 17"/>
                <a:gd name="T3" fmla="*/ 6 h 17"/>
                <a:gd name="T4" fmla="*/ 6 w 17"/>
                <a:gd name="T5" fmla="*/ 10 h 17"/>
                <a:gd name="T6" fmla="*/ 14 w 17"/>
                <a:gd name="T7" fmla="*/ 0 h 17"/>
                <a:gd name="T8" fmla="*/ 14 w 17"/>
                <a:gd name="T9" fmla="*/ 0 h 17"/>
                <a:gd name="T10" fmla="*/ 17 w 17"/>
                <a:gd name="T11" fmla="*/ 4 h 17"/>
                <a:gd name="T12" fmla="*/ 7 w 17"/>
                <a:gd name="T13" fmla="*/ 17 h 17"/>
                <a:gd name="T14" fmla="*/ 0 w 17"/>
                <a:gd name="T15" fmla="*/ 9 h 17"/>
                <a:gd name="T16" fmla="*/ 0 w 17"/>
                <a:gd name="T1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9"/>
                  </a:moveTo>
                  <a:lnTo>
                    <a:pt x="3" y="6"/>
                  </a:lnTo>
                  <a:lnTo>
                    <a:pt x="6" y="1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7" y="4"/>
                  </a:lnTo>
                  <a:lnTo>
                    <a:pt x="7" y="17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21" name="文本框 120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{sub_title}</a:t>
            </a:r>
            <a:endParaRPr lang="zh-CN" altLang="en-US" sz="25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3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50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2875915" y="1287145"/>
            <a:ext cx="476504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{desc_1}</a:t>
            </a:r>
            <a:endParaRPr lang="en-US" altLang="zh-CN" sz="2000" dirty="0">
              <a:solidFill>
                <a:schemeClr val="accent2"/>
              </a:solidFill>
            </a:endParaRPr>
          </a:p>
        </p:txBody>
      </p:sp>
      <p:sp>
        <p:nvSpPr>
          <p:cNvPr id="21" name="矩形 17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2860675" y="1645920"/>
            <a:ext cx="611124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{content_1}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2" name="矩形 50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2831465" y="2507615"/>
            <a:ext cx="469519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{desc_2}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6" name="矩形 17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816225" y="2866390"/>
            <a:ext cx="6136005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{content_2}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矩形 50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818130" y="3689985"/>
            <a:ext cx="4265930" cy="37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{desc_3}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13" name="矩形 17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2802890" y="4048760"/>
            <a:ext cx="6137910" cy="36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sym typeface="微软雅黑" panose="020B0503020204020204" pitchFamily="34" charset="-122"/>
              </a:rPr>
              <a:t>{content_3}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2" grpId="0" bldLvl="0" animBg="1"/>
      <p:bldP spid="82" grpId="0" bldLvl="0" animBg="1"/>
      <p:bldP spid="83" grpId="0" bldLvl="0" animBg="1"/>
      <p:bldP spid="20" grpId="0"/>
      <p:bldP spid="21" grpId="0"/>
      <p:bldP spid="2" grpId="0"/>
      <p:bldP spid="6" grpId="0"/>
      <p:bldP spid="7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A_矩形 216"/>
          <p:cNvSpPr/>
          <p:nvPr>
            <p:custDataLst>
              <p:tags r:id="rId1"/>
            </p:custDataLst>
          </p:nvPr>
        </p:nvSpPr>
        <p:spPr>
          <a:xfrm>
            <a:off x="160655" y="3150870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{content_1}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PA_文本框 226"/>
          <p:cNvSpPr txBox="1"/>
          <p:nvPr>
            <p:custDataLst>
              <p:tags r:id="rId2"/>
            </p:custDataLst>
          </p:nvPr>
        </p:nvSpPr>
        <p:spPr>
          <a:xfrm>
            <a:off x="113665" y="2823210"/>
            <a:ext cx="2893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{desc_1}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122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3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931203" y="384136"/>
            <a:ext cx="287449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5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{sub_title}</a:t>
            </a:r>
            <a:endParaRPr lang="en-US" altLang="zh-CN" sz="25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PA_矩形 216"/>
          <p:cNvSpPr/>
          <p:nvPr>
            <p:custDataLst>
              <p:tags r:id="rId3"/>
            </p:custDataLst>
          </p:nvPr>
        </p:nvSpPr>
        <p:spPr>
          <a:xfrm>
            <a:off x="3171190" y="3150235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{content_2}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PA_文本框 226"/>
          <p:cNvSpPr txBox="1"/>
          <p:nvPr>
            <p:custDataLst>
              <p:tags r:id="rId4"/>
            </p:custDataLst>
          </p:nvPr>
        </p:nvSpPr>
        <p:spPr>
          <a:xfrm>
            <a:off x="3212465" y="2822575"/>
            <a:ext cx="27317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{desc_2}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7" name="PA_矩形 216"/>
          <p:cNvSpPr/>
          <p:nvPr>
            <p:custDataLst>
              <p:tags r:id="rId5"/>
            </p:custDataLst>
          </p:nvPr>
        </p:nvSpPr>
        <p:spPr>
          <a:xfrm>
            <a:off x="6155055" y="3171190"/>
            <a:ext cx="29146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{content_3}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PA_文本框 226"/>
          <p:cNvSpPr txBox="1"/>
          <p:nvPr>
            <p:custDataLst>
              <p:tags r:id="rId6"/>
            </p:custDataLst>
          </p:nvPr>
        </p:nvSpPr>
        <p:spPr>
          <a:xfrm>
            <a:off x="6090920" y="2843530"/>
            <a:ext cx="2846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+mn-ea"/>
              </a:rPr>
              <a:t>{desc_3}</a:t>
            </a:r>
            <a:endParaRPr lang="en-US" altLang="zh-CN" sz="1600" b="1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155" name="Freeform 86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995045" y="1569085"/>
            <a:ext cx="1167765" cy="1137285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rgbClr val="11419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57" name="Freeform 86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6849745" y="1506220"/>
            <a:ext cx="1263015" cy="1229360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rgbClr val="11419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58" name="Freeform 86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3865880" y="1535430"/>
            <a:ext cx="1204595" cy="1172210"/>
          </a:xfrm>
          <a:custGeom>
            <a:avLst/>
            <a:gdLst/>
            <a:ahLst/>
            <a:cxnLst>
              <a:cxn ang="0">
                <a:pos x="303" y="104"/>
              </a:cxn>
              <a:cxn ang="0">
                <a:pos x="288" y="65"/>
              </a:cxn>
              <a:cxn ang="0">
                <a:pos x="259" y="35"/>
              </a:cxn>
              <a:cxn ang="0">
                <a:pos x="223" y="13"/>
              </a:cxn>
              <a:cxn ang="0">
                <a:pos x="182" y="2"/>
              </a:cxn>
              <a:cxn ang="0">
                <a:pos x="141" y="2"/>
              </a:cxn>
              <a:cxn ang="0">
                <a:pos x="113" y="9"/>
              </a:cxn>
              <a:cxn ang="0">
                <a:pos x="72" y="29"/>
              </a:cxn>
              <a:cxn ang="0">
                <a:pos x="36" y="61"/>
              </a:cxn>
              <a:cxn ang="0">
                <a:pos x="11" y="98"/>
              </a:cxn>
              <a:cxn ang="0">
                <a:pos x="0" y="141"/>
              </a:cxn>
              <a:cxn ang="0">
                <a:pos x="4" y="171"/>
              </a:cxn>
              <a:cxn ang="0">
                <a:pos x="28" y="208"/>
              </a:cxn>
              <a:cxn ang="0">
                <a:pos x="65" y="237"/>
              </a:cxn>
              <a:cxn ang="0">
                <a:pos x="93" y="250"/>
              </a:cxn>
              <a:cxn ang="0">
                <a:pos x="141" y="256"/>
              </a:cxn>
              <a:cxn ang="0">
                <a:pos x="167" y="261"/>
              </a:cxn>
              <a:cxn ang="0">
                <a:pos x="168" y="262"/>
              </a:cxn>
              <a:cxn ang="0">
                <a:pos x="190" y="265"/>
              </a:cxn>
              <a:cxn ang="0">
                <a:pos x="225" y="252"/>
              </a:cxn>
              <a:cxn ang="0">
                <a:pos x="255" y="233"/>
              </a:cxn>
              <a:cxn ang="0">
                <a:pos x="285" y="196"/>
              </a:cxn>
              <a:cxn ang="0">
                <a:pos x="303" y="150"/>
              </a:cxn>
              <a:cxn ang="0">
                <a:pos x="306" y="119"/>
              </a:cxn>
              <a:cxn ang="0">
                <a:pos x="266" y="212"/>
              </a:cxn>
              <a:cxn ang="0">
                <a:pos x="240" y="237"/>
              </a:cxn>
              <a:cxn ang="0">
                <a:pos x="207" y="254"/>
              </a:cxn>
              <a:cxn ang="0">
                <a:pos x="203" y="254"/>
              </a:cxn>
              <a:cxn ang="0">
                <a:pos x="211" y="248"/>
              </a:cxn>
              <a:cxn ang="0">
                <a:pos x="208" y="245"/>
              </a:cxn>
              <a:cxn ang="0">
                <a:pos x="196" y="251"/>
              </a:cxn>
              <a:cxn ang="0">
                <a:pos x="150" y="250"/>
              </a:cxn>
              <a:cxn ang="0">
                <a:pos x="128" y="247"/>
              </a:cxn>
              <a:cxn ang="0">
                <a:pos x="97" y="241"/>
              </a:cxn>
              <a:cxn ang="0">
                <a:pos x="65" y="226"/>
              </a:cxn>
              <a:cxn ang="0">
                <a:pos x="29" y="197"/>
              </a:cxn>
              <a:cxn ang="0">
                <a:pos x="13" y="174"/>
              </a:cxn>
              <a:cxn ang="0">
                <a:pos x="7" y="149"/>
              </a:cxn>
              <a:cxn ang="0">
                <a:pos x="13" y="115"/>
              </a:cxn>
              <a:cxn ang="0">
                <a:pos x="39" y="69"/>
              </a:cxn>
              <a:cxn ang="0">
                <a:pos x="59" y="47"/>
              </a:cxn>
              <a:cxn ang="0">
                <a:pos x="97" y="22"/>
              </a:cxn>
              <a:cxn ang="0">
                <a:pos x="139" y="9"/>
              </a:cxn>
              <a:cxn ang="0">
                <a:pos x="161" y="7"/>
              </a:cxn>
              <a:cxn ang="0">
                <a:pos x="193" y="11"/>
              </a:cxn>
              <a:cxn ang="0">
                <a:pos x="244" y="35"/>
              </a:cxn>
              <a:cxn ang="0">
                <a:pos x="269" y="55"/>
              </a:cxn>
              <a:cxn ang="0">
                <a:pos x="287" y="83"/>
              </a:cxn>
              <a:cxn ang="0">
                <a:pos x="296" y="115"/>
              </a:cxn>
              <a:cxn ang="0">
                <a:pos x="292" y="160"/>
              </a:cxn>
              <a:cxn ang="0">
                <a:pos x="273" y="204"/>
              </a:cxn>
            </a:cxnLst>
            <a:rect l="0" t="0" r="r" b="b"/>
            <a:pathLst>
              <a:path w="306" h="265">
                <a:moveTo>
                  <a:pt x="306" y="119"/>
                </a:moveTo>
                <a:lnTo>
                  <a:pt x="306" y="119"/>
                </a:lnTo>
                <a:lnTo>
                  <a:pt x="303" y="104"/>
                </a:lnTo>
                <a:lnTo>
                  <a:pt x="299" y="90"/>
                </a:lnTo>
                <a:lnTo>
                  <a:pt x="295" y="78"/>
                </a:lnTo>
                <a:lnTo>
                  <a:pt x="288" y="65"/>
                </a:lnTo>
                <a:lnTo>
                  <a:pt x="280" y="54"/>
                </a:lnTo>
                <a:lnTo>
                  <a:pt x="270" y="44"/>
                </a:lnTo>
                <a:lnTo>
                  <a:pt x="259" y="35"/>
                </a:lnTo>
                <a:lnTo>
                  <a:pt x="248" y="27"/>
                </a:lnTo>
                <a:lnTo>
                  <a:pt x="236" y="20"/>
                </a:lnTo>
                <a:lnTo>
                  <a:pt x="223" y="13"/>
                </a:lnTo>
                <a:lnTo>
                  <a:pt x="209" y="9"/>
                </a:lnTo>
                <a:lnTo>
                  <a:pt x="196" y="5"/>
                </a:lnTo>
                <a:lnTo>
                  <a:pt x="182" y="2"/>
                </a:lnTo>
                <a:lnTo>
                  <a:pt x="168" y="0"/>
                </a:lnTo>
                <a:lnTo>
                  <a:pt x="154" y="0"/>
                </a:lnTo>
                <a:lnTo>
                  <a:pt x="141" y="2"/>
                </a:lnTo>
                <a:lnTo>
                  <a:pt x="141" y="2"/>
                </a:lnTo>
                <a:lnTo>
                  <a:pt x="127" y="5"/>
                </a:lnTo>
                <a:lnTo>
                  <a:pt x="113" y="9"/>
                </a:lnTo>
                <a:lnTo>
                  <a:pt x="99" y="14"/>
                </a:lnTo>
                <a:lnTo>
                  <a:pt x="86" y="21"/>
                </a:lnTo>
                <a:lnTo>
                  <a:pt x="72" y="29"/>
                </a:lnTo>
                <a:lnTo>
                  <a:pt x="59" y="39"/>
                </a:lnTo>
                <a:lnTo>
                  <a:pt x="47" y="49"/>
                </a:lnTo>
                <a:lnTo>
                  <a:pt x="36" y="61"/>
                </a:lnTo>
                <a:lnTo>
                  <a:pt x="26" y="72"/>
                </a:lnTo>
                <a:lnTo>
                  <a:pt x="18" y="86"/>
                </a:lnTo>
                <a:lnTo>
                  <a:pt x="11" y="98"/>
                </a:lnTo>
                <a:lnTo>
                  <a:pt x="6" y="113"/>
                </a:lnTo>
                <a:lnTo>
                  <a:pt x="2" y="127"/>
                </a:lnTo>
                <a:lnTo>
                  <a:pt x="0" y="141"/>
                </a:lnTo>
                <a:lnTo>
                  <a:pt x="0" y="156"/>
                </a:lnTo>
                <a:lnTo>
                  <a:pt x="4" y="171"/>
                </a:lnTo>
                <a:lnTo>
                  <a:pt x="4" y="171"/>
                </a:lnTo>
                <a:lnTo>
                  <a:pt x="10" y="184"/>
                </a:lnTo>
                <a:lnTo>
                  <a:pt x="17" y="196"/>
                </a:lnTo>
                <a:lnTo>
                  <a:pt x="28" y="208"/>
                </a:lnTo>
                <a:lnTo>
                  <a:pt x="39" y="219"/>
                </a:lnTo>
                <a:lnTo>
                  <a:pt x="51" y="229"/>
                </a:lnTo>
                <a:lnTo>
                  <a:pt x="65" y="237"/>
                </a:lnTo>
                <a:lnTo>
                  <a:pt x="79" y="244"/>
                </a:lnTo>
                <a:lnTo>
                  <a:pt x="93" y="250"/>
                </a:lnTo>
                <a:lnTo>
                  <a:pt x="93" y="250"/>
                </a:lnTo>
                <a:lnTo>
                  <a:pt x="108" y="252"/>
                </a:lnTo>
                <a:lnTo>
                  <a:pt x="124" y="255"/>
                </a:lnTo>
                <a:lnTo>
                  <a:pt x="141" y="256"/>
                </a:lnTo>
                <a:lnTo>
                  <a:pt x="156" y="259"/>
                </a:lnTo>
                <a:lnTo>
                  <a:pt x="156" y="259"/>
                </a:lnTo>
                <a:lnTo>
                  <a:pt x="167" y="261"/>
                </a:lnTo>
                <a:lnTo>
                  <a:pt x="167" y="261"/>
                </a:lnTo>
                <a:lnTo>
                  <a:pt x="167" y="262"/>
                </a:lnTo>
                <a:lnTo>
                  <a:pt x="168" y="262"/>
                </a:lnTo>
                <a:lnTo>
                  <a:pt x="168" y="262"/>
                </a:lnTo>
                <a:lnTo>
                  <a:pt x="179" y="265"/>
                </a:lnTo>
                <a:lnTo>
                  <a:pt x="190" y="265"/>
                </a:lnTo>
                <a:lnTo>
                  <a:pt x="203" y="262"/>
                </a:lnTo>
                <a:lnTo>
                  <a:pt x="214" y="258"/>
                </a:lnTo>
                <a:lnTo>
                  <a:pt x="225" y="252"/>
                </a:lnTo>
                <a:lnTo>
                  <a:pt x="236" y="247"/>
                </a:lnTo>
                <a:lnTo>
                  <a:pt x="255" y="233"/>
                </a:lnTo>
                <a:lnTo>
                  <a:pt x="255" y="233"/>
                </a:lnTo>
                <a:lnTo>
                  <a:pt x="266" y="222"/>
                </a:lnTo>
                <a:lnTo>
                  <a:pt x="277" y="210"/>
                </a:lnTo>
                <a:lnTo>
                  <a:pt x="285" y="196"/>
                </a:lnTo>
                <a:lnTo>
                  <a:pt x="293" y="182"/>
                </a:lnTo>
                <a:lnTo>
                  <a:pt x="299" y="166"/>
                </a:lnTo>
                <a:lnTo>
                  <a:pt x="303" y="150"/>
                </a:lnTo>
                <a:lnTo>
                  <a:pt x="306" y="134"/>
                </a:lnTo>
                <a:lnTo>
                  <a:pt x="306" y="119"/>
                </a:lnTo>
                <a:lnTo>
                  <a:pt x="306" y="119"/>
                </a:lnTo>
                <a:close/>
                <a:moveTo>
                  <a:pt x="273" y="204"/>
                </a:moveTo>
                <a:lnTo>
                  <a:pt x="273" y="204"/>
                </a:lnTo>
                <a:lnTo>
                  <a:pt x="266" y="212"/>
                </a:lnTo>
                <a:lnTo>
                  <a:pt x="259" y="221"/>
                </a:lnTo>
                <a:lnTo>
                  <a:pt x="249" y="229"/>
                </a:lnTo>
                <a:lnTo>
                  <a:pt x="240" y="237"/>
                </a:lnTo>
                <a:lnTo>
                  <a:pt x="229" y="244"/>
                </a:lnTo>
                <a:lnTo>
                  <a:pt x="218" y="250"/>
                </a:lnTo>
                <a:lnTo>
                  <a:pt x="207" y="254"/>
                </a:lnTo>
                <a:lnTo>
                  <a:pt x="196" y="256"/>
                </a:lnTo>
                <a:lnTo>
                  <a:pt x="196" y="256"/>
                </a:lnTo>
                <a:lnTo>
                  <a:pt x="203" y="254"/>
                </a:lnTo>
                <a:lnTo>
                  <a:pt x="209" y="250"/>
                </a:lnTo>
                <a:lnTo>
                  <a:pt x="209" y="250"/>
                </a:lnTo>
                <a:lnTo>
                  <a:pt x="211" y="248"/>
                </a:lnTo>
                <a:lnTo>
                  <a:pt x="211" y="247"/>
                </a:lnTo>
                <a:lnTo>
                  <a:pt x="209" y="245"/>
                </a:lnTo>
                <a:lnTo>
                  <a:pt x="208" y="245"/>
                </a:lnTo>
                <a:lnTo>
                  <a:pt x="208" y="245"/>
                </a:lnTo>
                <a:lnTo>
                  <a:pt x="203" y="248"/>
                </a:lnTo>
                <a:lnTo>
                  <a:pt x="196" y="251"/>
                </a:lnTo>
                <a:lnTo>
                  <a:pt x="179" y="252"/>
                </a:lnTo>
                <a:lnTo>
                  <a:pt x="163" y="252"/>
                </a:lnTo>
                <a:lnTo>
                  <a:pt x="150" y="250"/>
                </a:lnTo>
                <a:lnTo>
                  <a:pt x="150" y="250"/>
                </a:lnTo>
                <a:lnTo>
                  <a:pt x="139" y="248"/>
                </a:lnTo>
                <a:lnTo>
                  <a:pt x="128" y="247"/>
                </a:lnTo>
                <a:lnTo>
                  <a:pt x="108" y="244"/>
                </a:lnTo>
                <a:lnTo>
                  <a:pt x="108" y="244"/>
                </a:lnTo>
                <a:lnTo>
                  <a:pt x="97" y="241"/>
                </a:lnTo>
                <a:lnTo>
                  <a:pt x="86" y="239"/>
                </a:lnTo>
                <a:lnTo>
                  <a:pt x="75" y="233"/>
                </a:lnTo>
                <a:lnTo>
                  <a:pt x="65" y="226"/>
                </a:lnTo>
                <a:lnTo>
                  <a:pt x="47" y="212"/>
                </a:lnTo>
                <a:lnTo>
                  <a:pt x="29" y="197"/>
                </a:lnTo>
                <a:lnTo>
                  <a:pt x="29" y="197"/>
                </a:lnTo>
                <a:lnTo>
                  <a:pt x="22" y="190"/>
                </a:lnTo>
                <a:lnTo>
                  <a:pt x="17" y="182"/>
                </a:lnTo>
                <a:lnTo>
                  <a:pt x="13" y="174"/>
                </a:lnTo>
                <a:lnTo>
                  <a:pt x="10" y="167"/>
                </a:lnTo>
                <a:lnTo>
                  <a:pt x="7" y="159"/>
                </a:lnTo>
                <a:lnTo>
                  <a:pt x="7" y="149"/>
                </a:lnTo>
                <a:lnTo>
                  <a:pt x="7" y="141"/>
                </a:lnTo>
                <a:lnTo>
                  <a:pt x="9" y="133"/>
                </a:lnTo>
                <a:lnTo>
                  <a:pt x="13" y="115"/>
                </a:lnTo>
                <a:lnTo>
                  <a:pt x="20" y="98"/>
                </a:lnTo>
                <a:lnTo>
                  <a:pt x="29" y="83"/>
                </a:lnTo>
                <a:lnTo>
                  <a:pt x="39" y="69"/>
                </a:lnTo>
                <a:lnTo>
                  <a:pt x="39" y="69"/>
                </a:lnTo>
                <a:lnTo>
                  <a:pt x="48" y="58"/>
                </a:lnTo>
                <a:lnTo>
                  <a:pt x="59" y="47"/>
                </a:lnTo>
                <a:lnTo>
                  <a:pt x="72" y="39"/>
                </a:lnTo>
                <a:lnTo>
                  <a:pt x="84" y="31"/>
                </a:lnTo>
                <a:lnTo>
                  <a:pt x="97" y="22"/>
                </a:lnTo>
                <a:lnTo>
                  <a:pt x="110" y="17"/>
                </a:lnTo>
                <a:lnTo>
                  <a:pt x="124" y="13"/>
                </a:lnTo>
                <a:lnTo>
                  <a:pt x="139" y="9"/>
                </a:lnTo>
                <a:lnTo>
                  <a:pt x="139" y="9"/>
                </a:lnTo>
                <a:lnTo>
                  <a:pt x="150" y="7"/>
                </a:lnTo>
                <a:lnTo>
                  <a:pt x="161" y="7"/>
                </a:lnTo>
                <a:lnTo>
                  <a:pt x="172" y="7"/>
                </a:lnTo>
                <a:lnTo>
                  <a:pt x="183" y="9"/>
                </a:lnTo>
                <a:lnTo>
                  <a:pt x="193" y="11"/>
                </a:lnTo>
                <a:lnTo>
                  <a:pt x="204" y="14"/>
                </a:lnTo>
                <a:lnTo>
                  <a:pt x="225" y="22"/>
                </a:lnTo>
                <a:lnTo>
                  <a:pt x="244" y="35"/>
                </a:lnTo>
                <a:lnTo>
                  <a:pt x="252" y="40"/>
                </a:lnTo>
                <a:lnTo>
                  <a:pt x="260" y="49"/>
                </a:lnTo>
                <a:lnTo>
                  <a:pt x="269" y="55"/>
                </a:lnTo>
                <a:lnTo>
                  <a:pt x="276" y="65"/>
                </a:lnTo>
                <a:lnTo>
                  <a:pt x="281" y="73"/>
                </a:lnTo>
                <a:lnTo>
                  <a:pt x="287" y="83"/>
                </a:lnTo>
                <a:lnTo>
                  <a:pt x="287" y="83"/>
                </a:lnTo>
                <a:lnTo>
                  <a:pt x="293" y="98"/>
                </a:lnTo>
                <a:lnTo>
                  <a:pt x="296" y="115"/>
                </a:lnTo>
                <a:lnTo>
                  <a:pt x="298" y="130"/>
                </a:lnTo>
                <a:lnTo>
                  <a:pt x="296" y="145"/>
                </a:lnTo>
                <a:lnTo>
                  <a:pt x="292" y="160"/>
                </a:lnTo>
                <a:lnTo>
                  <a:pt x="288" y="175"/>
                </a:lnTo>
                <a:lnTo>
                  <a:pt x="281" y="189"/>
                </a:lnTo>
                <a:lnTo>
                  <a:pt x="273" y="204"/>
                </a:lnTo>
                <a:lnTo>
                  <a:pt x="273" y="204"/>
                </a:lnTo>
                <a:close/>
              </a:path>
            </a:pathLst>
          </a:custGeom>
          <a:solidFill>
            <a:srgbClr val="114196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grpSp>
        <p:nvGrpSpPr>
          <p:cNvPr id="188" name="组合 187"/>
          <p:cNvGrpSpPr/>
          <p:nvPr>
            <p:custDataLst>
              <p:tags r:id="rId10"/>
            </p:custDataLst>
          </p:nvPr>
        </p:nvGrpSpPr>
        <p:grpSpPr>
          <a:xfrm>
            <a:off x="1234440" y="1731010"/>
            <a:ext cx="581025" cy="826770"/>
            <a:chOff x="4000501" y="6832601"/>
            <a:chExt cx="293688" cy="417513"/>
          </a:xfrm>
          <a:solidFill>
            <a:srgbClr val="114196"/>
          </a:solidFill>
        </p:grpSpPr>
        <p:sp>
          <p:nvSpPr>
            <p:cNvPr id="189" name="Freeform 1376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4038601" y="6897688"/>
              <a:ext cx="236538" cy="238125"/>
            </a:xfrm>
            <a:custGeom>
              <a:avLst/>
              <a:gdLst>
                <a:gd name="T0" fmla="*/ 113 w 136"/>
                <a:gd name="T1" fmla="*/ 23 h 136"/>
                <a:gd name="T2" fmla="*/ 109 w 136"/>
                <a:gd name="T3" fmla="*/ 109 h 136"/>
                <a:gd name="T4" fmla="*/ 109 w 136"/>
                <a:gd name="T5" fmla="*/ 109 h 136"/>
                <a:gd name="T6" fmla="*/ 23 w 136"/>
                <a:gd name="T7" fmla="*/ 113 h 136"/>
                <a:gd name="T8" fmla="*/ 23 w 136"/>
                <a:gd name="T9" fmla="*/ 113 h 136"/>
                <a:gd name="T10" fmla="*/ 27 w 136"/>
                <a:gd name="T11" fmla="*/ 27 h 136"/>
                <a:gd name="T12" fmla="*/ 27 w 136"/>
                <a:gd name="T13" fmla="*/ 27 h 136"/>
                <a:gd name="T14" fmla="*/ 113 w 136"/>
                <a:gd name="T15" fmla="*/ 23 h 136"/>
                <a:gd name="T16" fmla="*/ 111 w 136"/>
                <a:gd name="T17" fmla="*/ 25 h 136"/>
                <a:gd name="T18" fmla="*/ 29 w 136"/>
                <a:gd name="T19" fmla="*/ 29 h 136"/>
                <a:gd name="T20" fmla="*/ 29 w 136"/>
                <a:gd name="T21" fmla="*/ 29 h 136"/>
                <a:gd name="T22" fmla="*/ 26 w 136"/>
                <a:gd name="T23" fmla="*/ 111 h 136"/>
                <a:gd name="T24" fmla="*/ 26 w 136"/>
                <a:gd name="T25" fmla="*/ 111 h 136"/>
                <a:gd name="T26" fmla="*/ 107 w 136"/>
                <a:gd name="T27" fmla="*/ 107 h 136"/>
                <a:gd name="T28" fmla="*/ 107 w 136"/>
                <a:gd name="T29" fmla="*/ 107 h 136"/>
                <a:gd name="T30" fmla="*/ 111 w 136"/>
                <a:gd name="T31" fmla="*/ 2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6" h="136">
                  <a:moveTo>
                    <a:pt x="113" y="23"/>
                  </a:moveTo>
                  <a:cubicBezTo>
                    <a:pt x="136" y="46"/>
                    <a:pt x="134" y="84"/>
                    <a:pt x="109" y="109"/>
                  </a:cubicBezTo>
                  <a:cubicBezTo>
                    <a:pt x="109" y="109"/>
                    <a:pt x="109" y="109"/>
                    <a:pt x="109" y="109"/>
                  </a:cubicBezTo>
                  <a:cubicBezTo>
                    <a:pt x="85" y="134"/>
                    <a:pt x="46" y="136"/>
                    <a:pt x="23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0" y="90"/>
                    <a:pt x="2" y="52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52" y="2"/>
                    <a:pt x="90" y="0"/>
                    <a:pt x="113" y="23"/>
                  </a:cubicBezTo>
                  <a:close/>
                  <a:moveTo>
                    <a:pt x="111" y="25"/>
                  </a:moveTo>
                  <a:cubicBezTo>
                    <a:pt x="89" y="4"/>
                    <a:pt x="53" y="6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6" y="53"/>
                    <a:pt x="4" y="89"/>
                    <a:pt x="26" y="111"/>
                  </a:cubicBezTo>
                  <a:cubicBezTo>
                    <a:pt x="26" y="111"/>
                    <a:pt x="26" y="111"/>
                    <a:pt x="26" y="111"/>
                  </a:cubicBezTo>
                  <a:cubicBezTo>
                    <a:pt x="47" y="132"/>
                    <a:pt x="83" y="130"/>
                    <a:pt x="107" y="107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31" y="83"/>
                    <a:pt x="132" y="47"/>
                    <a:pt x="111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" name="Freeform 1377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048126" y="6907213"/>
              <a:ext cx="219075" cy="219075"/>
            </a:xfrm>
            <a:custGeom>
              <a:avLst/>
              <a:gdLst>
                <a:gd name="T0" fmla="*/ 17 w 126"/>
                <a:gd name="T1" fmla="*/ 109 h 126"/>
                <a:gd name="T2" fmla="*/ 0 w 126"/>
                <a:gd name="T3" fmla="*/ 68 h 126"/>
                <a:gd name="T4" fmla="*/ 0 w 126"/>
                <a:gd name="T5" fmla="*/ 68 h 126"/>
                <a:gd name="T6" fmla="*/ 20 w 126"/>
                <a:gd name="T7" fmla="*/ 20 h 126"/>
                <a:gd name="T8" fmla="*/ 20 w 126"/>
                <a:gd name="T9" fmla="*/ 20 h 126"/>
                <a:gd name="T10" fmla="*/ 68 w 126"/>
                <a:gd name="T11" fmla="*/ 0 h 126"/>
                <a:gd name="T12" fmla="*/ 68 w 126"/>
                <a:gd name="T13" fmla="*/ 0 h 126"/>
                <a:gd name="T14" fmla="*/ 110 w 126"/>
                <a:gd name="T15" fmla="*/ 17 h 126"/>
                <a:gd name="T16" fmla="*/ 110 w 126"/>
                <a:gd name="T17" fmla="*/ 17 h 126"/>
                <a:gd name="T18" fmla="*/ 108 w 126"/>
                <a:gd name="T19" fmla="*/ 18 h 126"/>
                <a:gd name="T20" fmla="*/ 110 w 126"/>
                <a:gd name="T21" fmla="*/ 17 h 126"/>
                <a:gd name="T22" fmla="*/ 126 w 126"/>
                <a:gd name="T23" fmla="*/ 58 h 126"/>
                <a:gd name="T24" fmla="*/ 126 w 126"/>
                <a:gd name="T25" fmla="*/ 58 h 126"/>
                <a:gd name="T26" fmla="*/ 106 w 126"/>
                <a:gd name="T27" fmla="*/ 106 h 126"/>
                <a:gd name="T28" fmla="*/ 106 w 126"/>
                <a:gd name="T29" fmla="*/ 106 h 126"/>
                <a:gd name="T30" fmla="*/ 58 w 126"/>
                <a:gd name="T31" fmla="*/ 126 h 126"/>
                <a:gd name="T32" fmla="*/ 58 w 126"/>
                <a:gd name="T33" fmla="*/ 126 h 126"/>
                <a:gd name="T34" fmla="*/ 17 w 126"/>
                <a:gd name="T35" fmla="*/ 109 h 126"/>
                <a:gd name="T36" fmla="*/ 26 w 126"/>
                <a:gd name="T37" fmla="*/ 26 h 126"/>
                <a:gd name="T38" fmla="*/ 8 w 126"/>
                <a:gd name="T39" fmla="*/ 68 h 126"/>
                <a:gd name="T40" fmla="*/ 8 w 126"/>
                <a:gd name="T41" fmla="*/ 68 h 126"/>
                <a:gd name="T42" fmla="*/ 22 w 126"/>
                <a:gd name="T43" fmla="*/ 104 h 126"/>
                <a:gd name="T44" fmla="*/ 22 w 126"/>
                <a:gd name="T45" fmla="*/ 104 h 126"/>
                <a:gd name="T46" fmla="*/ 58 w 126"/>
                <a:gd name="T47" fmla="*/ 118 h 126"/>
                <a:gd name="T48" fmla="*/ 58 w 126"/>
                <a:gd name="T49" fmla="*/ 118 h 126"/>
                <a:gd name="T50" fmla="*/ 101 w 126"/>
                <a:gd name="T51" fmla="*/ 100 h 126"/>
                <a:gd name="T52" fmla="*/ 101 w 126"/>
                <a:gd name="T53" fmla="*/ 100 h 126"/>
                <a:gd name="T54" fmla="*/ 119 w 126"/>
                <a:gd name="T55" fmla="*/ 58 h 126"/>
                <a:gd name="T56" fmla="*/ 119 w 126"/>
                <a:gd name="T57" fmla="*/ 58 h 126"/>
                <a:gd name="T58" fmla="*/ 104 w 126"/>
                <a:gd name="T59" fmla="*/ 22 h 126"/>
                <a:gd name="T60" fmla="*/ 104 w 126"/>
                <a:gd name="T61" fmla="*/ 22 h 126"/>
                <a:gd name="T62" fmla="*/ 106 w 126"/>
                <a:gd name="T63" fmla="*/ 20 h 126"/>
                <a:gd name="T64" fmla="*/ 107 w 126"/>
                <a:gd name="T65" fmla="*/ 19 h 126"/>
                <a:gd name="T66" fmla="*/ 106 w 126"/>
                <a:gd name="T67" fmla="*/ 20 h 126"/>
                <a:gd name="T68" fmla="*/ 104 w 126"/>
                <a:gd name="T69" fmla="*/ 22 h 126"/>
                <a:gd name="T70" fmla="*/ 68 w 126"/>
                <a:gd name="T71" fmla="*/ 7 h 126"/>
                <a:gd name="T72" fmla="*/ 68 w 126"/>
                <a:gd name="T73" fmla="*/ 7 h 126"/>
                <a:gd name="T74" fmla="*/ 26 w 126"/>
                <a:gd name="T75" fmla="*/ 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26">
                  <a:moveTo>
                    <a:pt x="17" y="109"/>
                  </a:moveTo>
                  <a:cubicBezTo>
                    <a:pt x="6" y="98"/>
                    <a:pt x="0" y="83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1"/>
                    <a:pt x="7" y="34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34" y="7"/>
                    <a:pt x="51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4" y="0"/>
                    <a:pt x="98" y="5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21" y="28"/>
                    <a:pt x="126" y="43"/>
                    <a:pt x="126" y="58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75"/>
                    <a:pt x="119" y="92"/>
                    <a:pt x="106" y="106"/>
                  </a:cubicBezTo>
                  <a:cubicBezTo>
                    <a:pt x="106" y="106"/>
                    <a:pt x="106" y="106"/>
                    <a:pt x="106" y="106"/>
                  </a:cubicBezTo>
                  <a:cubicBezTo>
                    <a:pt x="92" y="119"/>
                    <a:pt x="75" y="126"/>
                    <a:pt x="58" y="126"/>
                  </a:cubicBezTo>
                  <a:cubicBezTo>
                    <a:pt x="58" y="126"/>
                    <a:pt x="58" y="126"/>
                    <a:pt x="58" y="126"/>
                  </a:cubicBezTo>
                  <a:cubicBezTo>
                    <a:pt x="43" y="126"/>
                    <a:pt x="28" y="121"/>
                    <a:pt x="17" y="109"/>
                  </a:cubicBezTo>
                  <a:close/>
                  <a:moveTo>
                    <a:pt x="26" y="26"/>
                  </a:moveTo>
                  <a:cubicBezTo>
                    <a:pt x="14" y="38"/>
                    <a:pt x="8" y="53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82"/>
                    <a:pt x="12" y="94"/>
                    <a:pt x="22" y="104"/>
                  </a:cubicBezTo>
                  <a:cubicBezTo>
                    <a:pt x="22" y="104"/>
                    <a:pt x="22" y="104"/>
                    <a:pt x="22" y="104"/>
                  </a:cubicBezTo>
                  <a:cubicBezTo>
                    <a:pt x="32" y="114"/>
                    <a:pt x="45" y="118"/>
                    <a:pt x="58" y="118"/>
                  </a:cubicBezTo>
                  <a:cubicBezTo>
                    <a:pt x="58" y="118"/>
                    <a:pt x="58" y="118"/>
                    <a:pt x="58" y="118"/>
                  </a:cubicBezTo>
                  <a:cubicBezTo>
                    <a:pt x="73" y="118"/>
                    <a:pt x="88" y="112"/>
                    <a:pt x="101" y="100"/>
                  </a:cubicBezTo>
                  <a:cubicBezTo>
                    <a:pt x="101" y="100"/>
                    <a:pt x="101" y="100"/>
                    <a:pt x="101" y="100"/>
                  </a:cubicBezTo>
                  <a:cubicBezTo>
                    <a:pt x="113" y="88"/>
                    <a:pt x="119" y="73"/>
                    <a:pt x="119" y="58"/>
                  </a:cubicBezTo>
                  <a:cubicBezTo>
                    <a:pt x="119" y="58"/>
                    <a:pt x="119" y="58"/>
                    <a:pt x="119" y="58"/>
                  </a:cubicBezTo>
                  <a:cubicBezTo>
                    <a:pt x="119" y="44"/>
                    <a:pt x="114" y="32"/>
                    <a:pt x="104" y="22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7" y="19"/>
                    <a:pt x="107" y="19"/>
                    <a:pt x="107" y="19"/>
                  </a:cubicBezTo>
                  <a:cubicBezTo>
                    <a:pt x="106" y="20"/>
                    <a:pt x="106" y="20"/>
                    <a:pt x="106" y="20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95" y="12"/>
                    <a:pt x="82" y="7"/>
                    <a:pt x="68" y="7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53" y="7"/>
                    <a:pt x="38" y="13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" name="Freeform 137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4102101" y="7016751"/>
              <a:ext cx="84138" cy="85725"/>
            </a:xfrm>
            <a:custGeom>
              <a:avLst/>
              <a:gdLst>
                <a:gd name="T0" fmla="*/ 39 w 49"/>
                <a:gd name="T1" fmla="*/ 10 h 49"/>
                <a:gd name="T2" fmla="*/ 41 w 49"/>
                <a:gd name="T3" fmla="*/ 41 h 49"/>
                <a:gd name="T4" fmla="*/ 41 w 49"/>
                <a:gd name="T5" fmla="*/ 41 h 49"/>
                <a:gd name="T6" fmla="*/ 10 w 49"/>
                <a:gd name="T7" fmla="*/ 39 h 49"/>
                <a:gd name="T8" fmla="*/ 10 w 49"/>
                <a:gd name="T9" fmla="*/ 39 h 49"/>
                <a:gd name="T10" fmla="*/ 9 w 49"/>
                <a:gd name="T11" fmla="*/ 8 h 49"/>
                <a:gd name="T12" fmla="*/ 9 w 49"/>
                <a:gd name="T13" fmla="*/ 8 h 49"/>
                <a:gd name="T14" fmla="*/ 39 w 49"/>
                <a:gd name="T15" fmla="*/ 10 h 49"/>
                <a:gd name="T16" fmla="*/ 37 w 49"/>
                <a:gd name="T17" fmla="*/ 12 h 49"/>
                <a:gd name="T18" fmla="*/ 11 w 49"/>
                <a:gd name="T19" fmla="*/ 11 h 49"/>
                <a:gd name="T20" fmla="*/ 11 w 49"/>
                <a:gd name="T21" fmla="*/ 11 h 49"/>
                <a:gd name="T22" fmla="*/ 13 w 49"/>
                <a:gd name="T23" fmla="*/ 36 h 49"/>
                <a:gd name="T24" fmla="*/ 13 w 49"/>
                <a:gd name="T25" fmla="*/ 36 h 49"/>
                <a:gd name="T26" fmla="*/ 38 w 49"/>
                <a:gd name="T27" fmla="*/ 38 h 49"/>
                <a:gd name="T28" fmla="*/ 38 w 49"/>
                <a:gd name="T29" fmla="*/ 38 h 49"/>
                <a:gd name="T30" fmla="*/ 37 w 49"/>
                <a:gd name="T31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9">
                  <a:moveTo>
                    <a:pt x="39" y="10"/>
                  </a:moveTo>
                  <a:cubicBezTo>
                    <a:pt x="48" y="19"/>
                    <a:pt x="49" y="32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3" y="49"/>
                    <a:pt x="19" y="48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" y="30"/>
                    <a:pt x="0" y="16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7" y="0"/>
                    <a:pt x="30" y="1"/>
                    <a:pt x="39" y="10"/>
                  </a:cubicBezTo>
                  <a:close/>
                  <a:moveTo>
                    <a:pt x="37" y="12"/>
                  </a:moveTo>
                  <a:cubicBezTo>
                    <a:pt x="29" y="5"/>
                    <a:pt x="18" y="4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4" y="17"/>
                    <a:pt x="5" y="29"/>
                    <a:pt x="13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20" y="44"/>
                    <a:pt x="32" y="45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5" y="32"/>
                    <a:pt x="44" y="20"/>
                    <a:pt x="37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" name="Freeform 1379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4103689" y="7018338"/>
              <a:ext cx="80963" cy="82550"/>
            </a:xfrm>
            <a:custGeom>
              <a:avLst/>
              <a:gdLst>
                <a:gd name="T0" fmla="*/ 26 w 47"/>
                <a:gd name="T1" fmla="*/ 47 h 47"/>
                <a:gd name="T2" fmla="*/ 8 w 47"/>
                <a:gd name="T3" fmla="*/ 39 h 47"/>
                <a:gd name="T4" fmla="*/ 8 w 47"/>
                <a:gd name="T5" fmla="*/ 39 h 47"/>
                <a:gd name="T6" fmla="*/ 0 w 47"/>
                <a:gd name="T7" fmla="*/ 21 h 47"/>
                <a:gd name="T8" fmla="*/ 0 w 47"/>
                <a:gd name="T9" fmla="*/ 21 h 47"/>
                <a:gd name="T10" fmla="*/ 6 w 47"/>
                <a:gd name="T11" fmla="*/ 6 h 47"/>
                <a:gd name="T12" fmla="*/ 6 w 47"/>
                <a:gd name="T13" fmla="*/ 6 h 47"/>
                <a:gd name="T14" fmla="*/ 21 w 47"/>
                <a:gd name="T15" fmla="*/ 0 h 47"/>
                <a:gd name="T16" fmla="*/ 21 w 47"/>
                <a:gd name="T17" fmla="*/ 0 h 47"/>
                <a:gd name="T18" fmla="*/ 40 w 47"/>
                <a:gd name="T19" fmla="*/ 8 h 47"/>
                <a:gd name="T20" fmla="*/ 40 w 47"/>
                <a:gd name="T21" fmla="*/ 8 h 47"/>
                <a:gd name="T22" fmla="*/ 38 w 47"/>
                <a:gd name="T23" fmla="*/ 9 h 47"/>
                <a:gd name="T24" fmla="*/ 40 w 47"/>
                <a:gd name="T25" fmla="*/ 8 h 47"/>
                <a:gd name="T26" fmla="*/ 47 w 47"/>
                <a:gd name="T27" fmla="*/ 26 h 47"/>
                <a:gd name="T28" fmla="*/ 47 w 47"/>
                <a:gd name="T29" fmla="*/ 26 h 47"/>
                <a:gd name="T30" fmla="*/ 41 w 47"/>
                <a:gd name="T31" fmla="*/ 41 h 47"/>
                <a:gd name="T32" fmla="*/ 41 w 47"/>
                <a:gd name="T33" fmla="*/ 41 h 47"/>
                <a:gd name="T34" fmla="*/ 26 w 47"/>
                <a:gd name="T35" fmla="*/ 47 h 47"/>
                <a:gd name="T36" fmla="*/ 26 w 47"/>
                <a:gd name="T37" fmla="*/ 47 h 47"/>
                <a:gd name="T38" fmla="*/ 26 w 47"/>
                <a:gd name="T39" fmla="*/ 47 h 47"/>
                <a:gd name="T40" fmla="*/ 11 w 47"/>
                <a:gd name="T41" fmla="*/ 11 h 47"/>
                <a:gd name="T42" fmla="*/ 7 w 47"/>
                <a:gd name="T43" fmla="*/ 21 h 47"/>
                <a:gd name="T44" fmla="*/ 7 w 47"/>
                <a:gd name="T45" fmla="*/ 21 h 47"/>
                <a:gd name="T46" fmla="*/ 13 w 47"/>
                <a:gd name="T47" fmla="*/ 34 h 47"/>
                <a:gd name="T48" fmla="*/ 13 w 47"/>
                <a:gd name="T49" fmla="*/ 34 h 47"/>
                <a:gd name="T50" fmla="*/ 26 w 47"/>
                <a:gd name="T51" fmla="*/ 40 h 47"/>
                <a:gd name="T52" fmla="*/ 26 w 47"/>
                <a:gd name="T53" fmla="*/ 40 h 47"/>
                <a:gd name="T54" fmla="*/ 36 w 47"/>
                <a:gd name="T55" fmla="*/ 36 h 47"/>
                <a:gd name="T56" fmla="*/ 36 w 47"/>
                <a:gd name="T57" fmla="*/ 36 h 47"/>
                <a:gd name="T58" fmla="*/ 40 w 47"/>
                <a:gd name="T59" fmla="*/ 26 h 47"/>
                <a:gd name="T60" fmla="*/ 40 w 47"/>
                <a:gd name="T61" fmla="*/ 26 h 47"/>
                <a:gd name="T62" fmla="*/ 34 w 47"/>
                <a:gd name="T63" fmla="*/ 13 h 47"/>
                <a:gd name="T64" fmla="*/ 34 w 47"/>
                <a:gd name="T65" fmla="*/ 13 h 47"/>
                <a:gd name="T66" fmla="*/ 36 w 47"/>
                <a:gd name="T67" fmla="*/ 11 h 47"/>
                <a:gd name="T68" fmla="*/ 37 w 47"/>
                <a:gd name="T69" fmla="*/ 10 h 47"/>
                <a:gd name="T70" fmla="*/ 36 w 47"/>
                <a:gd name="T71" fmla="*/ 11 h 47"/>
                <a:gd name="T72" fmla="*/ 34 w 47"/>
                <a:gd name="T73" fmla="*/ 13 h 47"/>
                <a:gd name="T74" fmla="*/ 21 w 47"/>
                <a:gd name="T75" fmla="*/ 7 h 47"/>
                <a:gd name="T76" fmla="*/ 21 w 47"/>
                <a:gd name="T77" fmla="*/ 7 h 47"/>
                <a:gd name="T78" fmla="*/ 11 w 47"/>
                <a:gd name="T79" fmla="*/ 1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7" h="47">
                  <a:moveTo>
                    <a:pt x="26" y="47"/>
                  </a:moveTo>
                  <a:cubicBezTo>
                    <a:pt x="20" y="47"/>
                    <a:pt x="13" y="44"/>
                    <a:pt x="8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3" y="34"/>
                    <a:pt x="0" y="28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5"/>
                    <a:pt x="2" y="10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0" y="2"/>
                    <a:pt x="16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8" y="0"/>
                    <a:pt x="34" y="2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5" y="13"/>
                    <a:pt x="47" y="19"/>
                    <a:pt x="47" y="2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47" y="31"/>
                    <a:pt x="45" y="37"/>
                    <a:pt x="41" y="41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7" y="45"/>
                    <a:pt x="32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lose/>
                  <a:moveTo>
                    <a:pt x="11" y="11"/>
                  </a:moveTo>
                  <a:cubicBezTo>
                    <a:pt x="9" y="14"/>
                    <a:pt x="7" y="17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6"/>
                    <a:pt x="9" y="30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7" y="38"/>
                    <a:pt x="22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30" y="40"/>
                    <a:pt x="33" y="38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3"/>
                    <a:pt x="40" y="30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1"/>
                    <a:pt x="38" y="17"/>
                    <a:pt x="34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1" y="9"/>
                    <a:pt x="26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8" y="7"/>
                    <a:pt x="14" y="9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" name="Freeform 1380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4132264" y="7053263"/>
              <a:ext cx="20638" cy="20638"/>
            </a:xfrm>
            <a:custGeom>
              <a:avLst/>
              <a:gdLst>
                <a:gd name="T0" fmla="*/ 7 w 12"/>
                <a:gd name="T1" fmla="*/ 1 h 12"/>
                <a:gd name="T2" fmla="*/ 11 w 12"/>
                <a:gd name="T3" fmla="*/ 1 h 12"/>
                <a:gd name="T4" fmla="*/ 11 w 12"/>
                <a:gd name="T5" fmla="*/ 1 h 12"/>
                <a:gd name="T6" fmla="*/ 11 w 12"/>
                <a:gd name="T7" fmla="*/ 5 h 12"/>
                <a:gd name="T8" fmla="*/ 11 w 12"/>
                <a:gd name="T9" fmla="*/ 5 h 12"/>
                <a:gd name="T10" fmla="*/ 9 w 12"/>
                <a:gd name="T11" fmla="*/ 9 h 12"/>
                <a:gd name="T12" fmla="*/ 9 w 12"/>
                <a:gd name="T13" fmla="*/ 9 h 12"/>
                <a:gd name="T14" fmla="*/ 5 w 12"/>
                <a:gd name="T15" fmla="*/ 11 h 12"/>
                <a:gd name="T16" fmla="*/ 5 w 12"/>
                <a:gd name="T17" fmla="*/ 11 h 12"/>
                <a:gd name="T18" fmla="*/ 1 w 12"/>
                <a:gd name="T19" fmla="*/ 11 h 12"/>
                <a:gd name="T20" fmla="*/ 1 w 12"/>
                <a:gd name="T21" fmla="*/ 11 h 12"/>
                <a:gd name="T22" fmla="*/ 1 w 12"/>
                <a:gd name="T23" fmla="*/ 7 h 12"/>
                <a:gd name="T24" fmla="*/ 1 w 12"/>
                <a:gd name="T25" fmla="*/ 7 h 12"/>
                <a:gd name="T26" fmla="*/ 4 w 12"/>
                <a:gd name="T27" fmla="*/ 3 h 12"/>
                <a:gd name="T28" fmla="*/ 4 w 12"/>
                <a:gd name="T29" fmla="*/ 3 h 12"/>
                <a:gd name="T30" fmla="*/ 7 w 12"/>
                <a:gd name="T31" fmla="*/ 1 h 12"/>
                <a:gd name="T32" fmla="*/ 6 w 12"/>
                <a:gd name="T33" fmla="*/ 6 h 12"/>
                <a:gd name="T34" fmla="*/ 5 w 12"/>
                <a:gd name="T35" fmla="*/ 8 h 12"/>
                <a:gd name="T36" fmla="*/ 5 w 12"/>
                <a:gd name="T37" fmla="*/ 8 h 12"/>
                <a:gd name="T38" fmla="*/ 6 w 12"/>
                <a:gd name="T39" fmla="*/ 6 h 12"/>
                <a:gd name="T40" fmla="*/ 6 w 12"/>
                <a:gd name="T41" fmla="*/ 6 h 12"/>
                <a:gd name="T42" fmla="*/ 8 w 12"/>
                <a:gd name="T43" fmla="*/ 4 h 12"/>
                <a:gd name="T44" fmla="*/ 8 w 12"/>
                <a:gd name="T45" fmla="*/ 4 h 12"/>
                <a:gd name="T46" fmla="*/ 6 w 12"/>
                <a:gd name="T47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" h="12">
                  <a:moveTo>
                    <a:pt x="7" y="1"/>
                  </a:moveTo>
                  <a:cubicBezTo>
                    <a:pt x="8" y="0"/>
                    <a:pt x="10" y="0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3"/>
                    <a:pt x="12" y="4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6"/>
                    <a:pt x="10" y="8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10"/>
                    <a:pt x="7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4" y="12"/>
                    <a:pt x="3" y="12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9"/>
                    <a:pt x="1" y="8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5"/>
                    <a:pt x="2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6" y="1"/>
                    <a:pt x="7" y="1"/>
                  </a:cubicBezTo>
                  <a:close/>
                  <a:moveTo>
                    <a:pt x="6" y="6"/>
                  </a:move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6" y="7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4"/>
                    <a:pt x="7" y="5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" name="Freeform 1381"/>
            <p:cNvSpPr/>
            <p:nvPr>
              <p:custDataLst>
                <p:tags r:id="rId16"/>
              </p:custDataLst>
            </p:nvPr>
          </p:nvSpPr>
          <p:spPr bwMode="auto">
            <a:xfrm>
              <a:off x="4130676" y="7050088"/>
              <a:ext cx="26988" cy="25400"/>
            </a:xfrm>
            <a:custGeom>
              <a:avLst/>
              <a:gdLst>
                <a:gd name="T0" fmla="*/ 1 w 15"/>
                <a:gd name="T1" fmla="*/ 14 h 15"/>
                <a:gd name="T2" fmla="*/ 1 w 15"/>
                <a:gd name="T3" fmla="*/ 14 h 15"/>
                <a:gd name="T4" fmla="*/ 1 w 15"/>
                <a:gd name="T5" fmla="*/ 14 h 15"/>
                <a:gd name="T6" fmla="*/ 1 w 15"/>
                <a:gd name="T7" fmla="*/ 14 h 15"/>
                <a:gd name="T8" fmla="*/ 1 w 15"/>
                <a:gd name="T9" fmla="*/ 14 h 15"/>
                <a:gd name="T10" fmla="*/ 0 w 15"/>
                <a:gd name="T11" fmla="*/ 11 h 15"/>
                <a:gd name="T12" fmla="*/ 0 w 15"/>
                <a:gd name="T13" fmla="*/ 11 h 15"/>
                <a:gd name="T14" fmla="*/ 0 w 15"/>
                <a:gd name="T15" fmla="*/ 8 h 15"/>
                <a:gd name="T16" fmla="*/ 0 w 15"/>
                <a:gd name="T17" fmla="*/ 8 h 15"/>
                <a:gd name="T18" fmla="*/ 3 w 15"/>
                <a:gd name="T19" fmla="*/ 4 h 15"/>
                <a:gd name="T20" fmla="*/ 3 w 15"/>
                <a:gd name="T21" fmla="*/ 4 h 15"/>
                <a:gd name="T22" fmla="*/ 7 w 15"/>
                <a:gd name="T23" fmla="*/ 1 h 15"/>
                <a:gd name="T24" fmla="*/ 7 w 15"/>
                <a:gd name="T25" fmla="*/ 1 h 15"/>
                <a:gd name="T26" fmla="*/ 8 w 15"/>
                <a:gd name="T27" fmla="*/ 3 h 15"/>
                <a:gd name="T28" fmla="*/ 7 w 15"/>
                <a:gd name="T29" fmla="*/ 1 h 15"/>
                <a:gd name="T30" fmla="*/ 10 w 15"/>
                <a:gd name="T31" fmla="*/ 0 h 15"/>
                <a:gd name="T32" fmla="*/ 10 w 15"/>
                <a:gd name="T33" fmla="*/ 0 h 15"/>
                <a:gd name="T34" fmla="*/ 13 w 15"/>
                <a:gd name="T35" fmla="*/ 2 h 15"/>
                <a:gd name="T36" fmla="*/ 13 w 15"/>
                <a:gd name="T37" fmla="*/ 2 h 15"/>
                <a:gd name="T38" fmla="*/ 14 w 15"/>
                <a:gd name="T39" fmla="*/ 1 h 15"/>
                <a:gd name="T40" fmla="*/ 14 w 15"/>
                <a:gd name="T41" fmla="*/ 2 h 15"/>
                <a:gd name="T42" fmla="*/ 15 w 15"/>
                <a:gd name="T43" fmla="*/ 5 h 15"/>
                <a:gd name="T44" fmla="*/ 15 w 15"/>
                <a:gd name="T45" fmla="*/ 5 h 15"/>
                <a:gd name="T46" fmla="*/ 14 w 15"/>
                <a:gd name="T47" fmla="*/ 8 h 15"/>
                <a:gd name="T48" fmla="*/ 14 w 15"/>
                <a:gd name="T49" fmla="*/ 8 h 15"/>
                <a:gd name="T50" fmla="*/ 11 w 15"/>
                <a:gd name="T51" fmla="*/ 12 h 15"/>
                <a:gd name="T52" fmla="*/ 11 w 15"/>
                <a:gd name="T53" fmla="*/ 12 h 15"/>
                <a:gd name="T54" fmla="*/ 7 w 15"/>
                <a:gd name="T55" fmla="*/ 15 h 15"/>
                <a:gd name="T56" fmla="*/ 7 w 15"/>
                <a:gd name="T57" fmla="*/ 15 h 15"/>
                <a:gd name="T58" fmla="*/ 5 w 15"/>
                <a:gd name="T59" fmla="*/ 15 h 15"/>
                <a:gd name="T60" fmla="*/ 5 w 15"/>
                <a:gd name="T61" fmla="*/ 15 h 15"/>
                <a:gd name="T62" fmla="*/ 4 w 15"/>
                <a:gd name="T63" fmla="*/ 15 h 15"/>
                <a:gd name="T64" fmla="*/ 4 w 15"/>
                <a:gd name="T65" fmla="*/ 15 h 15"/>
                <a:gd name="T66" fmla="*/ 1 w 15"/>
                <a:gd name="T67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" h="15">
                  <a:moveTo>
                    <a:pt x="1" y="14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6"/>
                    <a:pt x="2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2"/>
                    <a:pt x="6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1"/>
                    <a:pt x="9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5" y="4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7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9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0" y="13"/>
                    <a:pt x="9" y="14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6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2" y="15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" name="Freeform 1382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4178301" y="7040563"/>
              <a:ext cx="49213" cy="28575"/>
            </a:xfrm>
            <a:custGeom>
              <a:avLst/>
              <a:gdLst>
                <a:gd name="T0" fmla="*/ 16 w 28"/>
                <a:gd name="T1" fmla="*/ 6 h 16"/>
                <a:gd name="T2" fmla="*/ 26 w 28"/>
                <a:gd name="T3" fmla="*/ 0 h 16"/>
                <a:gd name="T4" fmla="*/ 26 w 28"/>
                <a:gd name="T5" fmla="*/ 0 h 16"/>
                <a:gd name="T6" fmla="*/ 28 w 28"/>
                <a:gd name="T7" fmla="*/ 3 h 16"/>
                <a:gd name="T8" fmla="*/ 17 w 28"/>
                <a:gd name="T9" fmla="*/ 10 h 16"/>
                <a:gd name="T10" fmla="*/ 17 w 28"/>
                <a:gd name="T11" fmla="*/ 10 h 16"/>
                <a:gd name="T12" fmla="*/ 0 w 28"/>
                <a:gd name="T13" fmla="*/ 14 h 16"/>
                <a:gd name="T14" fmla="*/ 0 w 28"/>
                <a:gd name="T15" fmla="*/ 14 h 16"/>
                <a:gd name="T16" fmla="*/ 1 w 28"/>
                <a:gd name="T17" fmla="*/ 11 h 16"/>
                <a:gd name="T18" fmla="*/ 16 w 28"/>
                <a:gd name="T19" fmla="*/ 6 h 16"/>
                <a:gd name="T20" fmla="*/ 26 w 28"/>
                <a:gd name="T21" fmla="*/ 0 h 16"/>
                <a:gd name="T22" fmla="*/ 26 w 28"/>
                <a:gd name="T23" fmla="*/ 0 h 16"/>
                <a:gd name="T24" fmla="*/ 26 w 28"/>
                <a:gd name="T25" fmla="*/ 0 h 16"/>
                <a:gd name="T26" fmla="*/ 26 w 28"/>
                <a:gd name="T27" fmla="*/ 0 h 16"/>
                <a:gd name="T28" fmla="*/ 26 w 28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6">
                  <a:moveTo>
                    <a:pt x="16" y="6"/>
                  </a:moveTo>
                  <a:cubicBezTo>
                    <a:pt x="21" y="3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3" y="6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1" y="13"/>
                    <a:pt x="5" y="16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3" y="12"/>
                    <a:pt x="10" y="10"/>
                    <a:pt x="16" y="6"/>
                  </a:cubicBezTo>
                  <a:close/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" name="Freeform 1383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4173539" y="7035801"/>
              <a:ext cx="58738" cy="33338"/>
            </a:xfrm>
            <a:custGeom>
              <a:avLst/>
              <a:gdLst>
                <a:gd name="T0" fmla="*/ 2 w 34"/>
                <a:gd name="T1" fmla="*/ 19 h 19"/>
                <a:gd name="T2" fmla="*/ 0 w 34"/>
                <a:gd name="T3" fmla="*/ 18 h 19"/>
                <a:gd name="T4" fmla="*/ 4 w 34"/>
                <a:gd name="T5" fmla="*/ 11 h 19"/>
                <a:gd name="T6" fmla="*/ 6 w 34"/>
                <a:gd name="T7" fmla="*/ 12 h 19"/>
                <a:gd name="T8" fmla="*/ 6 w 34"/>
                <a:gd name="T9" fmla="*/ 12 h 19"/>
                <a:gd name="T10" fmla="*/ 6 w 34"/>
                <a:gd name="T11" fmla="*/ 12 h 19"/>
                <a:gd name="T12" fmla="*/ 6 w 34"/>
                <a:gd name="T13" fmla="*/ 12 h 19"/>
                <a:gd name="T14" fmla="*/ 6 w 34"/>
                <a:gd name="T15" fmla="*/ 12 h 19"/>
                <a:gd name="T16" fmla="*/ 6 w 34"/>
                <a:gd name="T17" fmla="*/ 12 h 19"/>
                <a:gd name="T18" fmla="*/ 18 w 34"/>
                <a:gd name="T19" fmla="*/ 8 h 19"/>
                <a:gd name="T20" fmla="*/ 18 w 34"/>
                <a:gd name="T21" fmla="*/ 8 h 19"/>
                <a:gd name="T22" fmla="*/ 19 w 34"/>
                <a:gd name="T23" fmla="*/ 9 h 19"/>
                <a:gd name="T24" fmla="*/ 18 w 34"/>
                <a:gd name="T25" fmla="*/ 8 h 19"/>
                <a:gd name="T26" fmla="*/ 28 w 34"/>
                <a:gd name="T27" fmla="*/ 1 h 19"/>
                <a:gd name="T28" fmla="*/ 28 w 34"/>
                <a:gd name="T29" fmla="*/ 1 h 19"/>
                <a:gd name="T30" fmla="*/ 30 w 34"/>
                <a:gd name="T31" fmla="*/ 0 h 19"/>
                <a:gd name="T32" fmla="*/ 34 w 34"/>
                <a:gd name="T33" fmla="*/ 6 h 19"/>
                <a:gd name="T34" fmla="*/ 32 w 34"/>
                <a:gd name="T35" fmla="*/ 7 h 19"/>
                <a:gd name="T36" fmla="*/ 21 w 34"/>
                <a:gd name="T37" fmla="*/ 14 h 19"/>
                <a:gd name="T38" fmla="*/ 21 w 34"/>
                <a:gd name="T39" fmla="*/ 14 h 19"/>
                <a:gd name="T40" fmla="*/ 6 w 34"/>
                <a:gd name="T41" fmla="*/ 19 h 19"/>
                <a:gd name="T42" fmla="*/ 6 w 34"/>
                <a:gd name="T43" fmla="*/ 19 h 19"/>
                <a:gd name="T44" fmla="*/ 6 w 34"/>
                <a:gd name="T45" fmla="*/ 19 h 19"/>
                <a:gd name="T46" fmla="*/ 6 w 34"/>
                <a:gd name="T47" fmla="*/ 19 h 19"/>
                <a:gd name="T48" fmla="*/ 2 w 34"/>
                <a:gd name="T49" fmla="*/ 19 h 19"/>
                <a:gd name="T50" fmla="*/ 29 w 34"/>
                <a:gd name="T51" fmla="*/ 3 h 19"/>
                <a:gd name="T52" fmla="*/ 31 w 34"/>
                <a:gd name="T53" fmla="*/ 1 h 19"/>
                <a:gd name="T54" fmla="*/ 29 w 34"/>
                <a:gd name="T55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19">
                  <a:moveTo>
                    <a:pt x="2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12"/>
                    <a:pt x="13" y="10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3" y="5"/>
                    <a:pt x="28" y="1"/>
                    <a:pt x="28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7"/>
                    <a:pt x="27" y="11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6" y="17"/>
                    <a:pt x="11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19"/>
                    <a:pt x="3" y="19"/>
                    <a:pt x="2" y="19"/>
                  </a:cubicBezTo>
                  <a:close/>
                  <a:moveTo>
                    <a:pt x="29" y="3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29" y="3"/>
                    <a:pt x="29" y="3"/>
                    <a:pt x="29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" name="Freeform 1384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4079876" y="7042151"/>
              <a:ext cx="30163" cy="19050"/>
            </a:xfrm>
            <a:custGeom>
              <a:avLst/>
              <a:gdLst>
                <a:gd name="T0" fmla="*/ 3 w 17"/>
                <a:gd name="T1" fmla="*/ 0 h 11"/>
                <a:gd name="T2" fmla="*/ 4 w 17"/>
                <a:gd name="T3" fmla="*/ 2 h 11"/>
                <a:gd name="T4" fmla="*/ 4 w 17"/>
                <a:gd name="T5" fmla="*/ 2 h 11"/>
                <a:gd name="T6" fmla="*/ 12 w 17"/>
                <a:gd name="T7" fmla="*/ 6 h 11"/>
                <a:gd name="T8" fmla="*/ 12 w 17"/>
                <a:gd name="T9" fmla="*/ 6 h 11"/>
                <a:gd name="T10" fmla="*/ 17 w 17"/>
                <a:gd name="T11" fmla="*/ 8 h 11"/>
                <a:gd name="T12" fmla="*/ 17 w 17"/>
                <a:gd name="T13" fmla="*/ 8 h 11"/>
                <a:gd name="T14" fmla="*/ 17 w 17"/>
                <a:gd name="T15" fmla="*/ 11 h 11"/>
                <a:gd name="T16" fmla="*/ 2 w 17"/>
                <a:gd name="T17" fmla="*/ 5 h 11"/>
                <a:gd name="T18" fmla="*/ 2 w 17"/>
                <a:gd name="T19" fmla="*/ 5 h 11"/>
                <a:gd name="T20" fmla="*/ 0 w 17"/>
                <a:gd name="T21" fmla="*/ 1 h 11"/>
                <a:gd name="T22" fmla="*/ 0 w 17"/>
                <a:gd name="T23" fmla="*/ 1 h 11"/>
                <a:gd name="T24" fmla="*/ 3 w 17"/>
                <a:gd name="T25" fmla="*/ 0 h 11"/>
                <a:gd name="T26" fmla="*/ 17 w 17"/>
                <a:gd name="T27" fmla="*/ 8 h 11"/>
                <a:gd name="T28" fmla="*/ 17 w 17"/>
                <a:gd name="T29" fmla="*/ 8 h 11"/>
                <a:gd name="T30" fmla="*/ 17 w 17"/>
                <a:gd name="T31" fmla="*/ 8 h 11"/>
                <a:gd name="T32" fmla="*/ 17 w 17"/>
                <a:gd name="T33" fmla="*/ 8 h 11"/>
                <a:gd name="T34" fmla="*/ 17 w 17"/>
                <a:gd name="T35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" h="11">
                  <a:moveTo>
                    <a:pt x="3" y="0"/>
                  </a:move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6" y="4"/>
                    <a:pt x="9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5" y="7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6" y="11"/>
                    <a:pt x="7" y="10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0" y="3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lose/>
                  <a:moveTo>
                    <a:pt x="17" y="8"/>
                  </a:move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" name="Freeform 1385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4075114" y="7038976"/>
              <a:ext cx="39688" cy="30163"/>
            </a:xfrm>
            <a:custGeom>
              <a:avLst/>
              <a:gdLst>
                <a:gd name="T0" fmla="*/ 19 w 23"/>
                <a:gd name="T1" fmla="*/ 15 h 17"/>
                <a:gd name="T2" fmla="*/ 19 w 23"/>
                <a:gd name="T3" fmla="*/ 15 h 17"/>
                <a:gd name="T4" fmla="*/ 19 w 23"/>
                <a:gd name="T5" fmla="*/ 15 h 17"/>
                <a:gd name="T6" fmla="*/ 17 w 23"/>
                <a:gd name="T7" fmla="*/ 15 h 17"/>
                <a:gd name="T8" fmla="*/ 17 w 23"/>
                <a:gd name="T9" fmla="*/ 15 h 17"/>
                <a:gd name="T10" fmla="*/ 13 w 23"/>
                <a:gd name="T11" fmla="*/ 14 h 17"/>
                <a:gd name="T12" fmla="*/ 13 w 23"/>
                <a:gd name="T13" fmla="*/ 14 h 17"/>
                <a:gd name="T14" fmla="*/ 4 w 23"/>
                <a:gd name="T15" fmla="*/ 8 h 17"/>
                <a:gd name="T16" fmla="*/ 4 w 23"/>
                <a:gd name="T17" fmla="*/ 8 h 17"/>
                <a:gd name="T18" fmla="*/ 1 w 23"/>
                <a:gd name="T19" fmla="*/ 4 h 17"/>
                <a:gd name="T20" fmla="*/ 1 w 23"/>
                <a:gd name="T21" fmla="*/ 4 h 17"/>
                <a:gd name="T22" fmla="*/ 0 w 23"/>
                <a:gd name="T23" fmla="*/ 2 h 17"/>
                <a:gd name="T24" fmla="*/ 2 w 23"/>
                <a:gd name="T25" fmla="*/ 1 h 17"/>
                <a:gd name="T26" fmla="*/ 5 w 23"/>
                <a:gd name="T27" fmla="*/ 0 h 17"/>
                <a:gd name="T28" fmla="*/ 7 w 23"/>
                <a:gd name="T29" fmla="*/ 0 h 17"/>
                <a:gd name="T30" fmla="*/ 8 w 23"/>
                <a:gd name="T31" fmla="*/ 2 h 17"/>
                <a:gd name="T32" fmla="*/ 9 w 23"/>
                <a:gd name="T33" fmla="*/ 3 h 17"/>
                <a:gd name="T34" fmla="*/ 9 w 23"/>
                <a:gd name="T35" fmla="*/ 3 h 17"/>
                <a:gd name="T36" fmla="*/ 16 w 23"/>
                <a:gd name="T37" fmla="*/ 7 h 17"/>
                <a:gd name="T38" fmla="*/ 16 w 23"/>
                <a:gd name="T39" fmla="*/ 7 h 17"/>
                <a:gd name="T40" fmla="*/ 21 w 23"/>
                <a:gd name="T41" fmla="*/ 8 h 17"/>
                <a:gd name="T42" fmla="*/ 21 w 23"/>
                <a:gd name="T43" fmla="*/ 8 h 17"/>
                <a:gd name="T44" fmla="*/ 23 w 23"/>
                <a:gd name="T45" fmla="*/ 8 h 17"/>
                <a:gd name="T46" fmla="*/ 21 w 23"/>
                <a:gd name="T47" fmla="*/ 17 h 17"/>
                <a:gd name="T48" fmla="*/ 19 w 23"/>
                <a:gd name="T49" fmla="*/ 15 h 17"/>
                <a:gd name="T50" fmla="*/ 20 w 23"/>
                <a:gd name="T51" fmla="*/ 10 h 17"/>
                <a:gd name="T52" fmla="*/ 22 w 23"/>
                <a:gd name="T53" fmla="*/ 9 h 17"/>
                <a:gd name="T54" fmla="*/ 20 w 23"/>
                <a:gd name="T55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" h="17">
                  <a:moveTo>
                    <a:pt x="19" y="15"/>
                  </a:moveTo>
                  <a:cubicBezTo>
                    <a:pt x="19" y="15"/>
                    <a:pt x="19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8" y="15"/>
                    <a:pt x="18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5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0" y="13"/>
                    <a:pt x="6" y="11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7"/>
                    <a:pt x="1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10" y="4"/>
                    <a:pt x="13" y="6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8" y="7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19" y="15"/>
                    <a:pt x="19" y="15"/>
                    <a:pt x="19" y="15"/>
                  </a:cubicBezTo>
                  <a:close/>
                  <a:moveTo>
                    <a:pt x="20" y="10"/>
                  </a:moveTo>
                  <a:cubicBezTo>
                    <a:pt x="22" y="9"/>
                    <a:pt x="22" y="9"/>
                    <a:pt x="22" y="9"/>
                  </a:cubicBezTo>
                  <a:cubicBezTo>
                    <a:pt x="20" y="10"/>
                    <a:pt x="20" y="10"/>
                    <a:pt x="2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" name="Freeform 1386"/>
            <p:cNvSpPr/>
            <p:nvPr>
              <p:custDataLst>
                <p:tags r:id="rId21"/>
              </p:custDataLst>
            </p:nvPr>
          </p:nvSpPr>
          <p:spPr bwMode="auto">
            <a:xfrm>
              <a:off x="4176714" y="6988176"/>
              <a:ext cx="9525" cy="9525"/>
            </a:xfrm>
            <a:custGeom>
              <a:avLst/>
              <a:gdLst>
                <a:gd name="T0" fmla="*/ 3 w 6"/>
                <a:gd name="T1" fmla="*/ 0 h 6"/>
                <a:gd name="T2" fmla="*/ 6 w 6"/>
                <a:gd name="T3" fmla="*/ 3 h 6"/>
                <a:gd name="T4" fmla="*/ 2 w 6"/>
                <a:gd name="T5" fmla="*/ 6 h 6"/>
                <a:gd name="T6" fmla="*/ 0 w 6"/>
                <a:gd name="T7" fmla="*/ 4 h 6"/>
                <a:gd name="T8" fmla="*/ 3 w 6"/>
                <a:gd name="T9" fmla="*/ 0 h 6"/>
                <a:gd name="T10" fmla="*/ 3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lnTo>
                    <a:pt x="6" y="3"/>
                  </a:lnTo>
                  <a:lnTo>
                    <a:pt x="2" y="6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" name="Freeform 1387"/>
            <p:cNvSpPr/>
            <p:nvPr>
              <p:custDataLst>
                <p:tags r:id="rId22"/>
              </p:custDataLst>
            </p:nvPr>
          </p:nvSpPr>
          <p:spPr bwMode="auto">
            <a:xfrm>
              <a:off x="4170364" y="6983413"/>
              <a:ext cx="20638" cy="19050"/>
            </a:xfrm>
            <a:custGeom>
              <a:avLst/>
              <a:gdLst>
                <a:gd name="T0" fmla="*/ 0 w 13"/>
                <a:gd name="T1" fmla="*/ 7 h 12"/>
                <a:gd name="T2" fmla="*/ 6 w 13"/>
                <a:gd name="T3" fmla="*/ 1 h 12"/>
                <a:gd name="T4" fmla="*/ 7 w 13"/>
                <a:gd name="T5" fmla="*/ 0 h 12"/>
                <a:gd name="T6" fmla="*/ 13 w 13"/>
                <a:gd name="T7" fmla="*/ 6 h 12"/>
                <a:gd name="T8" fmla="*/ 6 w 13"/>
                <a:gd name="T9" fmla="*/ 12 h 12"/>
                <a:gd name="T10" fmla="*/ 0 w 13"/>
                <a:gd name="T11" fmla="*/ 7 h 12"/>
                <a:gd name="T12" fmla="*/ 0 w 13"/>
                <a:gd name="T1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2">
                  <a:moveTo>
                    <a:pt x="0" y="7"/>
                  </a:moveTo>
                  <a:lnTo>
                    <a:pt x="6" y="1"/>
                  </a:lnTo>
                  <a:lnTo>
                    <a:pt x="7" y="0"/>
                  </a:lnTo>
                  <a:lnTo>
                    <a:pt x="13" y="6"/>
                  </a:lnTo>
                  <a:lnTo>
                    <a:pt x="6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" name="Freeform 1388"/>
            <p:cNvSpPr/>
            <p:nvPr>
              <p:custDataLst>
                <p:tags r:id="rId23"/>
              </p:custDataLst>
            </p:nvPr>
          </p:nvSpPr>
          <p:spPr bwMode="auto">
            <a:xfrm>
              <a:off x="4121151" y="6983413"/>
              <a:ext cx="7938" cy="9525"/>
            </a:xfrm>
            <a:custGeom>
              <a:avLst/>
              <a:gdLst>
                <a:gd name="T0" fmla="*/ 2 w 5"/>
                <a:gd name="T1" fmla="*/ 0 h 6"/>
                <a:gd name="T2" fmla="*/ 5 w 5"/>
                <a:gd name="T3" fmla="*/ 3 h 6"/>
                <a:gd name="T4" fmla="*/ 2 w 5"/>
                <a:gd name="T5" fmla="*/ 6 h 6"/>
                <a:gd name="T6" fmla="*/ 0 w 5"/>
                <a:gd name="T7" fmla="*/ 3 h 6"/>
                <a:gd name="T8" fmla="*/ 2 w 5"/>
                <a:gd name="T9" fmla="*/ 0 h 6"/>
                <a:gd name="T10" fmla="*/ 2 w 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lnTo>
                    <a:pt x="5" y="3"/>
                  </a:lnTo>
                  <a:lnTo>
                    <a:pt x="2" y="6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" name="Freeform 1389"/>
            <p:cNvSpPr/>
            <p:nvPr>
              <p:custDataLst>
                <p:tags r:id="rId24"/>
              </p:custDataLst>
            </p:nvPr>
          </p:nvSpPr>
          <p:spPr bwMode="auto">
            <a:xfrm>
              <a:off x="4114801" y="6978651"/>
              <a:ext cx="19050" cy="19050"/>
            </a:xfrm>
            <a:custGeom>
              <a:avLst/>
              <a:gdLst>
                <a:gd name="T0" fmla="*/ 0 w 12"/>
                <a:gd name="T1" fmla="*/ 6 h 12"/>
                <a:gd name="T2" fmla="*/ 5 w 12"/>
                <a:gd name="T3" fmla="*/ 2 h 12"/>
                <a:gd name="T4" fmla="*/ 6 w 12"/>
                <a:gd name="T5" fmla="*/ 0 h 12"/>
                <a:gd name="T6" fmla="*/ 12 w 12"/>
                <a:gd name="T7" fmla="*/ 6 h 12"/>
                <a:gd name="T8" fmla="*/ 6 w 12"/>
                <a:gd name="T9" fmla="*/ 12 h 12"/>
                <a:gd name="T10" fmla="*/ 0 w 12"/>
                <a:gd name="T11" fmla="*/ 6 h 12"/>
                <a:gd name="T12" fmla="*/ 0 w 12"/>
                <a:gd name="T1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5" y="2"/>
                  </a:lnTo>
                  <a:lnTo>
                    <a:pt x="6" y="0"/>
                  </a:lnTo>
                  <a:lnTo>
                    <a:pt x="12" y="6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3" name="Freeform 1390"/>
            <p:cNvSpPr/>
            <p:nvPr>
              <p:custDataLst>
                <p:tags r:id="rId25"/>
              </p:custDataLst>
            </p:nvPr>
          </p:nvSpPr>
          <p:spPr bwMode="auto">
            <a:xfrm>
              <a:off x="4167189" y="6862763"/>
              <a:ext cx="44450" cy="50800"/>
            </a:xfrm>
            <a:custGeom>
              <a:avLst/>
              <a:gdLst>
                <a:gd name="T0" fmla="*/ 3 w 25"/>
                <a:gd name="T1" fmla="*/ 11 h 29"/>
                <a:gd name="T2" fmla="*/ 15 w 25"/>
                <a:gd name="T3" fmla="*/ 3 h 29"/>
                <a:gd name="T4" fmla="*/ 15 w 25"/>
                <a:gd name="T5" fmla="*/ 3 h 29"/>
                <a:gd name="T6" fmla="*/ 23 w 25"/>
                <a:gd name="T7" fmla="*/ 2 h 29"/>
                <a:gd name="T8" fmla="*/ 23 w 25"/>
                <a:gd name="T9" fmla="*/ 2 h 29"/>
                <a:gd name="T10" fmla="*/ 23 w 25"/>
                <a:gd name="T11" fmla="*/ 7 h 29"/>
                <a:gd name="T12" fmla="*/ 23 w 25"/>
                <a:gd name="T13" fmla="*/ 7 h 29"/>
                <a:gd name="T14" fmla="*/ 21 w 25"/>
                <a:gd name="T15" fmla="*/ 12 h 29"/>
                <a:gd name="T16" fmla="*/ 21 w 25"/>
                <a:gd name="T17" fmla="*/ 12 h 29"/>
                <a:gd name="T18" fmla="*/ 16 w 25"/>
                <a:gd name="T19" fmla="*/ 18 h 29"/>
                <a:gd name="T20" fmla="*/ 16 w 25"/>
                <a:gd name="T21" fmla="*/ 18 h 29"/>
                <a:gd name="T22" fmla="*/ 16 w 25"/>
                <a:gd name="T23" fmla="*/ 18 h 29"/>
                <a:gd name="T24" fmla="*/ 13 w 25"/>
                <a:gd name="T25" fmla="*/ 16 h 29"/>
                <a:gd name="T26" fmla="*/ 17 w 25"/>
                <a:gd name="T27" fmla="*/ 12 h 29"/>
                <a:gd name="T28" fmla="*/ 17 w 25"/>
                <a:gd name="T29" fmla="*/ 12 h 29"/>
                <a:gd name="T30" fmla="*/ 20 w 25"/>
                <a:gd name="T31" fmla="*/ 5 h 29"/>
                <a:gd name="T32" fmla="*/ 20 w 25"/>
                <a:gd name="T33" fmla="*/ 5 h 29"/>
                <a:gd name="T34" fmla="*/ 20 w 25"/>
                <a:gd name="T35" fmla="*/ 5 h 29"/>
                <a:gd name="T36" fmla="*/ 20 w 25"/>
                <a:gd name="T37" fmla="*/ 5 h 29"/>
                <a:gd name="T38" fmla="*/ 20 w 25"/>
                <a:gd name="T39" fmla="*/ 5 h 29"/>
                <a:gd name="T40" fmla="*/ 20 w 25"/>
                <a:gd name="T41" fmla="*/ 5 h 29"/>
                <a:gd name="T42" fmla="*/ 17 w 25"/>
                <a:gd name="T43" fmla="*/ 6 h 29"/>
                <a:gd name="T44" fmla="*/ 17 w 25"/>
                <a:gd name="T45" fmla="*/ 6 h 29"/>
                <a:gd name="T46" fmla="*/ 6 w 25"/>
                <a:gd name="T47" fmla="*/ 13 h 29"/>
                <a:gd name="T48" fmla="*/ 6 w 25"/>
                <a:gd name="T49" fmla="*/ 13 h 29"/>
                <a:gd name="T50" fmla="*/ 4 w 25"/>
                <a:gd name="T51" fmla="*/ 18 h 29"/>
                <a:gd name="T52" fmla="*/ 4 w 25"/>
                <a:gd name="T53" fmla="*/ 18 h 29"/>
                <a:gd name="T54" fmla="*/ 5 w 25"/>
                <a:gd name="T55" fmla="*/ 29 h 29"/>
                <a:gd name="T56" fmla="*/ 5 w 25"/>
                <a:gd name="T57" fmla="*/ 29 h 29"/>
                <a:gd name="T58" fmla="*/ 1 w 25"/>
                <a:gd name="T59" fmla="*/ 29 h 29"/>
                <a:gd name="T60" fmla="*/ 0 w 25"/>
                <a:gd name="T61" fmla="*/ 18 h 29"/>
                <a:gd name="T62" fmla="*/ 0 w 25"/>
                <a:gd name="T63" fmla="*/ 18 h 29"/>
                <a:gd name="T64" fmla="*/ 3 w 25"/>
                <a:gd name="T65" fmla="*/ 11 h 29"/>
                <a:gd name="T66" fmla="*/ 3 w 25"/>
                <a:gd name="T67" fmla="*/ 11 h 29"/>
                <a:gd name="T68" fmla="*/ 3 w 25"/>
                <a:gd name="T69" fmla="*/ 1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" h="29">
                  <a:moveTo>
                    <a:pt x="3" y="11"/>
                  </a:moveTo>
                  <a:cubicBezTo>
                    <a:pt x="5" y="8"/>
                    <a:pt x="9" y="6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9" y="1"/>
                    <a:pt x="21" y="0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5" y="4"/>
                    <a:pt x="24" y="5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9"/>
                    <a:pt x="22" y="10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18" y="15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5" y="14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9"/>
                    <a:pt x="20" y="6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9" y="5"/>
                    <a:pt x="18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1" y="9"/>
                    <a:pt x="8" y="11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3" y="16"/>
                    <a:pt x="4" y="16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21"/>
                    <a:pt x="5" y="29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0" y="21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0" y="14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4" name="Freeform 139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4164014" y="6861176"/>
              <a:ext cx="49213" cy="55563"/>
            </a:xfrm>
            <a:custGeom>
              <a:avLst/>
              <a:gdLst>
                <a:gd name="T0" fmla="*/ 1 w 28"/>
                <a:gd name="T1" fmla="*/ 30 h 32"/>
                <a:gd name="T2" fmla="*/ 1 w 28"/>
                <a:gd name="T3" fmla="*/ 30 h 32"/>
                <a:gd name="T4" fmla="*/ 1 w 28"/>
                <a:gd name="T5" fmla="*/ 29 h 32"/>
                <a:gd name="T6" fmla="*/ 1 w 28"/>
                <a:gd name="T7" fmla="*/ 26 h 32"/>
                <a:gd name="T8" fmla="*/ 0 w 28"/>
                <a:gd name="T9" fmla="*/ 19 h 32"/>
                <a:gd name="T10" fmla="*/ 0 w 28"/>
                <a:gd name="T11" fmla="*/ 18 h 32"/>
                <a:gd name="T12" fmla="*/ 4 w 28"/>
                <a:gd name="T13" fmla="*/ 10 h 32"/>
                <a:gd name="T14" fmla="*/ 4 w 28"/>
                <a:gd name="T15" fmla="*/ 10 h 32"/>
                <a:gd name="T16" fmla="*/ 16 w 28"/>
                <a:gd name="T17" fmla="*/ 2 h 32"/>
                <a:gd name="T18" fmla="*/ 23 w 28"/>
                <a:gd name="T19" fmla="*/ 0 h 32"/>
                <a:gd name="T20" fmla="*/ 26 w 28"/>
                <a:gd name="T21" fmla="*/ 1 h 32"/>
                <a:gd name="T22" fmla="*/ 26 w 28"/>
                <a:gd name="T23" fmla="*/ 2 h 32"/>
                <a:gd name="T24" fmla="*/ 28 w 28"/>
                <a:gd name="T25" fmla="*/ 5 h 32"/>
                <a:gd name="T26" fmla="*/ 27 w 28"/>
                <a:gd name="T27" fmla="*/ 9 h 32"/>
                <a:gd name="T28" fmla="*/ 24 w 28"/>
                <a:gd name="T29" fmla="*/ 14 h 32"/>
                <a:gd name="T30" fmla="*/ 20 w 28"/>
                <a:gd name="T31" fmla="*/ 20 h 32"/>
                <a:gd name="T32" fmla="*/ 19 w 28"/>
                <a:gd name="T33" fmla="*/ 21 h 32"/>
                <a:gd name="T34" fmla="*/ 17 w 28"/>
                <a:gd name="T35" fmla="*/ 21 h 32"/>
                <a:gd name="T36" fmla="*/ 14 w 28"/>
                <a:gd name="T37" fmla="*/ 16 h 32"/>
                <a:gd name="T38" fmla="*/ 17 w 28"/>
                <a:gd name="T39" fmla="*/ 11 h 32"/>
                <a:gd name="T40" fmla="*/ 18 w 28"/>
                <a:gd name="T41" fmla="*/ 10 h 32"/>
                <a:gd name="T42" fmla="*/ 9 w 28"/>
                <a:gd name="T43" fmla="*/ 15 h 32"/>
                <a:gd name="T44" fmla="*/ 8 w 28"/>
                <a:gd name="T45" fmla="*/ 18 h 32"/>
                <a:gd name="T46" fmla="*/ 8 w 28"/>
                <a:gd name="T47" fmla="*/ 19 h 32"/>
                <a:gd name="T48" fmla="*/ 8 w 28"/>
                <a:gd name="T49" fmla="*/ 19 h 32"/>
                <a:gd name="T50" fmla="*/ 9 w 28"/>
                <a:gd name="T51" fmla="*/ 30 h 32"/>
                <a:gd name="T52" fmla="*/ 1 w 28"/>
                <a:gd name="T53" fmla="*/ 32 h 32"/>
                <a:gd name="T54" fmla="*/ 6 w 28"/>
                <a:gd name="T55" fmla="*/ 13 h 32"/>
                <a:gd name="T56" fmla="*/ 6 w 28"/>
                <a:gd name="T57" fmla="*/ 13 h 32"/>
                <a:gd name="T58" fmla="*/ 6 w 28"/>
                <a:gd name="T59" fmla="*/ 13 h 32"/>
                <a:gd name="T60" fmla="*/ 23 w 28"/>
                <a:gd name="T61" fmla="*/ 8 h 32"/>
                <a:gd name="T62" fmla="*/ 23 w 28"/>
                <a:gd name="T63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" h="32"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8"/>
                    <a:pt x="1" y="27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1" y="13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6" y="8"/>
                    <a:pt x="10" y="5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8" y="1"/>
                    <a:pt x="20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4" y="0"/>
                    <a:pt x="25" y="1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8" y="4"/>
                    <a:pt x="28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7"/>
                    <a:pt x="27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10"/>
                    <a:pt x="25" y="12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7"/>
                    <a:pt x="20" y="19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5" y="14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3" y="12"/>
                    <a:pt x="11" y="14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7"/>
                    <a:pt x="8" y="17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1"/>
                    <a:pt x="9" y="29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1" y="30"/>
                    <a:pt x="1" y="30"/>
                    <a:pt x="1" y="30"/>
                  </a:cubicBezTo>
                  <a:close/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lose/>
                  <a:moveTo>
                    <a:pt x="23" y="8"/>
                  </a:move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5" name="Freeform 1392"/>
            <p:cNvSpPr/>
            <p:nvPr>
              <p:custDataLst>
                <p:tags r:id="rId27"/>
              </p:custDataLst>
            </p:nvPr>
          </p:nvSpPr>
          <p:spPr bwMode="auto">
            <a:xfrm>
              <a:off x="4133851" y="6835776"/>
              <a:ext cx="44450" cy="79375"/>
            </a:xfrm>
            <a:custGeom>
              <a:avLst/>
              <a:gdLst>
                <a:gd name="T0" fmla="*/ 15 w 25"/>
                <a:gd name="T1" fmla="*/ 1 h 46"/>
                <a:gd name="T2" fmla="*/ 21 w 25"/>
                <a:gd name="T3" fmla="*/ 2 h 46"/>
                <a:gd name="T4" fmla="*/ 21 w 25"/>
                <a:gd name="T5" fmla="*/ 2 h 46"/>
                <a:gd name="T6" fmla="*/ 22 w 25"/>
                <a:gd name="T7" fmla="*/ 3 h 46"/>
                <a:gd name="T8" fmla="*/ 22 w 25"/>
                <a:gd name="T9" fmla="*/ 3 h 46"/>
                <a:gd name="T10" fmla="*/ 25 w 25"/>
                <a:gd name="T11" fmla="*/ 10 h 46"/>
                <a:gd name="T12" fmla="*/ 25 w 25"/>
                <a:gd name="T13" fmla="*/ 10 h 46"/>
                <a:gd name="T14" fmla="*/ 22 w 25"/>
                <a:gd name="T15" fmla="*/ 16 h 46"/>
                <a:gd name="T16" fmla="*/ 22 w 25"/>
                <a:gd name="T17" fmla="*/ 16 h 46"/>
                <a:gd name="T18" fmla="*/ 19 w 25"/>
                <a:gd name="T19" fmla="*/ 20 h 46"/>
                <a:gd name="T20" fmla="*/ 19 w 25"/>
                <a:gd name="T21" fmla="*/ 20 h 46"/>
                <a:gd name="T22" fmla="*/ 16 w 25"/>
                <a:gd name="T23" fmla="*/ 23 h 46"/>
                <a:gd name="T24" fmla="*/ 16 w 25"/>
                <a:gd name="T25" fmla="*/ 23 h 46"/>
                <a:gd name="T26" fmla="*/ 13 w 25"/>
                <a:gd name="T27" fmla="*/ 20 h 46"/>
                <a:gd name="T28" fmla="*/ 16 w 25"/>
                <a:gd name="T29" fmla="*/ 17 h 46"/>
                <a:gd name="T30" fmla="*/ 16 w 25"/>
                <a:gd name="T31" fmla="*/ 17 h 46"/>
                <a:gd name="T32" fmla="*/ 19 w 25"/>
                <a:gd name="T33" fmla="*/ 14 h 46"/>
                <a:gd name="T34" fmla="*/ 19 w 25"/>
                <a:gd name="T35" fmla="*/ 14 h 46"/>
                <a:gd name="T36" fmla="*/ 22 w 25"/>
                <a:gd name="T37" fmla="*/ 10 h 46"/>
                <a:gd name="T38" fmla="*/ 22 w 25"/>
                <a:gd name="T39" fmla="*/ 10 h 46"/>
                <a:gd name="T40" fmla="*/ 19 w 25"/>
                <a:gd name="T41" fmla="*/ 5 h 46"/>
                <a:gd name="T42" fmla="*/ 19 w 25"/>
                <a:gd name="T43" fmla="*/ 5 h 46"/>
                <a:gd name="T44" fmla="*/ 19 w 25"/>
                <a:gd name="T45" fmla="*/ 5 h 46"/>
                <a:gd name="T46" fmla="*/ 19 w 25"/>
                <a:gd name="T47" fmla="*/ 5 h 46"/>
                <a:gd name="T48" fmla="*/ 16 w 25"/>
                <a:gd name="T49" fmla="*/ 4 h 46"/>
                <a:gd name="T50" fmla="*/ 16 w 25"/>
                <a:gd name="T51" fmla="*/ 4 h 46"/>
                <a:gd name="T52" fmla="*/ 12 w 25"/>
                <a:gd name="T53" fmla="*/ 7 h 46"/>
                <a:gd name="T54" fmla="*/ 12 w 25"/>
                <a:gd name="T55" fmla="*/ 7 h 46"/>
                <a:gd name="T56" fmla="*/ 6 w 25"/>
                <a:gd name="T57" fmla="*/ 14 h 46"/>
                <a:gd name="T58" fmla="*/ 6 w 25"/>
                <a:gd name="T59" fmla="*/ 14 h 46"/>
                <a:gd name="T60" fmla="*/ 7 w 25"/>
                <a:gd name="T61" fmla="*/ 31 h 46"/>
                <a:gd name="T62" fmla="*/ 7 w 25"/>
                <a:gd name="T63" fmla="*/ 31 h 46"/>
                <a:gd name="T64" fmla="*/ 11 w 25"/>
                <a:gd name="T65" fmla="*/ 45 h 46"/>
                <a:gd name="T66" fmla="*/ 11 w 25"/>
                <a:gd name="T67" fmla="*/ 45 h 46"/>
                <a:gd name="T68" fmla="*/ 8 w 25"/>
                <a:gd name="T69" fmla="*/ 46 h 46"/>
                <a:gd name="T70" fmla="*/ 4 w 25"/>
                <a:gd name="T71" fmla="*/ 32 h 46"/>
                <a:gd name="T72" fmla="*/ 4 w 25"/>
                <a:gd name="T73" fmla="*/ 32 h 46"/>
                <a:gd name="T74" fmla="*/ 4 w 25"/>
                <a:gd name="T75" fmla="*/ 11 h 46"/>
                <a:gd name="T76" fmla="*/ 4 w 25"/>
                <a:gd name="T77" fmla="*/ 11 h 46"/>
                <a:gd name="T78" fmla="*/ 9 w 25"/>
                <a:gd name="T79" fmla="*/ 5 h 46"/>
                <a:gd name="T80" fmla="*/ 9 w 25"/>
                <a:gd name="T81" fmla="*/ 5 h 46"/>
                <a:gd name="T82" fmla="*/ 15 w 25"/>
                <a:gd name="T83" fmla="*/ 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" h="46">
                  <a:moveTo>
                    <a:pt x="15" y="1"/>
                  </a:moveTo>
                  <a:cubicBezTo>
                    <a:pt x="17" y="0"/>
                    <a:pt x="20" y="0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5"/>
                    <a:pt x="25" y="8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2"/>
                    <a:pt x="24" y="14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7"/>
                    <a:pt x="20" y="19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7" y="21"/>
                    <a:pt x="16" y="22"/>
                    <a:pt x="16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5" y="19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6"/>
                    <a:pt x="18" y="15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1" y="12"/>
                    <a:pt x="22" y="11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9"/>
                    <a:pt x="21" y="8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4"/>
                    <a:pt x="17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5"/>
                    <a:pt x="13" y="6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9"/>
                    <a:pt x="8" y="11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5" y="16"/>
                    <a:pt x="5" y="24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9" y="38"/>
                    <a:pt x="11" y="45"/>
                    <a:pt x="11" y="45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6"/>
                    <a:pt x="6" y="39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25"/>
                    <a:pt x="0" y="16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1" y="3"/>
                    <a:pt x="13" y="2"/>
                    <a:pt x="1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6" name="Freeform 1393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4133851" y="6832601"/>
              <a:ext cx="47625" cy="87313"/>
            </a:xfrm>
            <a:custGeom>
              <a:avLst/>
              <a:gdLst>
                <a:gd name="T0" fmla="*/ 2 w 27"/>
                <a:gd name="T1" fmla="*/ 34 h 50"/>
                <a:gd name="T2" fmla="*/ 0 w 27"/>
                <a:gd name="T3" fmla="*/ 21 h 50"/>
                <a:gd name="T4" fmla="*/ 2 w 27"/>
                <a:gd name="T5" fmla="*/ 12 h 50"/>
                <a:gd name="T6" fmla="*/ 8 w 27"/>
                <a:gd name="T7" fmla="*/ 5 h 50"/>
                <a:gd name="T8" fmla="*/ 14 w 27"/>
                <a:gd name="T9" fmla="*/ 1 h 50"/>
                <a:gd name="T10" fmla="*/ 14 w 27"/>
                <a:gd name="T11" fmla="*/ 1 h 50"/>
                <a:gd name="T12" fmla="*/ 17 w 27"/>
                <a:gd name="T13" fmla="*/ 0 h 50"/>
                <a:gd name="T14" fmla="*/ 23 w 27"/>
                <a:gd name="T15" fmla="*/ 3 h 50"/>
                <a:gd name="T16" fmla="*/ 24 w 27"/>
                <a:gd name="T17" fmla="*/ 4 h 50"/>
                <a:gd name="T18" fmla="*/ 27 w 27"/>
                <a:gd name="T19" fmla="*/ 12 h 50"/>
                <a:gd name="T20" fmla="*/ 27 w 27"/>
                <a:gd name="T21" fmla="*/ 12 h 50"/>
                <a:gd name="T22" fmla="*/ 24 w 27"/>
                <a:gd name="T23" fmla="*/ 19 h 50"/>
                <a:gd name="T24" fmla="*/ 20 w 27"/>
                <a:gd name="T25" fmla="*/ 23 h 50"/>
                <a:gd name="T26" fmla="*/ 17 w 27"/>
                <a:gd name="T27" fmla="*/ 26 h 50"/>
                <a:gd name="T28" fmla="*/ 11 w 27"/>
                <a:gd name="T29" fmla="*/ 22 h 50"/>
                <a:gd name="T30" fmla="*/ 12 w 27"/>
                <a:gd name="T31" fmla="*/ 21 h 50"/>
                <a:gd name="T32" fmla="*/ 12 w 27"/>
                <a:gd name="T33" fmla="*/ 20 h 50"/>
                <a:gd name="T34" fmla="*/ 12 w 27"/>
                <a:gd name="T35" fmla="*/ 20 h 50"/>
                <a:gd name="T36" fmla="*/ 12 w 27"/>
                <a:gd name="T37" fmla="*/ 20 h 50"/>
                <a:gd name="T38" fmla="*/ 12 w 27"/>
                <a:gd name="T39" fmla="*/ 20 h 50"/>
                <a:gd name="T40" fmla="*/ 13 w 27"/>
                <a:gd name="T41" fmla="*/ 20 h 50"/>
                <a:gd name="T42" fmla="*/ 15 w 27"/>
                <a:gd name="T43" fmla="*/ 18 h 50"/>
                <a:gd name="T44" fmla="*/ 18 w 27"/>
                <a:gd name="T45" fmla="*/ 14 h 50"/>
                <a:gd name="T46" fmla="*/ 20 w 27"/>
                <a:gd name="T47" fmla="*/ 12 h 50"/>
                <a:gd name="T48" fmla="*/ 20 w 27"/>
                <a:gd name="T49" fmla="*/ 12 h 50"/>
                <a:gd name="T50" fmla="*/ 20 w 27"/>
                <a:gd name="T51" fmla="*/ 12 h 50"/>
                <a:gd name="T52" fmla="*/ 18 w 27"/>
                <a:gd name="T53" fmla="*/ 8 h 50"/>
                <a:gd name="T54" fmla="*/ 18 w 27"/>
                <a:gd name="T55" fmla="*/ 8 h 50"/>
                <a:gd name="T56" fmla="*/ 17 w 27"/>
                <a:gd name="T57" fmla="*/ 8 h 50"/>
                <a:gd name="T58" fmla="*/ 17 w 27"/>
                <a:gd name="T59" fmla="*/ 8 h 50"/>
                <a:gd name="T60" fmla="*/ 13 w 27"/>
                <a:gd name="T61" fmla="*/ 11 h 50"/>
                <a:gd name="T62" fmla="*/ 8 w 27"/>
                <a:gd name="T63" fmla="*/ 17 h 50"/>
                <a:gd name="T64" fmla="*/ 7 w 27"/>
                <a:gd name="T65" fmla="*/ 21 h 50"/>
                <a:gd name="T66" fmla="*/ 9 w 27"/>
                <a:gd name="T67" fmla="*/ 33 h 50"/>
                <a:gd name="T68" fmla="*/ 13 w 27"/>
                <a:gd name="T69" fmla="*/ 46 h 50"/>
                <a:gd name="T70" fmla="*/ 14 w 27"/>
                <a:gd name="T71" fmla="*/ 48 h 50"/>
                <a:gd name="T72" fmla="*/ 6 w 27"/>
                <a:gd name="T73" fmla="*/ 49 h 50"/>
                <a:gd name="T74" fmla="*/ 16 w 27"/>
                <a:gd name="T75" fmla="*/ 4 h 50"/>
                <a:gd name="T76" fmla="*/ 16 w 27"/>
                <a:gd name="T77" fmla="*/ 4 h 50"/>
                <a:gd name="T78" fmla="*/ 15 w 27"/>
                <a:gd name="T79" fmla="*/ 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7" h="50">
                  <a:moveTo>
                    <a:pt x="6" y="49"/>
                  </a:moveTo>
                  <a:cubicBezTo>
                    <a:pt x="6" y="48"/>
                    <a:pt x="4" y="42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0"/>
                    <a:pt x="0" y="25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18"/>
                    <a:pt x="0" y="15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6" y="7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4"/>
                    <a:pt x="12" y="2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6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9" y="0"/>
                    <a:pt x="21" y="1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6" y="6"/>
                    <a:pt x="27" y="9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5"/>
                    <a:pt x="25" y="17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2" y="21"/>
                    <a:pt x="21" y="22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8" y="25"/>
                    <a:pt x="17" y="26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0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9"/>
                    <a:pt x="14" y="19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7"/>
                    <a:pt x="17" y="16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9" y="14"/>
                    <a:pt x="19" y="13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19" y="10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4" y="9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1" y="12"/>
                    <a:pt x="10" y="14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7" y="19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4"/>
                    <a:pt x="8" y="29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1" y="40"/>
                    <a:pt x="13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6" y="49"/>
                    <a:pt x="6" y="49"/>
                    <a:pt x="6" y="49"/>
                  </a:cubicBezTo>
                  <a:close/>
                  <a:moveTo>
                    <a:pt x="15" y="4"/>
                  </a:moveTo>
                  <a:cubicBezTo>
                    <a:pt x="15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4"/>
                    <a:pt x="15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7" name="Freeform 1394"/>
            <p:cNvSpPr/>
            <p:nvPr>
              <p:custDataLst>
                <p:tags r:id="rId29"/>
              </p:custDataLst>
            </p:nvPr>
          </p:nvSpPr>
          <p:spPr bwMode="auto">
            <a:xfrm>
              <a:off x="4095751" y="7110413"/>
              <a:ext cx="123825" cy="106363"/>
            </a:xfrm>
            <a:custGeom>
              <a:avLst/>
              <a:gdLst>
                <a:gd name="T0" fmla="*/ 24 w 71"/>
                <a:gd name="T1" fmla="*/ 6 h 61"/>
                <a:gd name="T2" fmla="*/ 15 w 71"/>
                <a:gd name="T3" fmla="*/ 17 h 61"/>
                <a:gd name="T4" fmla="*/ 15 w 71"/>
                <a:gd name="T5" fmla="*/ 17 h 61"/>
                <a:gd name="T6" fmla="*/ 5 w 71"/>
                <a:gd name="T7" fmla="*/ 33 h 61"/>
                <a:gd name="T8" fmla="*/ 5 w 71"/>
                <a:gd name="T9" fmla="*/ 33 h 61"/>
                <a:gd name="T10" fmla="*/ 9 w 71"/>
                <a:gd name="T11" fmla="*/ 44 h 61"/>
                <a:gd name="T12" fmla="*/ 9 w 71"/>
                <a:gd name="T13" fmla="*/ 44 h 61"/>
                <a:gd name="T14" fmla="*/ 27 w 71"/>
                <a:gd name="T15" fmla="*/ 54 h 61"/>
                <a:gd name="T16" fmla="*/ 27 w 71"/>
                <a:gd name="T17" fmla="*/ 54 h 61"/>
                <a:gd name="T18" fmla="*/ 52 w 71"/>
                <a:gd name="T19" fmla="*/ 44 h 61"/>
                <a:gd name="T20" fmla="*/ 52 w 71"/>
                <a:gd name="T21" fmla="*/ 44 h 61"/>
                <a:gd name="T22" fmla="*/ 67 w 71"/>
                <a:gd name="T23" fmla="*/ 21 h 61"/>
                <a:gd name="T24" fmla="*/ 67 w 71"/>
                <a:gd name="T25" fmla="*/ 21 h 61"/>
                <a:gd name="T26" fmla="*/ 62 w 71"/>
                <a:gd name="T27" fmla="*/ 10 h 61"/>
                <a:gd name="T28" fmla="*/ 62 w 71"/>
                <a:gd name="T29" fmla="*/ 10 h 61"/>
                <a:gd name="T30" fmla="*/ 51 w 71"/>
                <a:gd name="T31" fmla="*/ 3 h 61"/>
                <a:gd name="T32" fmla="*/ 51 w 71"/>
                <a:gd name="T33" fmla="*/ 3 h 61"/>
                <a:gd name="T34" fmla="*/ 51 w 71"/>
                <a:gd name="T35" fmla="*/ 3 h 61"/>
                <a:gd name="T36" fmla="*/ 52 w 71"/>
                <a:gd name="T37" fmla="*/ 0 h 61"/>
                <a:gd name="T38" fmla="*/ 65 w 71"/>
                <a:gd name="T39" fmla="*/ 8 h 61"/>
                <a:gd name="T40" fmla="*/ 65 w 71"/>
                <a:gd name="T41" fmla="*/ 8 h 61"/>
                <a:gd name="T42" fmla="*/ 70 w 71"/>
                <a:gd name="T43" fmla="*/ 21 h 61"/>
                <a:gd name="T44" fmla="*/ 70 w 71"/>
                <a:gd name="T45" fmla="*/ 21 h 61"/>
                <a:gd name="T46" fmla="*/ 54 w 71"/>
                <a:gd name="T47" fmla="*/ 47 h 61"/>
                <a:gd name="T48" fmla="*/ 54 w 71"/>
                <a:gd name="T49" fmla="*/ 47 h 61"/>
                <a:gd name="T50" fmla="*/ 26 w 71"/>
                <a:gd name="T51" fmla="*/ 58 h 61"/>
                <a:gd name="T52" fmla="*/ 26 w 71"/>
                <a:gd name="T53" fmla="*/ 58 h 61"/>
                <a:gd name="T54" fmla="*/ 7 w 71"/>
                <a:gd name="T55" fmla="*/ 46 h 61"/>
                <a:gd name="T56" fmla="*/ 7 w 71"/>
                <a:gd name="T57" fmla="*/ 46 h 61"/>
                <a:gd name="T58" fmla="*/ 2 w 71"/>
                <a:gd name="T59" fmla="*/ 32 h 61"/>
                <a:gd name="T60" fmla="*/ 2 w 71"/>
                <a:gd name="T61" fmla="*/ 32 h 61"/>
                <a:gd name="T62" fmla="*/ 21 w 71"/>
                <a:gd name="T63" fmla="*/ 4 h 61"/>
                <a:gd name="T64" fmla="*/ 21 w 71"/>
                <a:gd name="T65" fmla="*/ 4 h 61"/>
                <a:gd name="T66" fmla="*/ 24 w 71"/>
                <a:gd name="T67" fmla="*/ 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61">
                  <a:moveTo>
                    <a:pt x="24" y="6"/>
                  </a:moveTo>
                  <a:cubicBezTo>
                    <a:pt x="24" y="6"/>
                    <a:pt x="20" y="11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1" y="22"/>
                    <a:pt x="6" y="29"/>
                    <a:pt x="5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4" y="36"/>
                    <a:pt x="5" y="40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13" y="48"/>
                    <a:pt x="19" y="51"/>
                    <a:pt x="27" y="54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35" y="57"/>
                    <a:pt x="44" y="52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9" y="36"/>
                    <a:pt x="66" y="26"/>
                    <a:pt x="67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67" y="17"/>
                    <a:pt x="66" y="14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58" y="6"/>
                    <a:pt x="51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3" y="0"/>
                    <a:pt x="60" y="3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8" y="11"/>
                    <a:pt x="71" y="16"/>
                    <a:pt x="70" y="21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69" y="28"/>
                    <a:pt x="62" y="38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46" y="55"/>
                    <a:pt x="36" y="61"/>
                    <a:pt x="26" y="58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18" y="54"/>
                    <a:pt x="11" y="51"/>
                    <a:pt x="7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2" y="42"/>
                    <a:pt x="0" y="37"/>
                    <a:pt x="2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4" y="23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6"/>
                    <a:pt x="24" y="6"/>
                    <a:pt x="2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8" name="Freeform 1395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4094164" y="7105651"/>
              <a:ext cx="127000" cy="111125"/>
            </a:xfrm>
            <a:custGeom>
              <a:avLst/>
              <a:gdLst>
                <a:gd name="T0" fmla="*/ 6 w 73"/>
                <a:gd name="T1" fmla="*/ 51 h 64"/>
                <a:gd name="T2" fmla="*/ 0 w 73"/>
                <a:gd name="T3" fmla="*/ 38 h 64"/>
                <a:gd name="T4" fmla="*/ 1 w 73"/>
                <a:gd name="T5" fmla="*/ 34 h 64"/>
                <a:gd name="T6" fmla="*/ 21 w 73"/>
                <a:gd name="T7" fmla="*/ 6 h 64"/>
                <a:gd name="T8" fmla="*/ 22 w 73"/>
                <a:gd name="T9" fmla="*/ 3 h 64"/>
                <a:gd name="T10" fmla="*/ 26 w 73"/>
                <a:gd name="T11" fmla="*/ 8 h 64"/>
                <a:gd name="T12" fmla="*/ 26 w 73"/>
                <a:gd name="T13" fmla="*/ 8 h 64"/>
                <a:gd name="T14" fmla="*/ 27 w 73"/>
                <a:gd name="T15" fmla="*/ 10 h 64"/>
                <a:gd name="T16" fmla="*/ 27 w 73"/>
                <a:gd name="T17" fmla="*/ 10 h 64"/>
                <a:gd name="T18" fmla="*/ 27 w 73"/>
                <a:gd name="T19" fmla="*/ 10 h 64"/>
                <a:gd name="T20" fmla="*/ 27 w 73"/>
                <a:gd name="T21" fmla="*/ 10 h 64"/>
                <a:gd name="T22" fmla="*/ 27 w 73"/>
                <a:gd name="T23" fmla="*/ 10 h 64"/>
                <a:gd name="T24" fmla="*/ 26 w 73"/>
                <a:gd name="T25" fmla="*/ 11 h 64"/>
                <a:gd name="T26" fmla="*/ 26 w 73"/>
                <a:gd name="T27" fmla="*/ 11 h 64"/>
                <a:gd name="T28" fmla="*/ 24 w 73"/>
                <a:gd name="T29" fmla="*/ 13 h 64"/>
                <a:gd name="T30" fmla="*/ 18 w 73"/>
                <a:gd name="T31" fmla="*/ 21 h 64"/>
                <a:gd name="T32" fmla="*/ 8 w 73"/>
                <a:gd name="T33" fmla="*/ 36 h 64"/>
                <a:gd name="T34" fmla="*/ 8 w 73"/>
                <a:gd name="T35" fmla="*/ 38 h 64"/>
                <a:gd name="T36" fmla="*/ 12 w 73"/>
                <a:gd name="T37" fmla="*/ 45 h 64"/>
                <a:gd name="T38" fmla="*/ 29 w 73"/>
                <a:gd name="T39" fmla="*/ 55 h 64"/>
                <a:gd name="T40" fmla="*/ 33 w 73"/>
                <a:gd name="T41" fmla="*/ 56 h 64"/>
                <a:gd name="T42" fmla="*/ 51 w 73"/>
                <a:gd name="T43" fmla="*/ 46 h 64"/>
                <a:gd name="T44" fmla="*/ 66 w 73"/>
                <a:gd name="T45" fmla="*/ 23 h 64"/>
                <a:gd name="T46" fmla="*/ 66 w 73"/>
                <a:gd name="T47" fmla="*/ 22 h 64"/>
                <a:gd name="T48" fmla="*/ 62 w 73"/>
                <a:gd name="T49" fmla="*/ 15 h 64"/>
                <a:gd name="T50" fmla="*/ 51 w 73"/>
                <a:gd name="T51" fmla="*/ 8 h 64"/>
                <a:gd name="T52" fmla="*/ 51 w 73"/>
                <a:gd name="T53" fmla="*/ 8 h 64"/>
                <a:gd name="T54" fmla="*/ 51 w 73"/>
                <a:gd name="T55" fmla="*/ 8 h 64"/>
                <a:gd name="T56" fmla="*/ 51 w 73"/>
                <a:gd name="T57" fmla="*/ 7 h 64"/>
                <a:gd name="T58" fmla="*/ 51 w 73"/>
                <a:gd name="T59" fmla="*/ 7 h 64"/>
                <a:gd name="T60" fmla="*/ 53 w 73"/>
                <a:gd name="T61" fmla="*/ 0 h 64"/>
                <a:gd name="T62" fmla="*/ 55 w 73"/>
                <a:gd name="T63" fmla="*/ 1 h 64"/>
                <a:gd name="T64" fmla="*/ 56 w 73"/>
                <a:gd name="T65" fmla="*/ 1 h 64"/>
                <a:gd name="T66" fmla="*/ 59 w 73"/>
                <a:gd name="T67" fmla="*/ 3 h 64"/>
                <a:gd name="T68" fmla="*/ 67 w 73"/>
                <a:gd name="T69" fmla="*/ 10 h 64"/>
                <a:gd name="T70" fmla="*/ 73 w 73"/>
                <a:gd name="T71" fmla="*/ 22 h 64"/>
                <a:gd name="T72" fmla="*/ 73 w 73"/>
                <a:gd name="T73" fmla="*/ 25 h 64"/>
                <a:gd name="T74" fmla="*/ 56 w 73"/>
                <a:gd name="T75" fmla="*/ 51 h 64"/>
                <a:gd name="T76" fmla="*/ 33 w 73"/>
                <a:gd name="T77" fmla="*/ 64 h 64"/>
                <a:gd name="T78" fmla="*/ 33 w 73"/>
                <a:gd name="T79" fmla="*/ 64 h 64"/>
                <a:gd name="T80" fmla="*/ 27 w 73"/>
                <a:gd name="T81" fmla="*/ 62 h 64"/>
                <a:gd name="T82" fmla="*/ 52 w 73"/>
                <a:gd name="T83" fmla="*/ 8 h 64"/>
                <a:gd name="T84" fmla="*/ 52 w 73"/>
                <a:gd name="T85" fmla="*/ 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" h="64">
                  <a:moveTo>
                    <a:pt x="27" y="62"/>
                  </a:moveTo>
                  <a:cubicBezTo>
                    <a:pt x="18" y="59"/>
                    <a:pt x="11" y="55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3" y="47"/>
                    <a:pt x="0" y="42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6"/>
                    <a:pt x="0" y="35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3" y="25"/>
                    <a:pt x="19" y="8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6" y="10"/>
                    <a:pt x="26" y="10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5" y="12"/>
                    <a:pt x="25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5"/>
                    <a:pt x="20" y="18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7"/>
                    <a:pt x="8" y="34"/>
                    <a:pt x="8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37"/>
                    <a:pt x="8" y="37"/>
                    <a:pt x="8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9" y="42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5" y="49"/>
                    <a:pt x="21" y="52"/>
                    <a:pt x="29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30" y="56"/>
                    <a:pt x="31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8" y="56"/>
                    <a:pt x="45" y="52"/>
                    <a:pt x="51" y="46"/>
                  </a:cubicBezTo>
                  <a:cubicBezTo>
                    <a:pt x="51" y="46"/>
                    <a:pt x="51" y="46"/>
                    <a:pt x="51" y="46"/>
                  </a:cubicBezTo>
                  <a:cubicBezTo>
                    <a:pt x="59" y="38"/>
                    <a:pt x="65" y="28"/>
                    <a:pt x="66" y="23"/>
                  </a:cubicBezTo>
                  <a:cubicBezTo>
                    <a:pt x="66" y="23"/>
                    <a:pt x="66" y="23"/>
                    <a:pt x="66" y="23"/>
                  </a:cubicBezTo>
                  <a:cubicBezTo>
                    <a:pt x="66" y="23"/>
                    <a:pt x="66" y="22"/>
                    <a:pt x="66" y="22"/>
                  </a:cubicBezTo>
                  <a:cubicBezTo>
                    <a:pt x="66" y="22"/>
                    <a:pt x="66" y="22"/>
                    <a:pt x="66" y="22"/>
                  </a:cubicBezTo>
                  <a:cubicBezTo>
                    <a:pt x="66" y="20"/>
                    <a:pt x="64" y="17"/>
                    <a:pt x="62" y="15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58" y="11"/>
                    <a:pt x="52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2"/>
                    <a:pt x="57" y="2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1" y="5"/>
                    <a:pt x="65" y="7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70" y="13"/>
                    <a:pt x="73" y="17"/>
                    <a:pt x="73" y="22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3" y="23"/>
                    <a:pt x="73" y="24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1" y="32"/>
                    <a:pt x="65" y="43"/>
                    <a:pt x="56" y="51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0" y="58"/>
                    <a:pt x="42" y="63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31" y="64"/>
                    <a:pt x="29" y="63"/>
                    <a:pt x="27" y="62"/>
                  </a:cubicBezTo>
                  <a:close/>
                  <a:moveTo>
                    <a:pt x="52" y="8"/>
                  </a:move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9" name="Freeform 1396"/>
            <p:cNvSpPr/>
            <p:nvPr>
              <p:custDataLst>
                <p:tags r:id="rId31"/>
              </p:custDataLst>
            </p:nvPr>
          </p:nvSpPr>
          <p:spPr bwMode="auto">
            <a:xfrm>
              <a:off x="4110039" y="7143751"/>
              <a:ext cx="106363" cy="17463"/>
            </a:xfrm>
            <a:custGeom>
              <a:avLst/>
              <a:gdLst>
                <a:gd name="T0" fmla="*/ 66 w 67"/>
                <a:gd name="T1" fmla="*/ 0 h 11"/>
                <a:gd name="T2" fmla="*/ 67 w 67"/>
                <a:gd name="T3" fmla="*/ 4 h 11"/>
                <a:gd name="T4" fmla="*/ 0 w 67"/>
                <a:gd name="T5" fmla="*/ 11 h 11"/>
                <a:gd name="T6" fmla="*/ 0 w 67"/>
                <a:gd name="T7" fmla="*/ 8 h 11"/>
                <a:gd name="T8" fmla="*/ 66 w 67"/>
                <a:gd name="T9" fmla="*/ 0 h 11"/>
                <a:gd name="T10" fmla="*/ 66 w 67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" h="11">
                  <a:moveTo>
                    <a:pt x="66" y="0"/>
                  </a:moveTo>
                  <a:lnTo>
                    <a:pt x="67" y="4"/>
                  </a:lnTo>
                  <a:lnTo>
                    <a:pt x="0" y="11"/>
                  </a:lnTo>
                  <a:lnTo>
                    <a:pt x="0" y="8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0" name="Freeform 1397"/>
            <p:cNvSpPr/>
            <p:nvPr>
              <p:custDataLst>
                <p:tags r:id="rId32"/>
              </p:custDataLst>
            </p:nvPr>
          </p:nvSpPr>
          <p:spPr bwMode="auto">
            <a:xfrm>
              <a:off x="4106864" y="7140576"/>
              <a:ext cx="112713" cy="23813"/>
            </a:xfrm>
            <a:custGeom>
              <a:avLst/>
              <a:gdLst>
                <a:gd name="T0" fmla="*/ 0 w 71"/>
                <a:gd name="T1" fmla="*/ 8 h 15"/>
                <a:gd name="T2" fmla="*/ 68 w 71"/>
                <a:gd name="T3" fmla="*/ 0 h 15"/>
                <a:gd name="T4" fmla="*/ 70 w 71"/>
                <a:gd name="T5" fmla="*/ 0 h 15"/>
                <a:gd name="T6" fmla="*/ 71 w 71"/>
                <a:gd name="T7" fmla="*/ 9 h 15"/>
                <a:gd name="T8" fmla="*/ 1 w 71"/>
                <a:gd name="T9" fmla="*/ 15 h 15"/>
                <a:gd name="T10" fmla="*/ 0 w 71"/>
                <a:gd name="T11" fmla="*/ 8 h 15"/>
                <a:gd name="T12" fmla="*/ 0 w 71"/>
                <a:gd name="T1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5">
                  <a:moveTo>
                    <a:pt x="0" y="8"/>
                  </a:moveTo>
                  <a:lnTo>
                    <a:pt x="68" y="0"/>
                  </a:lnTo>
                  <a:lnTo>
                    <a:pt x="70" y="0"/>
                  </a:lnTo>
                  <a:lnTo>
                    <a:pt x="71" y="9"/>
                  </a:lnTo>
                  <a:lnTo>
                    <a:pt x="1" y="15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1" name="Freeform 1398"/>
            <p:cNvSpPr/>
            <p:nvPr>
              <p:custDataLst>
                <p:tags r:id="rId33"/>
              </p:custDataLst>
            </p:nvPr>
          </p:nvSpPr>
          <p:spPr bwMode="auto">
            <a:xfrm>
              <a:off x="4021139" y="7102476"/>
              <a:ext cx="93663" cy="34925"/>
            </a:xfrm>
            <a:custGeom>
              <a:avLst/>
              <a:gdLst>
                <a:gd name="T0" fmla="*/ 3 w 54"/>
                <a:gd name="T1" fmla="*/ 0 h 20"/>
                <a:gd name="T2" fmla="*/ 8 w 54"/>
                <a:gd name="T3" fmla="*/ 9 h 20"/>
                <a:gd name="T4" fmla="*/ 8 w 54"/>
                <a:gd name="T5" fmla="*/ 9 h 20"/>
                <a:gd name="T6" fmla="*/ 8 w 54"/>
                <a:gd name="T7" fmla="*/ 9 h 20"/>
                <a:gd name="T8" fmla="*/ 10 w 54"/>
                <a:gd name="T9" fmla="*/ 9 h 20"/>
                <a:gd name="T10" fmla="*/ 10 w 54"/>
                <a:gd name="T11" fmla="*/ 9 h 20"/>
                <a:gd name="T12" fmla="*/ 16 w 54"/>
                <a:gd name="T13" fmla="*/ 11 h 20"/>
                <a:gd name="T14" fmla="*/ 16 w 54"/>
                <a:gd name="T15" fmla="*/ 11 h 20"/>
                <a:gd name="T16" fmla="*/ 32 w 54"/>
                <a:gd name="T17" fmla="*/ 13 h 20"/>
                <a:gd name="T18" fmla="*/ 32 w 54"/>
                <a:gd name="T19" fmla="*/ 13 h 20"/>
                <a:gd name="T20" fmla="*/ 54 w 54"/>
                <a:gd name="T21" fmla="*/ 16 h 20"/>
                <a:gd name="T22" fmla="*/ 54 w 54"/>
                <a:gd name="T23" fmla="*/ 16 h 20"/>
                <a:gd name="T24" fmla="*/ 54 w 54"/>
                <a:gd name="T25" fmla="*/ 20 h 20"/>
                <a:gd name="T26" fmla="*/ 15 w 54"/>
                <a:gd name="T27" fmla="*/ 14 h 20"/>
                <a:gd name="T28" fmla="*/ 15 w 54"/>
                <a:gd name="T29" fmla="*/ 14 h 20"/>
                <a:gd name="T30" fmla="*/ 5 w 54"/>
                <a:gd name="T31" fmla="*/ 11 h 20"/>
                <a:gd name="T32" fmla="*/ 5 w 54"/>
                <a:gd name="T33" fmla="*/ 11 h 20"/>
                <a:gd name="T34" fmla="*/ 5 w 54"/>
                <a:gd name="T35" fmla="*/ 11 h 20"/>
                <a:gd name="T36" fmla="*/ 0 w 54"/>
                <a:gd name="T37" fmla="*/ 1 h 20"/>
                <a:gd name="T38" fmla="*/ 0 w 54"/>
                <a:gd name="T39" fmla="*/ 1 h 20"/>
                <a:gd name="T40" fmla="*/ 3 w 54"/>
                <a:gd name="T4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4" h="20">
                  <a:moveTo>
                    <a:pt x="3" y="0"/>
                  </a:move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10"/>
                    <a:pt x="13" y="10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20" y="12"/>
                    <a:pt x="26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43" y="15"/>
                    <a:pt x="54" y="16"/>
                    <a:pt x="54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29" y="17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0" y="13"/>
                    <a:pt x="7" y="13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2" name="Freeform 1399"/>
            <p:cNvSpPr/>
            <p:nvPr>
              <p:custDataLst>
                <p:tags r:id="rId34"/>
              </p:custDataLst>
            </p:nvPr>
          </p:nvSpPr>
          <p:spPr bwMode="auto">
            <a:xfrm>
              <a:off x="4017964" y="7096126"/>
              <a:ext cx="101600" cy="44450"/>
            </a:xfrm>
            <a:custGeom>
              <a:avLst/>
              <a:gdLst>
                <a:gd name="T0" fmla="*/ 56 w 58"/>
                <a:gd name="T1" fmla="*/ 24 h 25"/>
                <a:gd name="T2" fmla="*/ 55 w 58"/>
                <a:gd name="T3" fmla="*/ 24 h 25"/>
                <a:gd name="T4" fmla="*/ 55 w 58"/>
                <a:gd name="T5" fmla="*/ 24 h 25"/>
                <a:gd name="T6" fmla="*/ 55 w 58"/>
                <a:gd name="T7" fmla="*/ 24 h 25"/>
                <a:gd name="T8" fmla="*/ 55 w 58"/>
                <a:gd name="T9" fmla="*/ 24 h 25"/>
                <a:gd name="T10" fmla="*/ 52 w 58"/>
                <a:gd name="T11" fmla="*/ 24 h 25"/>
                <a:gd name="T12" fmla="*/ 52 w 58"/>
                <a:gd name="T13" fmla="*/ 24 h 25"/>
                <a:gd name="T14" fmla="*/ 41 w 58"/>
                <a:gd name="T15" fmla="*/ 23 h 25"/>
                <a:gd name="T16" fmla="*/ 41 w 58"/>
                <a:gd name="T17" fmla="*/ 23 h 25"/>
                <a:gd name="T18" fmla="*/ 16 w 58"/>
                <a:gd name="T19" fmla="*/ 19 h 25"/>
                <a:gd name="T20" fmla="*/ 16 w 58"/>
                <a:gd name="T21" fmla="*/ 19 h 25"/>
                <a:gd name="T22" fmla="*/ 6 w 58"/>
                <a:gd name="T23" fmla="*/ 16 h 25"/>
                <a:gd name="T24" fmla="*/ 6 w 58"/>
                <a:gd name="T25" fmla="*/ 16 h 25"/>
                <a:gd name="T26" fmla="*/ 5 w 58"/>
                <a:gd name="T27" fmla="*/ 15 h 25"/>
                <a:gd name="T28" fmla="*/ 0 w 58"/>
                <a:gd name="T29" fmla="*/ 5 h 25"/>
                <a:gd name="T30" fmla="*/ 2 w 58"/>
                <a:gd name="T31" fmla="*/ 5 h 25"/>
                <a:gd name="T32" fmla="*/ 1 w 58"/>
                <a:gd name="T33" fmla="*/ 2 h 25"/>
                <a:gd name="T34" fmla="*/ 4 w 58"/>
                <a:gd name="T35" fmla="*/ 1 h 25"/>
                <a:gd name="T36" fmla="*/ 6 w 58"/>
                <a:gd name="T37" fmla="*/ 0 h 25"/>
                <a:gd name="T38" fmla="*/ 11 w 58"/>
                <a:gd name="T39" fmla="*/ 10 h 25"/>
                <a:gd name="T40" fmla="*/ 12 w 58"/>
                <a:gd name="T41" fmla="*/ 11 h 25"/>
                <a:gd name="T42" fmla="*/ 12 w 58"/>
                <a:gd name="T43" fmla="*/ 11 h 25"/>
                <a:gd name="T44" fmla="*/ 18 w 58"/>
                <a:gd name="T45" fmla="*/ 12 h 25"/>
                <a:gd name="T46" fmla="*/ 18 w 58"/>
                <a:gd name="T47" fmla="*/ 12 h 25"/>
                <a:gd name="T48" fmla="*/ 34 w 58"/>
                <a:gd name="T49" fmla="*/ 14 h 25"/>
                <a:gd name="T50" fmla="*/ 34 w 58"/>
                <a:gd name="T51" fmla="*/ 14 h 25"/>
                <a:gd name="T52" fmla="*/ 57 w 58"/>
                <a:gd name="T53" fmla="*/ 17 h 25"/>
                <a:gd name="T54" fmla="*/ 57 w 58"/>
                <a:gd name="T55" fmla="*/ 17 h 25"/>
                <a:gd name="T56" fmla="*/ 58 w 58"/>
                <a:gd name="T57" fmla="*/ 17 h 25"/>
                <a:gd name="T58" fmla="*/ 58 w 58"/>
                <a:gd name="T59" fmla="*/ 25 h 25"/>
                <a:gd name="T60" fmla="*/ 56 w 58"/>
                <a:gd name="T61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" h="25">
                  <a:moveTo>
                    <a:pt x="56" y="24"/>
                  </a:moveTo>
                  <a:cubicBezTo>
                    <a:pt x="56" y="24"/>
                    <a:pt x="56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4" y="24"/>
                    <a:pt x="53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9" y="24"/>
                    <a:pt x="45" y="23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3" y="22"/>
                    <a:pt x="24" y="21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2" y="18"/>
                    <a:pt x="8" y="18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2" y="10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4" y="11"/>
                    <a:pt x="16" y="11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22" y="13"/>
                    <a:pt x="28" y="14"/>
                    <a:pt x="34" y="14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46" y="16"/>
                    <a:pt x="56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6" y="24"/>
                    <a:pt x="56" y="24"/>
                    <a:pt x="5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3" name="Freeform 1400"/>
            <p:cNvSpPr/>
            <p:nvPr>
              <p:custDataLst>
                <p:tags r:id="rId35"/>
              </p:custDataLst>
            </p:nvPr>
          </p:nvSpPr>
          <p:spPr bwMode="auto">
            <a:xfrm>
              <a:off x="4005264" y="7104063"/>
              <a:ext cx="33338" cy="26988"/>
            </a:xfrm>
            <a:custGeom>
              <a:avLst/>
              <a:gdLst>
                <a:gd name="T0" fmla="*/ 21 w 21"/>
                <a:gd name="T1" fmla="*/ 10 h 17"/>
                <a:gd name="T2" fmla="*/ 9 w 21"/>
                <a:gd name="T3" fmla="*/ 17 h 17"/>
                <a:gd name="T4" fmla="*/ 7 w 21"/>
                <a:gd name="T5" fmla="*/ 15 h 17"/>
                <a:gd name="T6" fmla="*/ 13 w 21"/>
                <a:gd name="T7" fmla="*/ 10 h 17"/>
                <a:gd name="T8" fmla="*/ 0 w 21"/>
                <a:gd name="T9" fmla="*/ 3 h 17"/>
                <a:gd name="T10" fmla="*/ 2 w 21"/>
                <a:gd name="T11" fmla="*/ 0 h 17"/>
                <a:gd name="T12" fmla="*/ 21 w 21"/>
                <a:gd name="T13" fmla="*/ 10 h 17"/>
                <a:gd name="T14" fmla="*/ 21 w 21"/>
                <a:gd name="T15" fmla="*/ 1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7">
                  <a:moveTo>
                    <a:pt x="21" y="10"/>
                  </a:moveTo>
                  <a:lnTo>
                    <a:pt x="9" y="17"/>
                  </a:lnTo>
                  <a:lnTo>
                    <a:pt x="7" y="15"/>
                  </a:lnTo>
                  <a:lnTo>
                    <a:pt x="13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21" y="10"/>
                  </a:lnTo>
                  <a:lnTo>
                    <a:pt x="21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4" name="Freeform 1401"/>
            <p:cNvSpPr/>
            <p:nvPr>
              <p:custDataLst>
                <p:tags r:id="rId36"/>
              </p:custDataLst>
            </p:nvPr>
          </p:nvSpPr>
          <p:spPr bwMode="auto">
            <a:xfrm>
              <a:off x="4000501" y="7099301"/>
              <a:ext cx="42863" cy="38100"/>
            </a:xfrm>
            <a:custGeom>
              <a:avLst/>
              <a:gdLst>
                <a:gd name="T0" fmla="*/ 7 w 27"/>
                <a:gd name="T1" fmla="*/ 17 h 24"/>
                <a:gd name="T2" fmla="*/ 12 w 27"/>
                <a:gd name="T3" fmla="*/ 13 h 24"/>
                <a:gd name="T4" fmla="*/ 0 w 27"/>
                <a:gd name="T5" fmla="*/ 7 h 24"/>
                <a:gd name="T6" fmla="*/ 4 w 27"/>
                <a:gd name="T7" fmla="*/ 0 h 24"/>
                <a:gd name="T8" fmla="*/ 25 w 27"/>
                <a:gd name="T9" fmla="*/ 10 h 24"/>
                <a:gd name="T10" fmla="*/ 24 w 27"/>
                <a:gd name="T11" fmla="*/ 13 h 24"/>
                <a:gd name="T12" fmla="*/ 25 w 27"/>
                <a:gd name="T13" fmla="*/ 10 h 24"/>
                <a:gd name="T14" fmla="*/ 27 w 27"/>
                <a:gd name="T15" fmla="*/ 12 h 24"/>
                <a:gd name="T16" fmla="*/ 12 w 27"/>
                <a:gd name="T17" fmla="*/ 24 h 24"/>
                <a:gd name="T18" fmla="*/ 7 w 27"/>
                <a:gd name="T19" fmla="*/ 17 h 24"/>
                <a:gd name="T20" fmla="*/ 7 w 27"/>
                <a:gd name="T21" fmla="*/ 1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24">
                  <a:moveTo>
                    <a:pt x="7" y="17"/>
                  </a:moveTo>
                  <a:lnTo>
                    <a:pt x="12" y="13"/>
                  </a:lnTo>
                  <a:lnTo>
                    <a:pt x="0" y="7"/>
                  </a:lnTo>
                  <a:lnTo>
                    <a:pt x="4" y="0"/>
                  </a:lnTo>
                  <a:lnTo>
                    <a:pt x="25" y="10"/>
                  </a:lnTo>
                  <a:lnTo>
                    <a:pt x="24" y="13"/>
                  </a:lnTo>
                  <a:lnTo>
                    <a:pt x="25" y="10"/>
                  </a:lnTo>
                  <a:lnTo>
                    <a:pt x="27" y="12"/>
                  </a:lnTo>
                  <a:lnTo>
                    <a:pt x="12" y="24"/>
                  </a:lnTo>
                  <a:lnTo>
                    <a:pt x="7" y="17"/>
                  </a:lnTo>
                  <a:lnTo>
                    <a:pt x="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5" name="Freeform 1402"/>
            <p:cNvSpPr/>
            <p:nvPr>
              <p:custDataLst>
                <p:tags r:id="rId37"/>
              </p:custDataLst>
            </p:nvPr>
          </p:nvSpPr>
          <p:spPr bwMode="auto">
            <a:xfrm>
              <a:off x="4197351" y="7061201"/>
              <a:ext cx="76200" cy="58738"/>
            </a:xfrm>
            <a:custGeom>
              <a:avLst/>
              <a:gdLst>
                <a:gd name="T0" fmla="*/ 11 w 44"/>
                <a:gd name="T1" fmla="*/ 28 h 33"/>
                <a:gd name="T2" fmla="*/ 31 w 44"/>
                <a:gd name="T3" fmla="*/ 17 h 33"/>
                <a:gd name="T4" fmla="*/ 31 w 44"/>
                <a:gd name="T5" fmla="*/ 17 h 33"/>
                <a:gd name="T6" fmla="*/ 32 w 44"/>
                <a:gd name="T7" fmla="*/ 16 h 33"/>
                <a:gd name="T8" fmla="*/ 32 w 44"/>
                <a:gd name="T9" fmla="*/ 16 h 33"/>
                <a:gd name="T10" fmla="*/ 40 w 44"/>
                <a:gd name="T11" fmla="*/ 8 h 33"/>
                <a:gd name="T12" fmla="*/ 39 w 44"/>
                <a:gd name="T13" fmla="*/ 0 h 33"/>
                <a:gd name="T14" fmla="*/ 39 w 44"/>
                <a:gd name="T15" fmla="*/ 0 h 33"/>
                <a:gd name="T16" fmla="*/ 43 w 44"/>
                <a:gd name="T17" fmla="*/ 0 h 33"/>
                <a:gd name="T18" fmla="*/ 44 w 44"/>
                <a:gd name="T19" fmla="*/ 9 h 33"/>
                <a:gd name="T20" fmla="*/ 34 w 44"/>
                <a:gd name="T21" fmla="*/ 19 h 33"/>
                <a:gd name="T22" fmla="*/ 33 w 44"/>
                <a:gd name="T23" fmla="*/ 20 h 33"/>
                <a:gd name="T24" fmla="*/ 33 w 44"/>
                <a:gd name="T25" fmla="*/ 20 h 33"/>
                <a:gd name="T26" fmla="*/ 0 w 44"/>
                <a:gd name="T27" fmla="*/ 33 h 33"/>
                <a:gd name="T28" fmla="*/ 0 w 44"/>
                <a:gd name="T29" fmla="*/ 33 h 33"/>
                <a:gd name="T30" fmla="*/ 0 w 44"/>
                <a:gd name="T31" fmla="*/ 30 h 33"/>
                <a:gd name="T32" fmla="*/ 0 w 44"/>
                <a:gd name="T33" fmla="*/ 30 h 33"/>
                <a:gd name="T34" fmla="*/ 0 w 44"/>
                <a:gd name="T35" fmla="*/ 30 h 33"/>
                <a:gd name="T36" fmla="*/ 11 w 44"/>
                <a:gd name="T37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" h="33">
                  <a:moveTo>
                    <a:pt x="11" y="28"/>
                  </a:moveTo>
                  <a:cubicBezTo>
                    <a:pt x="17" y="26"/>
                    <a:pt x="25" y="23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20" y="33"/>
                    <a:pt x="0" y="33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0"/>
                    <a:pt x="5" y="29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6" name="Freeform 1403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4194176" y="7056438"/>
              <a:ext cx="82550" cy="66675"/>
            </a:xfrm>
            <a:custGeom>
              <a:avLst/>
              <a:gdLst>
                <a:gd name="T0" fmla="*/ 0 w 48"/>
                <a:gd name="T1" fmla="*/ 36 h 38"/>
                <a:gd name="T2" fmla="*/ 0 w 48"/>
                <a:gd name="T3" fmla="*/ 32 h 38"/>
                <a:gd name="T4" fmla="*/ 0 w 48"/>
                <a:gd name="T5" fmla="*/ 31 h 38"/>
                <a:gd name="T6" fmla="*/ 1 w 48"/>
                <a:gd name="T7" fmla="*/ 31 h 38"/>
                <a:gd name="T8" fmla="*/ 1 w 48"/>
                <a:gd name="T9" fmla="*/ 31 h 38"/>
                <a:gd name="T10" fmla="*/ 1 w 48"/>
                <a:gd name="T11" fmla="*/ 31 h 38"/>
                <a:gd name="T12" fmla="*/ 1 w 48"/>
                <a:gd name="T13" fmla="*/ 31 h 38"/>
                <a:gd name="T14" fmla="*/ 2 w 48"/>
                <a:gd name="T15" fmla="*/ 31 h 38"/>
                <a:gd name="T16" fmla="*/ 2 w 48"/>
                <a:gd name="T17" fmla="*/ 31 h 38"/>
                <a:gd name="T18" fmla="*/ 2 w 48"/>
                <a:gd name="T19" fmla="*/ 31 h 38"/>
                <a:gd name="T20" fmla="*/ 2 w 48"/>
                <a:gd name="T21" fmla="*/ 31 h 38"/>
                <a:gd name="T22" fmla="*/ 2 w 48"/>
                <a:gd name="T23" fmla="*/ 31 h 38"/>
                <a:gd name="T24" fmla="*/ 2 w 48"/>
                <a:gd name="T25" fmla="*/ 31 h 38"/>
                <a:gd name="T26" fmla="*/ 3 w 48"/>
                <a:gd name="T27" fmla="*/ 31 h 38"/>
                <a:gd name="T28" fmla="*/ 3 w 48"/>
                <a:gd name="T29" fmla="*/ 31 h 38"/>
                <a:gd name="T30" fmla="*/ 5 w 48"/>
                <a:gd name="T31" fmla="*/ 30 h 38"/>
                <a:gd name="T32" fmla="*/ 5 w 48"/>
                <a:gd name="T33" fmla="*/ 30 h 38"/>
                <a:gd name="T34" fmla="*/ 12 w 48"/>
                <a:gd name="T35" fmla="*/ 29 h 38"/>
                <a:gd name="T36" fmla="*/ 12 w 48"/>
                <a:gd name="T37" fmla="*/ 29 h 38"/>
                <a:gd name="T38" fmla="*/ 31 w 48"/>
                <a:gd name="T39" fmla="*/ 19 h 38"/>
                <a:gd name="T40" fmla="*/ 31 w 48"/>
                <a:gd name="T41" fmla="*/ 19 h 38"/>
                <a:gd name="T42" fmla="*/ 32 w 48"/>
                <a:gd name="T43" fmla="*/ 18 h 38"/>
                <a:gd name="T44" fmla="*/ 32 w 48"/>
                <a:gd name="T45" fmla="*/ 18 h 38"/>
                <a:gd name="T46" fmla="*/ 40 w 48"/>
                <a:gd name="T47" fmla="*/ 10 h 38"/>
                <a:gd name="T48" fmla="*/ 39 w 48"/>
                <a:gd name="T49" fmla="*/ 4 h 38"/>
                <a:gd name="T50" fmla="*/ 34 w 48"/>
                <a:gd name="T51" fmla="*/ 2 h 38"/>
                <a:gd name="T52" fmla="*/ 46 w 48"/>
                <a:gd name="T53" fmla="*/ 0 h 38"/>
                <a:gd name="T54" fmla="*/ 48 w 48"/>
                <a:gd name="T55" fmla="*/ 13 h 38"/>
                <a:gd name="T56" fmla="*/ 38 w 48"/>
                <a:gd name="T57" fmla="*/ 23 h 38"/>
                <a:gd name="T58" fmla="*/ 37 w 48"/>
                <a:gd name="T59" fmla="*/ 24 h 38"/>
                <a:gd name="T60" fmla="*/ 37 w 48"/>
                <a:gd name="T61" fmla="*/ 24 h 38"/>
                <a:gd name="T62" fmla="*/ 2 w 48"/>
                <a:gd name="T63" fmla="*/ 38 h 38"/>
                <a:gd name="T64" fmla="*/ 2 w 48"/>
                <a:gd name="T65" fmla="*/ 38 h 38"/>
                <a:gd name="T66" fmla="*/ 2 w 48"/>
                <a:gd name="T67" fmla="*/ 38 h 38"/>
                <a:gd name="T68" fmla="*/ 0 w 48"/>
                <a:gd name="T69" fmla="*/ 38 h 38"/>
                <a:gd name="T70" fmla="*/ 0 w 48"/>
                <a:gd name="T71" fmla="*/ 36 h 38"/>
                <a:gd name="T72" fmla="*/ 13 w 48"/>
                <a:gd name="T73" fmla="*/ 32 h 38"/>
                <a:gd name="T74" fmla="*/ 13 w 48"/>
                <a:gd name="T75" fmla="*/ 32 h 38"/>
                <a:gd name="T76" fmla="*/ 13 w 48"/>
                <a:gd name="T77" fmla="*/ 32 h 38"/>
                <a:gd name="T78" fmla="*/ 13 w 48"/>
                <a:gd name="T79" fmla="*/ 31 h 38"/>
                <a:gd name="T80" fmla="*/ 13 w 48"/>
                <a:gd name="T81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" h="38">
                  <a:moveTo>
                    <a:pt x="0" y="36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" y="30"/>
                    <a:pt x="4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7" y="30"/>
                    <a:pt x="9" y="30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8" y="27"/>
                    <a:pt x="26" y="24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7" y="23"/>
                    <a:pt x="37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24" y="37"/>
                    <a:pt x="5" y="38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6"/>
                    <a:pt x="0" y="36"/>
                    <a:pt x="0" y="36"/>
                  </a:cubicBezTo>
                  <a:close/>
                  <a:moveTo>
                    <a:pt x="13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" name="Freeform 1404"/>
            <p:cNvSpPr/>
            <p:nvPr>
              <p:custDataLst>
                <p:tags r:id="rId39"/>
              </p:custDataLst>
            </p:nvPr>
          </p:nvSpPr>
          <p:spPr bwMode="auto">
            <a:xfrm>
              <a:off x="4260851" y="7056438"/>
              <a:ext cx="28575" cy="25400"/>
            </a:xfrm>
            <a:custGeom>
              <a:avLst/>
              <a:gdLst>
                <a:gd name="T0" fmla="*/ 16 w 18"/>
                <a:gd name="T1" fmla="*/ 0 h 16"/>
                <a:gd name="T2" fmla="*/ 18 w 18"/>
                <a:gd name="T3" fmla="*/ 3 h 16"/>
                <a:gd name="T4" fmla="*/ 11 w 18"/>
                <a:gd name="T5" fmla="*/ 10 h 16"/>
                <a:gd name="T6" fmla="*/ 17 w 18"/>
                <a:gd name="T7" fmla="*/ 9 h 16"/>
                <a:gd name="T8" fmla="*/ 18 w 18"/>
                <a:gd name="T9" fmla="*/ 12 h 16"/>
                <a:gd name="T10" fmla="*/ 0 w 18"/>
                <a:gd name="T11" fmla="*/ 16 h 16"/>
                <a:gd name="T12" fmla="*/ 16 w 18"/>
                <a:gd name="T13" fmla="*/ 0 h 16"/>
                <a:gd name="T14" fmla="*/ 16 w 18"/>
                <a:gd name="T1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6">
                  <a:moveTo>
                    <a:pt x="16" y="0"/>
                  </a:moveTo>
                  <a:lnTo>
                    <a:pt x="18" y="3"/>
                  </a:lnTo>
                  <a:lnTo>
                    <a:pt x="11" y="10"/>
                  </a:lnTo>
                  <a:lnTo>
                    <a:pt x="17" y="9"/>
                  </a:lnTo>
                  <a:lnTo>
                    <a:pt x="18" y="12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8" name="Freeform 1405"/>
            <p:cNvSpPr/>
            <p:nvPr>
              <p:custDataLst>
                <p:tags r:id="rId40"/>
              </p:custDataLst>
            </p:nvPr>
          </p:nvSpPr>
          <p:spPr bwMode="auto">
            <a:xfrm>
              <a:off x="4251326" y="7051676"/>
              <a:ext cx="42863" cy="34925"/>
            </a:xfrm>
            <a:custGeom>
              <a:avLst/>
              <a:gdLst>
                <a:gd name="T0" fmla="*/ 20 w 27"/>
                <a:gd name="T1" fmla="*/ 2 h 22"/>
                <a:gd name="T2" fmla="*/ 22 w 27"/>
                <a:gd name="T3" fmla="*/ 0 h 22"/>
                <a:gd name="T4" fmla="*/ 27 w 27"/>
                <a:gd name="T5" fmla="*/ 6 h 22"/>
                <a:gd name="T6" fmla="*/ 25 w 27"/>
                <a:gd name="T7" fmla="*/ 8 h 22"/>
                <a:gd name="T8" fmla="*/ 24 w 27"/>
                <a:gd name="T9" fmla="*/ 10 h 22"/>
                <a:gd name="T10" fmla="*/ 25 w 27"/>
                <a:gd name="T11" fmla="*/ 10 h 22"/>
                <a:gd name="T12" fmla="*/ 26 w 27"/>
                <a:gd name="T13" fmla="*/ 17 h 22"/>
                <a:gd name="T14" fmla="*/ 0 w 27"/>
                <a:gd name="T15" fmla="*/ 22 h 22"/>
                <a:gd name="T16" fmla="*/ 20 w 27"/>
                <a:gd name="T17" fmla="*/ 2 h 22"/>
                <a:gd name="T18" fmla="*/ 20 w 27"/>
                <a:gd name="T1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" h="22">
                  <a:moveTo>
                    <a:pt x="20" y="2"/>
                  </a:moveTo>
                  <a:lnTo>
                    <a:pt x="22" y="0"/>
                  </a:lnTo>
                  <a:lnTo>
                    <a:pt x="27" y="6"/>
                  </a:lnTo>
                  <a:lnTo>
                    <a:pt x="25" y="8"/>
                  </a:lnTo>
                  <a:lnTo>
                    <a:pt x="24" y="10"/>
                  </a:lnTo>
                  <a:lnTo>
                    <a:pt x="25" y="10"/>
                  </a:lnTo>
                  <a:lnTo>
                    <a:pt x="26" y="17"/>
                  </a:lnTo>
                  <a:lnTo>
                    <a:pt x="0" y="22"/>
                  </a:lnTo>
                  <a:lnTo>
                    <a:pt x="20" y="2"/>
                  </a:lnTo>
                  <a:lnTo>
                    <a:pt x="2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9" name="Freeform 1406"/>
            <p:cNvSpPr/>
            <p:nvPr>
              <p:custDataLst>
                <p:tags r:id="rId41"/>
              </p:custDataLst>
            </p:nvPr>
          </p:nvSpPr>
          <p:spPr bwMode="auto">
            <a:xfrm>
              <a:off x="4125914" y="7210426"/>
              <a:ext cx="17463" cy="36513"/>
            </a:xfrm>
            <a:custGeom>
              <a:avLst/>
              <a:gdLst>
                <a:gd name="T0" fmla="*/ 9 w 11"/>
                <a:gd name="T1" fmla="*/ 0 h 23"/>
                <a:gd name="T2" fmla="*/ 11 w 11"/>
                <a:gd name="T3" fmla="*/ 19 h 23"/>
                <a:gd name="T4" fmla="*/ 1 w 11"/>
                <a:gd name="T5" fmla="*/ 23 h 23"/>
                <a:gd name="T6" fmla="*/ 1 w 11"/>
                <a:gd name="T7" fmla="*/ 23 h 23"/>
                <a:gd name="T8" fmla="*/ 0 w 11"/>
                <a:gd name="T9" fmla="*/ 19 h 23"/>
                <a:gd name="T10" fmla="*/ 7 w 11"/>
                <a:gd name="T11" fmla="*/ 16 h 23"/>
                <a:gd name="T12" fmla="*/ 5 w 11"/>
                <a:gd name="T13" fmla="*/ 0 h 23"/>
                <a:gd name="T14" fmla="*/ 9 w 11"/>
                <a:gd name="T15" fmla="*/ 0 h 23"/>
                <a:gd name="T16" fmla="*/ 9 w 11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3">
                  <a:moveTo>
                    <a:pt x="9" y="0"/>
                  </a:moveTo>
                  <a:lnTo>
                    <a:pt x="11" y="19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19"/>
                  </a:lnTo>
                  <a:lnTo>
                    <a:pt x="7" y="16"/>
                  </a:lnTo>
                  <a:lnTo>
                    <a:pt x="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407"/>
            <p:cNvSpPr/>
            <p:nvPr>
              <p:custDataLst>
                <p:tags r:id="rId42"/>
              </p:custDataLst>
            </p:nvPr>
          </p:nvSpPr>
          <p:spPr bwMode="auto">
            <a:xfrm>
              <a:off x="4121151" y="7204076"/>
              <a:ext cx="25400" cy="46038"/>
            </a:xfrm>
            <a:custGeom>
              <a:avLst/>
              <a:gdLst>
                <a:gd name="T0" fmla="*/ 2 w 16"/>
                <a:gd name="T1" fmla="*/ 28 h 29"/>
                <a:gd name="T2" fmla="*/ 2 w 16"/>
                <a:gd name="T3" fmla="*/ 28 h 29"/>
                <a:gd name="T4" fmla="*/ 0 w 16"/>
                <a:gd name="T5" fmla="*/ 21 h 29"/>
                <a:gd name="T6" fmla="*/ 7 w 16"/>
                <a:gd name="T7" fmla="*/ 19 h 29"/>
                <a:gd name="T8" fmla="*/ 6 w 16"/>
                <a:gd name="T9" fmla="*/ 2 h 29"/>
                <a:gd name="T10" fmla="*/ 8 w 16"/>
                <a:gd name="T11" fmla="*/ 2 h 29"/>
                <a:gd name="T12" fmla="*/ 12 w 16"/>
                <a:gd name="T13" fmla="*/ 2 h 29"/>
                <a:gd name="T14" fmla="*/ 14 w 16"/>
                <a:gd name="T15" fmla="*/ 0 h 29"/>
                <a:gd name="T16" fmla="*/ 16 w 16"/>
                <a:gd name="T17" fmla="*/ 25 h 29"/>
                <a:gd name="T18" fmla="*/ 3 w 16"/>
                <a:gd name="T19" fmla="*/ 29 h 29"/>
                <a:gd name="T20" fmla="*/ 2 w 16"/>
                <a:gd name="T21" fmla="*/ 28 h 29"/>
                <a:gd name="T22" fmla="*/ 2 w 16"/>
                <a:gd name="T23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9">
                  <a:moveTo>
                    <a:pt x="2" y="28"/>
                  </a:moveTo>
                  <a:lnTo>
                    <a:pt x="2" y="28"/>
                  </a:lnTo>
                  <a:lnTo>
                    <a:pt x="0" y="21"/>
                  </a:lnTo>
                  <a:lnTo>
                    <a:pt x="7" y="19"/>
                  </a:lnTo>
                  <a:lnTo>
                    <a:pt x="6" y="2"/>
                  </a:lnTo>
                  <a:lnTo>
                    <a:pt x="8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5"/>
                  </a:lnTo>
                  <a:lnTo>
                    <a:pt x="3" y="29"/>
                  </a:lnTo>
                  <a:lnTo>
                    <a:pt x="2" y="28"/>
                  </a:lnTo>
                  <a:lnTo>
                    <a:pt x="2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1" name="Freeform 1408"/>
            <p:cNvSpPr/>
            <p:nvPr>
              <p:custDataLst>
                <p:tags r:id="rId43"/>
              </p:custDataLst>
            </p:nvPr>
          </p:nvSpPr>
          <p:spPr bwMode="auto">
            <a:xfrm>
              <a:off x="4162426" y="7204076"/>
              <a:ext cx="17463" cy="36513"/>
            </a:xfrm>
            <a:custGeom>
              <a:avLst/>
              <a:gdLst>
                <a:gd name="T0" fmla="*/ 1 w 11"/>
                <a:gd name="T1" fmla="*/ 0 h 23"/>
                <a:gd name="T2" fmla="*/ 0 w 11"/>
                <a:gd name="T3" fmla="*/ 20 h 23"/>
                <a:gd name="T4" fmla="*/ 9 w 11"/>
                <a:gd name="T5" fmla="*/ 23 h 23"/>
                <a:gd name="T6" fmla="*/ 9 w 11"/>
                <a:gd name="T7" fmla="*/ 23 h 23"/>
                <a:gd name="T8" fmla="*/ 11 w 11"/>
                <a:gd name="T9" fmla="*/ 20 h 23"/>
                <a:gd name="T10" fmla="*/ 3 w 11"/>
                <a:gd name="T11" fmla="*/ 17 h 23"/>
                <a:gd name="T12" fmla="*/ 4 w 11"/>
                <a:gd name="T13" fmla="*/ 0 h 23"/>
                <a:gd name="T14" fmla="*/ 1 w 11"/>
                <a:gd name="T15" fmla="*/ 0 h 23"/>
                <a:gd name="T16" fmla="*/ 1 w 11"/>
                <a:gd name="T1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23">
                  <a:moveTo>
                    <a:pt x="1" y="0"/>
                  </a:moveTo>
                  <a:lnTo>
                    <a:pt x="0" y="20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1" y="20"/>
                  </a:lnTo>
                  <a:lnTo>
                    <a:pt x="3" y="17"/>
                  </a:lnTo>
                  <a:lnTo>
                    <a:pt x="4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2" name="Freeform 1409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157664" y="7199313"/>
              <a:ext cx="25400" cy="46038"/>
            </a:xfrm>
            <a:custGeom>
              <a:avLst/>
              <a:gdLst>
                <a:gd name="T0" fmla="*/ 12 w 16"/>
                <a:gd name="T1" fmla="*/ 29 h 29"/>
                <a:gd name="T2" fmla="*/ 12 w 16"/>
                <a:gd name="T3" fmla="*/ 29 h 29"/>
                <a:gd name="T4" fmla="*/ 0 w 16"/>
                <a:gd name="T5" fmla="*/ 24 h 29"/>
                <a:gd name="T6" fmla="*/ 2 w 16"/>
                <a:gd name="T7" fmla="*/ 2 h 29"/>
                <a:gd name="T8" fmla="*/ 2 w 16"/>
                <a:gd name="T9" fmla="*/ 0 h 29"/>
                <a:gd name="T10" fmla="*/ 11 w 16"/>
                <a:gd name="T11" fmla="*/ 1 h 29"/>
                <a:gd name="T12" fmla="*/ 8 w 16"/>
                <a:gd name="T13" fmla="*/ 19 h 29"/>
                <a:gd name="T14" fmla="*/ 16 w 16"/>
                <a:gd name="T15" fmla="*/ 21 h 29"/>
                <a:gd name="T16" fmla="*/ 14 w 16"/>
                <a:gd name="T17" fmla="*/ 29 h 29"/>
                <a:gd name="T18" fmla="*/ 12 w 16"/>
                <a:gd name="T19" fmla="*/ 29 h 29"/>
                <a:gd name="T20" fmla="*/ 12 w 16"/>
                <a:gd name="T21" fmla="*/ 29 h 29"/>
                <a:gd name="T22" fmla="*/ 4 w 16"/>
                <a:gd name="T23" fmla="*/ 6 h 29"/>
                <a:gd name="T24" fmla="*/ 4 w 16"/>
                <a:gd name="T25" fmla="*/ 3 h 29"/>
                <a:gd name="T26" fmla="*/ 4 w 16"/>
                <a:gd name="T27" fmla="*/ 6 h 29"/>
                <a:gd name="T28" fmla="*/ 4 w 16"/>
                <a:gd name="T29" fmla="*/ 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29">
                  <a:moveTo>
                    <a:pt x="12" y="29"/>
                  </a:moveTo>
                  <a:lnTo>
                    <a:pt x="12" y="29"/>
                  </a:lnTo>
                  <a:lnTo>
                    <a:pt x="0" y="24"/>
                  </a:lnTo>
                  <a:lnTo>
                    <a:pt x="2" y="2"/>
                  </a:lnTo>
                  <a:lnTo>
                    <a:pt x="2" y="0"/>
                  </a:lnTo>
                  <a:lnTo>
                    <a:pt x="11" y="1"/>
                  </a:lnTo>
                  <a:lnTo>
                    <a:pt x="8" y="19"/>
                  </a:lnTo>
                  <a:lnTo>
                    <a:pt x="16" y="21"/>
                  </a:lnTo>
                  <a:lnTo>
                    <a:pt x="14" y="29"/>
                  </a:lnTo>
                  <a:lnTo>
                    <a:pt x="12" y="29"/>
                  </a:lnTo>
                  <a:lnTo>
                    <a:pt x="12" y="29"/>
                  </a:lnTo>
                  <a:close/>
                  <a:moveTo>
                    <a:pt x="4" y="6"/>
                  </a:moveTo>
                  <a:lnTo>
                    <a:pt x="4" y="3"/>
                  </a:lnTo>
                  <a:lnTo>
                    <a:pt x="4" y="6"/>
                  </a:lnTo>
                  <a:lnTo>
                    <a:pt x="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223" name="组合 222"/>
          <p:cNvGrpSpPr/>
          <p:nvPr>
            <p:custDataLst>
              <p:tags r:id="rId45"/>
            </p:custDataLst>
          </p:nvPr>
        </p:nvGrpSpPr>
        <p:grpSpPr>
          <a:xfrm>
            <a:off x="7291705" y="1677035"/>
            <a:ext cx="573405" cy="864870"/>
            <a:chOff x="6985001" y="7477126"/>
            <a:chExt cx="306388" cy="461963"/>
          </a:xfrm>
          <a:solidFill>
            <a:srgbClr val="114196"/>
          </a:solidFill>
        </p:grpSpPr>
        <p:sp>
          <p:nvSpPr>
            <p:cNvPr id="224" name="Freeform 1344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7011989" y="7486651"/>
              <a:ext cx="230188" cy="225425"/>
            </a:xfrm>
            <a:custGeom>
              <a:avLst/>
              <a:gdLst>
                <a:gd name="T0" fmla="*/ 42 w 132"/>
                <a:gd name="T1" fmla="*/ 14 h 129"/>
                <a:gd name="T2" fmla="*/ 118 w 132"/>
                <a:gd name="T3" fmla="*/ 39 h 129"/>
                <a:gd name="T4" fmla="*/ 118 w 132"/>
                <a:gd name="T5" fmla="*/ 39 h 129"/>
                <a:gd name="T6" fmla="*/ 91 w 132"/>
                <a:gd name="T7" fmla="*/ 115 h 129"/>
                <a:gd name="T8" fmla="*/ 91 w 132"/>
                <a:gd name="T9" fmla="*/ 115 h 129"/>
                <a:gd name="T10" fmla="*/ 14 w 132"/>
                <a:gd name="T11" fmla="*/ 90 h 129"/>
                <a:gd name="T12" fmla="*/ 14 w 132"/>
                <a:gd name="T13" fmla="*/ 90 h 129"/>
                <a:gd name="T14" fmla="*/ 42 w 132"/>
                <a:gd name="T15" fmla="*/ 14 h 129"/>
                <a:gd name="T16" fmla="*/ 43 w 132"/>
                <a:gd name="T17" fmla="*/ 16 h 129"/>
                <a:gd name="T18" fmla="*/ 17 w 132"/>
                <a:gd name="T19" fmla="*/ 89 h 129"/>
                <a:gd name="T20" fmla="*/ 17 w 132"/>
                <a:gd name="T21" fmla="*/ 89 h 129"/>
                <a:gd name="T22" fmla="*/ 90 w 132"/>
                <a:gd name="T23" fmla="*/ 112 h 129"/>
                <a:gd name="T24" fmla="*/ 90 w 132"/>
                <a:gd name="T25" fmla="*/ 112 h 129"/>
                <a:gd name="T26" fmla="*/ 116 w 132"/>
                <a:gd name="T27" fmla="*/ 40 h 129"/>
                <a:gd name="T28" fmla="*/ 116 w 132"/>
                <a:gd name="T29" fmla="*/ 40 h 129"/>
                <a:gd name="T30" fmla="*/ 43 w 132"/>
                <a:gd name="T31" fmla="*/ 1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29">
                  <a:moveTo>
                    <a:pt x="42" y="14"/>
                  </a:moveTo>
                  <a:cubicBezTo>
                    <a:pt x="70" y="0"/>
                    <a:pt x="105" y="11"/>
                    <a:pt x="118" y="39"/>
                  </a:cubicBezTo>
                  <a:cubicBezTo>
                    <a:pt x="118" y="39"/>
                    <a:pt x="118" y="39"/>
                    <a:pt x="118" y="39"/>
                  </a:cubicBezTo>
                  <a:cubicBezTo>
                    <a:pt x="132" y="67"/>
                    <a:pt x="120" y="101"/>
                    <a:pt x="91" y="115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62" y="129"/>
                    <a:pt x="28" y="118"/>
                    <a:pt x="14" y="90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0" y="62"/>
                    <a:pt x="13" y="28"/>
                    <a:pt x="42" y="14"/>
                  </a:cubicBezTo>
                  <a:close/>
                  <a:moveTo>
                    <a:pt x="43" y="16"/>
                  </a:moveTo>
                  <a:cubicBezTo>
                    <a:pt x="16" y="30"/>
                    <a:pt x="4" y="62"/>
                    <a:pt x="17" y="89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30" y="115"/>
                    <a:pt x="62" y="126"/>
                    <a:pt x="90" y="112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117" y="99"/>
                    <a:pt x="129" y="67"/>
                    <a:pt x="116" y="40"/>
                  </a:cubicBezTo>
                  <a:cubicBezTo>
                    <a:pt x="116" y="40"/>
                    <a:pt x="116" y="40"/>
                    <a:pt x="116" y="40"/>
                  </a:cubicBezTo>
                  <a:cubicBezTo>
                    <a:pt x="103" y="14"/>
                    <a:pt x="70" y="3"/>
                    <a:pt x="4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5" name="Freeform 1345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7023101" y="7497763"/>
              <a:ext cx="207963" cy="203200"/>
            </a:xfrm>
            <a:custGeom>
              <a:avLst/>
              <a:gdLst>
                <a:gd name="T0" fmla="*/ 5 w 119"/>
                <a:gd name="T1" fmla="*/ 85 h 117"/>
                <a:gd name="T2" fmla="*/ 0 w 119"/>
                <a:gd name="T3" fmla="*/ 60 h 117"/>
                <a:gd name="T4" fmla="*/ 0 w 119"/>
                <a:gd name="T5" fmla="*/ 60 h 117"/>
                <a:gd name="T6" fmla="*/ 34 w 119"/>
                <a:gd name="T7" fmla="*/ 6 h 117"/>
                <a:gd name="T8" fmla="*/ 34 w 119"/>
                <a:gd name="T9" fmla="*/ 6 h 117"/>
                <a:gd name="T10" fmla="*/ 35 w 119"/>
                <a:gd name="T11" fmla="*/ 8 h 117"/>
                <a:gd name="T12" fmla="*/ 34 w 119"/>
                <a:gd name="T13" fmla="*/ 6 h 117"/>
                <a:gd name="T14" fmla="*/ 61 w 119"/>
                <a:gd name="T15" fmla="*/ 0 h 117"/>
                <a:gd name="T16" fmla="*/ 61 w 119"/>
                <a:gd name="T17" fmla="*/ 0 h 117"/>
                <a:gd name="T18" fmla="*/ 113 w 119"/>
                <a:gd name="T19" fmla="*/ 32 h 117"/>
                <a:gd name="T20" fmla="*/ 113 w 119"/>
                <a:gd name="T21" fmla="*/ 32 h 117"/>
                <a:gd name="T22" fmla="*/ 119 w 119"/>
                <a:gd name="T23" fmla="*/ 57 h 117"/>
                <a:gd name="T24" fmla="*/ 119 w 119"/>
                <a:gd name="T25" fmla="*/ 57 h 117"/>
                <a:gd name="T26" fmla="*/ 85 w 119"/>
                <a:gd name="T27" fmla="*/ 111 h 117"/>
                <a:gd name="T28" fmla="*/ 85 w 119"/>
                <a:gd name="T29" fmla="*/ 111 h 117"/>
                <a:gd name="T30" fmla="*/ 58 w 119"/>
                <a:gd name="T31" fmla="*/ 117 h 117"/>
                <a:gd name="T32" fmla="*/ 58 w 119"/>
                <a:gd name="T33" fmla="*/ 117 h 117"/>
                <a:gd name="T34" fmla="*/ 5 w 119"/>
                <a:gd name="T35" fmla="*/ 85 h 117"/>
                <a:gd name="T36" fmla="*/ 7 w 119"/>
                <a:gd name="T37" fmla="*/ 60 h 117"/>
                <a:gd name="T38" fmla="*/ 12 w 119"/>
                <a:gd name="T39" fmla="*/ 82 h 117"/>
                <a:gd name="T40" fmla="*/ 12 w 119"/>
                <a:gd name="T41" fmla="*/ 82 h 117"/>
                <a:gd name="T42" fmla="*/ 58 w 119"/>
                <a:gd name="T43" fmla="*/ 110 h 117"/>
                <a:gd name="T44" fmla="*/ 58 w 119"/>
                <a:gd name="T45" fmla="*/ 110 h 117"/>
                <a:gd name="T46" fmla="*/ 82 w 119"/>
                <a:gd name="T47" fmla="*/ 104 h 117"/>
                <a:gd name="T48" fmla="*/ 82 w 119"/>
                <a:gd name="T49" fmla="*/ 104 h 117"/>
                <a:gd name="T50" fmla="*/ 112 w 119"/>
                <a:gd name="T51" fmla="*/ 57 h 117"/>
                <a:gd name="T52" fmla="*/ 112 w 119"/>
                <a:gd name="T53" fmla="*/ 57 h 117"/>
                <a:gd name="T54" fmla="*/ 107 w 119"/>
                <a:gd name="T55" fmla="*/ 35 h 117"/>
                <a:gd name="T56" fmla="*/ 107 w 119"/>
                <a:gd name="T57" fmla="*/ 35 h 117"/>
                <a:gd name="T58" fmla="*/ 60 w 119"/>
                <a:gd name="T59" fmla="*/ 7 h 117"/>
                <a:gd name="T60" fmla="*/ 60 w 119"/>
                <a:gd name="T61" fmla="*/ 7 h 117"/>
                <a:gd name="T62" fmla="*/ 37 w 119"/>
                <a:gd name="T63" fmla="*/ 12 h 117"/>
                <a:gd name="T64" fmla="*/ 37 w 119"/>
                <a:gd name="T65" fmla="*/ 12 h 117"/>
                <a:gd name="T66" fmla="*/ 7 w 119"/>
                <a:gd name="T67" fmla="*/ 6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9" h="117">
                  <a:moveTo>
                    <a:pt x="5" y="85"/>
                  </a:moveTo>
                  <a:cubicBezTo>
                    <a:pt x="1" y="77"/>
                    <a:pt x="0" y="68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38"/>
                    <a:pt x="12" y="1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42" y="2"/>
                    <a:pt x="5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82" y="0"/>
                    <a:pt x="103" y="11"/>
                    <a:pt x="113" y="32"/>
                  </a:cubicBezTo>
                  <a:cubicBezTo>
                    <a:pt x="113" y="32"/>
                    <a:pt x="113" y="32"/>
                    <a:pt x="113" y="32"/>
                  </a:cubicBezTo>
                  <a:cubicBezTo>
                    <a:pt x="117" y="40"/>
                    <a:pt x="119" y="49"/>
                    <a:pt x="119" y="57"/>
                  </a:cubicBezTo>
                  <a:cubicBezTo>
                    <a:pt x="119" y="57"/>
                    <a:pt x="119" y="57"/>
                    <a:pt x="119" y="57"/>
                  </a:cubicBezTo>
                  <a:cubicBezTo>
                    <a:pt x="119" y="79"/>
                    <a:pt x="106" y="100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76" y="115"/>
                    <a:pt x="67" y="117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36" y="117"/>
                    <a:pt x="15" y="105"/>
                    <a:pt x="5" y="85"/>
                  </a:cubicBezTo>
                  <a:close/>
                  <a:moveTo>
                    <a:pt x="7" y="60"/>
                  </a:moveTo>
                  <a:cubicBezTo>
                    <a:pt x="7" y="67"/>
                    <a:pt x="8" y="75"/>
                    <a:pt x="12" y="82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20" y="100"/>
                    <a:pt x="39" y="110"/>
                    <a:pt x="58" y="110"/>
                  </a:cubicBezTo>
                  <a:cubicBezTo>
                    <a:pt x="58" y="110"/>
                    <a:pt x="58" y="110"/>
                    <a:pt x="58" y="110"/>
                  </a:cubicBezTo>
                  <a:cubicBezTo>
                    <a:pt x="66" y="110"/>
                    <a:pt x="74" y="108"/>
                    <a:pt x="82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101" y="95"/>
                    <a:pt x="112" y="76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0"/>
                    <a:pt x="110" y="42"/>
                    <a:pt x="107" y="35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98" y="17"/>
                    <a:pt x="8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3" y="7"/>
                    <a:pt x="44" y="8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18" y="22"/>
                    <a:pt x="7" y="4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346"/>
            <p:cNvSpPr/>
            <p:nvPr>
              <p:custDataLst>
                <p:tags r:id="rId48"/>
              </p:custDataLst>
            </p:nvPr>
          </p:nvSpPr>
          <p:spPr bwMode="auto">
            <a:xfrm>
              <a:off x="7119939" y="7485063"/>
              <a:ext cx="23813" cy="47625"/>
            </a:xfrm>
            <a:custGeom>
              <a:avLst/>
              <a:gdLst>
                <a:gd name="T0" fmla="*/ 2 w 15"/>
                <a:gd name="T1" fmla="*/ 0 h 30"/>
                <a:gd name="T2" fmla="*/ 15 w 15"/>
                <a:gd name="T3" fmla="*/ 19 h 30"/>
                <a:gd name="T4" fmla="*/ 15 w 15"/>
                <a:gd name="T5" fmla="*/ 19 h 30"/>
                <a:gd name="T6" fmla="*/ 13 w 15"/>
                <a:gd name="T7" fmla="*/ 21 h 30"/>
                <a:gd name="T8" fmla="*/ 5 w 15"/>
                <a:gd name="T9" fmla="*/ 10 h 30"/>
                <a:gd name="T10" fmla="*/ 3 w 15"/>
                <a:gd name="T11" fmla="*/ 30 h 30"/>
                <a:gd name="T12" fmla="*/ 0 w 15"/>
                <a:gd name="T13" fmla="*/ 30 h 30"/>
                <a:gd name="T14" fmla="*/ 2 w 15"/>
                <a:gd name="T15" fmla="*/ 0 h 30"/>
                <a:gd name="T16" fmla="*/ 2 w 15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30">
                  <a:moveTo>
                    <a:pt x="2" y="0"/>
                  </a:moveTo>
                  <a:lnTo>
                    <a:pt x="15" y="19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5" y="10"/>
                  </a:lnTo>
                  <a:lnTo>
                    <a:pt x="3" y="30"/>
                  </a:lnTo>
                  <a:lnTo>
                    <a:pt x="0" y="3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1347"/>
            <p:cNvSpPr/>
            <p:nvPr>
              <p:custDataLst>
                <p:tags r:id="rId49"/>
              </p:custDataLst>
            </p:nvPr>
          </p:nvSpPr>
          <p:spPr bwMode="auto">
            <a:xfrm>
              <a:off x="7116764" y="7477126"/>
              <a:ext cx="30163" cy="60325"/>
            </a:xfrm>
            <a:custGeom>
              <a:avLst/>
              <a:gdLst>
                <a:gd name="T0" fmla="*/ 0 w 19"/>
                <a:gd name="T1" fmla="*/ 37 h 38"/>
                <a:gd name="T2" fmla="*/ 2 w 19"/>
                <a:gd name="T3" fmla="*/ 5 h 38"/>
                <a:gd name="T4" fmla="*/ 3 w 19"/>
                <a:gd name="T5" fmla="*/ 0 h 38"/>
                <a:gd name="T6" fmla="*/ 19 w 19"/>
                <a:gd name="T7" fmla="*/ 23 h 38"/>
                <a:gd name="T8" fmla="*/ 19 w 19"/>
                <a:gd name="T9" fmla="*/ 24 h 38"/>
                <a:gd name="T10" fmla="*/ 19 w 19"/>
                <a:gd name="T11" fmla="*/ 25 h 38"/>
                <a:gd name="T12" fmla="*/ 14 w 19"/>
                <a:gd name="T13" fmla="*/ 28 h 38"/>
                <a:gd name="T14" fmla="*/ 8 w 19"/>
                <a:gd name="T15" fmla="*/ 22 h 38"/>
                <a:gd name="T16" fmla="*/ 7 w 19"/>
                <a:gd name="T17" fmla="*/ 38 h 38"/>
                <a:gd name="T18" fmla="*/ 0 w 19"/>
                <a:gd name="T19" fmla="*/ 37 h 38"/>
                <a:gd name="T20" fmla="*/ 0 w 19"/>
                <a:gd name="T21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38">
                  <a:moveTo>
                    <a:pt x="0" y="37"/>
                  </a:moveTo>
                  <a:lnTo>
                    <a:pt x="2" y="5"/>
                  </a:lnTo>
                  <a:lnTo>
                    <a:pt x="3" y="0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9" y="25"/>
                  </a:lnTo>
                  <a:lnTo>
                    <a:pt x="14" y="28"/>
                  </a:lnTo>
                  <a:lnTo>
                    <a:pt x="8" y="22"/>
                  </a:lnTo>
                  <a:lnTo>
                    <a:pt x="7" y="38"/>
                  </a:lnTo>
                  <a:lnTo>
                    <a:pt x="0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8" name="Freeform 1348"/>
            <p:cNvSpPr/>
            <p:nvPr>
              <p:custDataLst>
                <p:tags r:id="rId50"/>
              </p:custDataLst>
            </p:nvPr>
          </p:nvSpPr>
          <p:spPr bwMode="auto">
            <a:xfrm>
              <a:off x="7091364" y="7491413"/>
              <a:ext cx="34925" cy="44450"/>
            </a:xfrm>
            <a:custGeom>
              <a:avLst/>
              <a:gdLst>
                <a:gd name="T0" fmla="*/ 19 w 22"/>
                <a:gd name="T1" fmla="*/ 0 h 28"/>
                <a:gd name="T2" fmla="*/ 22 w 22"/>
                <a:gd name="T3" fmla="*/ 28 h 28"/>
                <a:gd name="T4" fmla="*/ 22 w 22"/>
                <a:gd name="T5" fmla="*/ 28 h 28"/>
                <a:gd name="T6" fmla="*/ 19 w 22"/>
                <a:gd name="T7" fmla="*/ 28 h 28"/>
                <a:gd name="T8" fmla="*/ 17 w 22"/>
                <a:gd name="T9" fmla="*/ 9 h 28"/>
                <a:gd name="T10" fmla="*/ 2 w 22"/>
                <a:gd name="T11" fmla="*/ 27 h 28"/>
                <a:gd name="T12" fmla="*/ 0 w 22"/>
                <a:gd name="T13" fmla="*/ 25 h 28"/>
                <a:gd name="T14" fmla="*/ 19 w 22"/>
                <a:gd name="T15" fmla="*/ 0 h 28"/>
                <a:gd name="T16" fmla="*/ 19 w 22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8">
                  <a:moveTo>
                    <a:pt x="19" y="0"/>
                  </a:moveTo>
                  <a:lnTo>
                    <a:pt x="22" y="28"/>
                  </a:lnTo>
                  <a:lnTo>
                    <a:pt x="22" y="28"/>
                  </a:lnTo>
                  <a:lnTo>
                    <a:pt x="19" y="28"/>
                  </a:lnTo>
                  <a:lnTo>
                    <a:pt x="17" y="9"/>
                  </a:lnTo>
                  <a:lnTo>
                    <a:pt x="2" y="27"/>
                  </a:lnTo>
                  <a:lnTo>
                    <a:pt x="0" y="2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9" name="Freeform 1349"/>
            <p:cNvSpPr/>
            <p:nvPr>
              <p:custDataLst>
                <p:tags r:id="rId51"/>
              </p:custDataLst>
            </p:nvPr>
          </p:nvSpPr>
          <p:spPr bwMode="auto">
            <a:xfrm>
              <a:off x="7086601" y="7483476"/>
              <a:ext cx="42863" cy="57150"/>
            </a:xfrm>
            <a:custGeom>
              <a:avLst/>
              <a:gdLst>
                <a:gd name="T0" fmla="*/ 19 w 27"/>
                <a:gd name="T1" fmla="*/ 20 h 36"/>
                <a:gd name="T2" fmla="*/ 7 w 27"/>
                <a:gd name="T3" fmla="*/ 34 h 36"/>
                <a:gd name="T4" fmla="*/ 0 w 27"/>
                <a:gd name="T5" fmla="*/ 30 h 36"/>
                <a:gd name="T6" fmla="*/ 21 w 27"/>
                <a:gd name="T7" fmla="*/ 4 h 36"/>
                <a:gd name="T8" fmla="*/ 24 w 27"/>
                <a:gd name="T9" fmla="*/ 0 h 36"/>
                <a:gd name="T10" fmla="*/ 27 w 27"/>
                <a:gd name="T11" fmla="*/ 34 h 36"/>
                <a:gd name="T12" fmla="*/ 27 w 27"/>
                <a:gd name="T13" fmla="*/ 35 h 36"/>
                <a:gd name="T14" fmla="*/ 26 w 27"/>
                <a:gd name="T15" fmla="*/ 35 h 36"/>
                <a:gd name="T16" fmla="*/ 20 w 27"/>
                <a:gd name="T17" fmla="*/ 36 h 36"/>
                <a:gd name="T18" fmla="*/ 19 w 27"/>
                <a:gd name="T19" fmla="*/ 20 h 36"/>
                <a:gd name="T20" fmla="*/ 19 w 27"/>
                <a:gd name="T21" fmla="*/ 2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36">
                  <a:moveTo>
                    <a:pt x="19" y="20"/>
                  </a:moveTo>
                  <a:lnTo>
                    <a:pt x="7" y="34"/>
                  </a:lnTo>
                  <a:lnTo>
                    <a:pt x="0" y="30"/>
                  </a:lnTo>
                  <a:lnTo>
                    <a:pt x="21" y="4"/>
                  </a:lnTo>
                  <a:lnTo>
                    <a:pt x="24" y="0"/>
                  </a:lnTo>
                  <a:lnTo>
                    <a:pt x="27" y="34"/>
                  </a:lnTo>
                  <a:lnTo>
                    <a:pt x="27" y="35"/>
                  </a:lnTo>
                  <a:lnTo>
                    <a:pt x="26" y="35"/>
                  </a:lnTo>
                  <a:lnTo>
                    <a:pt x="20" y="36"/>
                  </a:lnTo>
                  <a:lnTo>
                    <a:pt x="19" y="20"/>
                  </a:lnTo>
                  <a:lnTo>
                    <a:pt x="19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0" name="Freeform 1350"/>
            <p:cNvSpPr/>
            <p:nvPr>
              <p:custDataLst>
                <p:tags r:id="rId52"/>
              </p:custDataLst>
            </p:nvPr>
          </p:nvSpPr>
          <p:spPr bwMode="auto">
            <a:xfrm>
              <a:off x="7105651" y="7497763"/>
              <a:ext cx="17463" cy="33338"/>
            </a:xfrm>
            <a:custGeom>
              <a:avLst/>
              <a:gdLst>
                <a:gd name="T0" fmla="*/ 8 w 11"/>
                <a:gd name="T1" fmla="*/ 0 h 21"/>
                <a:gd name="T2" fmla="*/ 11 w 11"/>
                <a:gd name="T3" fmla="*/ 2 h 21"/>
                <a:gd name="T4" fmla="*/ 3 w 11"/>
                <a:gd name="T5" fmla="*/ 21 h 21"/>
                <a:gd name="T6" fmla="*/ 0 w 11"/>
                <a:gd name="T7" fmla="*/ 19 h 21"/>
                <a:gd name="T8" fmla="*/ 8 w 11"/>
                <a:gd name="T9" fmla="*/ 0 h 21"/>
                <a:gd name="T10" fmla="*/ 8 w 11"/>
                <a:gd name="T11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21">
                  <a:moveTo>
                    <a:pt x="8" y="0"/>
                  </a:moveTo>
                  <a:lnTo>
                    <a:pt x="11" y="2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1" name="Freeform 1351"/>
            <p:cNvSpPr/>
            <p:nvPr>
              <p:custDataLst>
                <p:tags r:id="rId53"/>
              </p:custDataLst>
            </p:nvPr>
          </p:nvSpPr>
          <p:spPr bwMode="auto">
            <a:xfrm>
              <a:off x="7102476" y="7494588"/>
              <a:ext cx="23813" cy="39688"/>
            </a:xfrm>
            <a:custGeom>
              <a:avLst/>
              <a:gdLst>
                <a:gd name="T0" fmla="*/ 0 w 15"/>
                <a:gd name="T1" fmla="*/ 23 h 25"/>
                <a:gd name="T2" fmla="*/ 8 w 15"/>
                <a:gd name="T3" fmla="*/ 2 h 25"/>
                <a:gd name="T4" fmla="*/ 9 w 15"/>
                <a:gd name="T5" fmla="*/ 0 h 25"/>
                <a:gd name="T6" fmla="*/ 15 w 15"/>
                <a:gd name="T7" fmla="*/ 2 h 25"/>
                <a:gd name="T8" fmla="*/ 8 w 15"/>
                <a:gd name="T9" fmla="*/ 25 h 25"/>
                <a:gd name="T10" fmla="*/ 0 w 15"/>
                <a:gd name="T11" fmla="*/ 23 h 25"/>
                <a:gd name="T12" fmla="*/ 0 w 15"/>
                <a:gd name="T13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5">
                  <a:moveTo>
                    <a:pt x="0" y="23"/>
                  </a:moveTo>
                  <a:lnTo>
                    <a:pt x="8" y="2"/>
                  </a:lnTo>
                  <a:lnTo>
                    <a:pt x="9" y="0"/>
                  </a:lnTo>
                  <a:lnTo>
                    <a:pt x="15" y="2"/>
                  </a:lnTo>
                  <a:lnTo>
                    <a:pt x="8" y="25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2" name="Freeform 1352"/>
            <p:cNvSpPr/>
            <p:nvPr>
              <p:custDataLst>
                <p:tags r:id="rId54"/>
              </p:custDataLst>
            </p:nvPr>
          </p:nvSpPr>
          <p:spPr bwMode="auto">
            <a:xfrm>
              <a:off x="7078664" y="7573963"/>
              <a:ext cx="9525" cy="7938"/>
            </a:xfrm>
            <a:custGeom>
              <a:avLst/>
              <a:gdLst>
                <a:gd name="T0" fmla="*/ 0 w 6"/>
                <a:gd name="T1" fmla="*/ 2 h 5"/>
                <a:gd name="T2" fmla="*/ 5 w 6"/>
                <a:gd name="T3" fmla="*/ 0 h 5"/>
                <a:gd name="T4" fmla="*/ 6 w 6"/>
                <a:gd name="T5" fmla="*/ 3 h 5"/>
                <a:gd name="T6" fmla="*/ 1 w 6"/>
                <a:gd name="T7" fmla="*/ 5 h 5"/>
                <a:gd name="T8" fmla="*/ 0 w 6"/>
                <a:gd name="T9" fmla="*/ 2 h 5"/>
                <a:gd name="T10" fmla="*/ 0 w 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0" y="2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3" name="Freeform 1353"/>
            <p:cNvSpPr/>
            <p:nvPr>
              <p:custDataLst>
                <p:tags r:id="rId55"/>
              </p:custDataLst>
            </p:nvPr>
          </p:nvSpPr>
          <p:spPr bwMode="auto">
            <a:xfrm>
              <a:off x="7072314" y="7569201"/>
              <a:ext cx="20638" cy="19050"/>
            </a:xfrm>
            <a:custGeom>
              <a:avLst/>
              <a:gdLst>
                <a:gd name="T0" fmla="*/ 2 w 13"/>
                <a:gd name="T1" fmla="*/ 10 h 12"/>
                <a:gd name="T2" fmla="*/ 1 w 13"/>
                <a:gd name="T3" fmla="*/ 6 h 12"/>
                <a:gd name="T4" fmla="*/ 4 w 13"/>
                <a:gd name="T5" fmla="*/ 5 h 12"/>
                <a:gd name="T6" fmla="*/ 4 w 13"/>
                <a:gd name="T7" fmla="*/ 7 h 12"/>
                <a:gd name="T8" fmla="*/ 4 w 13"/>
                <a:gd name="T9" fmla="*/ 5 h 12"/>
                <a:gd name="T10" fmla="*/ 1 w 13"/>
                <a:gd name="T11" fmla="*/ 6 h 12"/>
                <a:gd name="T12" fmla="*/ 0 w 13"/>
                <a:gd name="T13" fmla="*/ 4 h 12"/>
                <a:gd name="T14" fmla="*/ 9 w 13"/>
                <a:gd name="T15" fmla="*/ 0 h 12"/>
                <a:gd name="T16" fmla="*/ 13 w 13"/>
                <a:gd name="T17" fmla="*/ 7 h 12"/>
                <a:gd name="T18" fmla="*/ 4 w 13"/>
                <a:gd name="T19" fmla="*/ 12 h 12"/>
                <a:gd name="T20" fmla="*/ 2 w 13"/>
                <a:gd name="T21" fmla="*/ 10 h 12"/>
                <a:gd name="T22" fmla="*/ 2 w 13"/>
                <a:gd name="T23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2">
                  <a:moveTo>
                    <a:pt x="2" y="10"/>
                  </a:moveTo>
                  <a:lnTo>
                    <a:pt x="1" y="6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5"/>
                  </a:lnTo>
                  <a:lnTo>
                    <a:pt x="1" y="6"/>
                  </a:lnTo>
                  <a:lnTo>
                    <a:pt x="0" y="4"/>
                  </a:lnTo>
                  <a:lnTo>
                    <a:pt x="9" y="0"/>
                  </a:lnTo>
                  <a:lnTo>
                    <a:pt x="13" y="7"/>
                  </a:lnTo>
                  <a:lnTo>
                    <a:pt x="4" y="12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1354"/>
            <p:cNvSpPr/>
            <p:nvPr>
              <p:custDataLst>
                <p:tags r:id="rId56"/>
              </p:custDataLst>
            </p:nvPr>
          </p:nvSpPr>
          <p:spPr bwMode="auto">
            <a:xfrm>
              <a:off x="7159626" y="7567613"/>
              <a:ext cx="9525" cy="7938"/>
            </a:xfrm>
            <a:custGeom>
              <a:avLst/>
              <a:gdLst>
                <a:gd name="T0" fmla="*/ 0 w 6"/>
                <a:gd name="T1" fmla="*/ 2 h 5"/>
                <a:gd name="T2" fmla="*/ 4 w 6"/>
                <a:gd name="T3" fmla="*/ 0 h 5"/>
                <a:gd name="T4" fmla="*/ 6 w 6"/>
                <a:gd name="T5" fmla="*/ 3 h 5"/>
                <a:gd name="T6" fmla="*/ 1 w 6"/>
                <a:gd name="T7" fmla="*/ 5 h 5"/>
                <a:gd name="T8" fmla="*/ 0 w 6"/>
                <a:gd name="T9" fmla="*/ 2 h 5"/>
                <a:gd name="T10" fmla="*/ 0 w 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0" y="2"/>
                  </a:moveTo>
                  <a:lnTo>
                    <a:pt x="4" y="0"/>
                  </a:lnTo>
                  <a:lnTo>
                    <a:pt x="6" y="3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1355"/>
            <p:cNvSpPr/>
            <p:nvPr>
              <p:custDataLst>
                <p:tags r:id="rId57"/>
              </p:custDataLst>
            </p:nvPr>
          </p:nvSpPr>
          <p:spPr bwMode="auto">
            <a:xfrm>
              <a:off x="7154864" y="7561263"/>
              <a:ext cx="19050" cy="17463"/>
            </a:xfrm>
            <a:custGeom>
              <a:avLst/>
              <a:gdLst>
                <a:gd name="T0" fmla="*/ 3 w 12"/>
                <a:gd name="T1" fmla="*/ 10 h 11"/>
                <a:gd name="T2" fmla="*/ 1 w 12"/>
                <a:gd name="T3" fmla="*/ 7 h 11"/>
                <a:gd name="T4" fmla="*/ 3 w 12"/>
                <a:gd name="T5" fmla="*/ 6 h 11"/>
                <a:gd name="T6" fmla="*/ 4 w 12"/>
                <a:gd name="T7" fmla="*/ 8 h 11"/>
                <a:gd name="T8" fmla="*/ 3 w 12"/>
                <a:gd name="T9" fmla="*/ 6 h 11"/>
                <a:gd name="T10" fmla="*/ 1 w 12"/>
                <a:gd name="T11" fmla="*/ 7 h 11"/>
                <a:gd name="T12" fmla="*/ 0 w 12"/>
                <a:gd name="T13" fmla="*/ 5 h 11"/>
                <a:gd name="T14" fmla="*/ 9 w 12"/>
                <a:gd name="T15" fmla="*/ 0 h 11"/>
                <a:gd name="T16" fmla="*/ 12 w 12"/>
                <a:gd name="T17" fmla="*/ 8 h 11"/>
                <a:gd name="T18" fmla="*/ 3 w 12"/>
                <a:gd name="T19" fmla="*/ 11 h 11"/>
                <a:gd name="T20" fmla="*/ 3 w 12"/>
                <a:gd name="T21" fmla="*/ 10 h 11"/>
                <a:gd name="T22" fmla="*/ 3 w 12"/>
                <a:gd name="T23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1">
                  <a:moveTo>
                    <a:pt x="3" y="10"/>
                  </a:moveTo>
                  <a:lnTo>
                    <a:pt x="1" y="7"/>
                  </a:lnTo>
                  <a:lnTo>
                    <a:pt x="3" y="6"/>
                  </a:lnTo>
                  <a:lnTo>
                    <a:pt x="4" y="8"/>
                  </a:lnTo>
                  <a:lnTo>
                    <a:pt x="3" y="6"/>
                  </a:lnTo>
                  <a:lnTo>
                    <a:pt x="1" y="7"/>
                  </a:lnTo>
                  <a:lnTo>
                    <a:pt x="0" y="5"/>
                  </a:lnTo>
                  <a:lnTo>
                    <a:pt x="9" y="0"/>
                  </a:lnTo>
                  <a:lnTo>
                    <a:pt x="12" y="8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1356"/>
            <p:cNvSpPr/>
            <p:nvPr>
              <p:custDataLst>
                <p:tags r:id="rId58"/>
              </p:custDataLst>
            </p:nvPr>
          </p:nvSpPr>
          <p:spPr bwMode="auto">
            <a:xfrm>
              <a:off x="7072314" y="7613651"/>
              <a:ext cx="96838" cy="44450"/>
            </a:xfrm>
            <a:custGeom>
              <a:avLst/>
              <a:gdLst>
                <a:gd name="T0" fmla="*/ 3 w 55"/>
                <a:gd name="T1" fmla="*/ 9 h 25"/>
                <a:gd name="T2" fmla="*/ 0 w 55"/>
                <a:gd name="T3" fmla="*/ 1 h 25"/>
                <a:gd name="T4" fmla="*/ 0 w 55"/>
                <a:gd name="T5" fmla="*/ 1 h 25"/>
                <a:gd name="T6" fmla="*/ 3 w 55"/>
                <a:gd name="T7" fmla="*/ 0 h 25"/>
                <a:gd name="T8" fmla="*/ 6 w 55"/>
                <a:gd name="T9" fmla="*/ 8 h 25"/>
                <a:gd name="T10" fmla="*/ 6 w 55"/>
                <a:gd name="T11" fmla="*/ 8 h 25"/>
                <a:gd name="T12" fmla="*/ 23 w 55"/>
                <a:gd name="T13" fmla="*/ 21 h 25"/>
                <a:gd name="T14" fmla="*/ 23 w 55"/>
                <a:gd name="T15" fmla="*/ 21 h 25"/>
                <a:gd name="T16" fmla="*/ 36 w 55"/>
                <a:gd name="T17" fmla="*/ 17 h 25"/>
                <a:gd name="T18" fmla="*/ 36 w 55"/>
                <a:gd name="T19" fmla="*/ 17 h 25"/>
                <a:gd name="T20" fmla="*/ 47 w 55"/>
                <a:gd name="T21" fmla="*/ 9 h 25"/>
                <a:gd name="T22" fmla="*/ 47 w 55"/>
                <a:gd name="T23" fmla="*/ 9 h 25"/>
                <a:gd name="T24" fmla="*/ 52 w 55"/>
                <a:gd name="T25" fmla="*/ 3 h 25"/>
                <a:gd name="T26" fmla="*/ 52 w 55"/>
                <a:gd name="T27" fmla="*/ 3 h 25"/>
                <a:gd name="T28" fmla="*/ 52 w 55"/>
                <a:gd name="T29" fmla="*/ 3 h 25"/>
                <a:gd name="T30" fmla="*/ 52 w 55"/>
                <a:gd name="T31" fmla="*/ 3 h 25"/>
                <a:gd name="T32" fmla="*/ 52 w 55"/>
                <a:gd name="T33" fmla="*/ 3 h 25"/>
                <a:gd name="T34" fmla="*/ 52 w 55"/>
                <a:gd name="T35" fmla="*/ 3 h 25"/>
                <a:gd name="T36" fmla="*/ 52 w 55"/>
                <a:gd name="T37" fmla="*/ 3 h 25"/>
                <a:gd name="T38" fmla="*/ 54 w 55"/>
                <a:gd name="T39" fmla="*/ 2 h 25"/>
                <a:gd name="T40" fmla="*/ 54 w 55"/>
                <a:gd name="T41" fmla="*/ 6 h 25"/>
                <a:gd name="T42" fmla="*/ 54 w 55"/>
                <a:gd name="T43" fmla="*/ 6 h 25"/>
                <a:gd name="T44" fmla="*/ 50 w 55"/>
                <a:gd name="T45" fmla="*/ 11 h 25"/>
                <a:gd name="T46" fmla="*/ 50 w 55"/>
                <a:gd name="T47" fmla="*/ 11 h 25"/>
                <a:gd name="T48" fmla="*/ 37 w 55"/>
                <a:gd name="T49" fmla="*/ 20 h 25"/>
                <a:gd name="T50" fmla="*/ 37 w 55"/>
                <a:gd name="T51" fmla="*/ 20 h 25"/>
                <a:gd name="T52" fmla="*/ 24 w 55"/>
                <a:gd name="T53" fmla="*/ 24 h 25"/>
                <a:gd name="T54" fmla="*/ 24 w 55"/>
                <a:gd name="T55" fmla="*/ 24 h 25"/>
                <a:gd name="T56" fmla="*/ 3 w 55"/>
                <a:gd name="T57" fmla="*/ 9 h 25"/>
                <a:gd name="T58" fmla="*/ 3 w 55"/>
                <a:gd name="T59" fmla="*/ 9 h 25"/>
                <a:gd name="T60" fmla="*/ 3 w 55"/>
                <a:gd name="T61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25">
                  <a:moveTo>
                    <a:pt x="3" y="9"/>
                  </a:moveTo>
                  <a:cubicBezTo>
                    <a:pt x="1" y="5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4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9" y="14"/>
                    <a:pt x="15" y="22"/>
                    <a:pt x="2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8" y="20"/>
                    <a:pt x="32" y="19"/>
                    <a:pt x="36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0" y="15"/>
                    <a:pt x="45" y="12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50" y="6"/>
                    <a:pt x="52" y="4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5" y="4"/>
                    <a:pt x="54" y="5"/>
                    <a:pt x="54" y="6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8"/>
                    <a:pt x="52" y="9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7" y="14"/>
                    <a:pt x="42" y="17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3" y="22"/>
                    <a:pt x="28" y="23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13" y="25"/>
                    <a:pt x="7" y="16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1357"/>
            <p:cNvSpPr>
              <a:spLocks noEditPoints="1"/>
            </p:cNvSpPr>
            <p:nvPr>
              <p:custDataLst>
                <p:tags r:id="rId59"/>
              </p:custDataLst>
            </p:nvPr>
          </p:nvSpPr>
          <p:spPr bwMode="auto">
            <a:xfrm>
              <a:off x="7069139" y="7610476"/>
              <a:ext cx="103188" cy="49213"/>
            </a:xfrm>
            <a:custGeom>
              <a:avLst/>
              <a:gdLst>
                <a:gd name="T0" fmla="*/ 24 w 59"/>
                <a:gd name="T1" fmla="*/ 28 h 28"/>
                <a:gd name="T2" fmla="*/ 3 w 59"/>
                <a:gd name="T3" fmla="*/ 12 h 28"/>
                <a:gd name="T4" fmla="*/ 3 w 59"/>
                <a:gd name="T5" fmla="*/ 12 h 28"/>
                <a:gd name="T6" fmla="*/ 3 w 59"/>
                <a:gd name="T7" fmla="*/ 12 h 28"/>
                <a:gd name="T8" fmla="*/ 3 w 59"/>
                <a:gd name="T9" fmla="*/ 12 h 28"/>
                <a:gd name="T10" fmla="*/ 0 w 59"/>
                <a:gd name="T11" fmla="*/ 3 h 28"/>
                <a:gd name="T12" fmla="*/ 0 w 59"/>
                <a:gd name="T13" fmla="*/ 3 h 28"/>
                <a:gd name="T14" fmla="*/ 0 w 59"/>
                <a:gd name="T15" fmla="*/ 1 h 28"/>
                <a:gd name="T16" fmla="*/ 2 w 59"/>
                <a:gd name="T17" fmla="*/ 1 h 28"/>
                <a:gd name="T18" fmla="*/ 5 w 59"/>
                <a:gd name="T19" fmla="*/ 0 h 28"/>
                <a:gd name="T20" fmla="*/ 5 w 59"/>
                <a:gd name="T21" fmla="*/ 0 h 28"/>
                <a:gd name="T22" fmla="*/ 7 w 59"/>
                <a:gd name="T23" fmla="*/ 1 h 28"/>
                <a:gd name="T24" fmla="*/ 7 w 59"/>
                <a:gd name="T25" fmla="*/ 1 h 28"/>
                <a:gd name="T26" fmla="*/ 7 w 59"/>
                <a:gd name="T27" fmla="*/ 1 h 28"/>
                <a:gd name="T28" fmla="*/ 7 w 59"/>
                <a:gd name="T29" fmla="*/ 1 h 28"/>
                <a:gd name="T30" fmla="*/ 7 w 59"/>
                <a:gd name="T31" fmla="*/ 1 h 28"/>
                <a:gd name="T32" fmla="*/ 7 w 59"/>
                <a:gd name="T33" fmla="*/ 1 h 28"/>
                <a:gd name="T34" fmla="*/ 7 w 59"/>
                <a:gd name="T35" fmla="*/ 2 h 28"/>
                <a:gd name="T36" fmla="*/ 7 w 59"/>
                <a:gd name="T37" fmla="*/ 2 h 28"/>
                <a:gd name="T38" fmla="*/ 7 w 59"/>
                <a:gd name="T39" fmla="*/ 2 h 28"/>
                <a:gd name="T40" fmla="*/ 7 w 59"/>
                <a:gd name="T41" fmla="*/ 2 h 28"/>
                <a:gd name="T42" fmla="*/ 7 w 59"/>
                <a:gd name="T43" fmla="*/ 2 h 28"/>
                <a:gd name="T44" fmla="*/ 7 w 59"/>
                <a:gd name="T45" fmla="*/ 2 h 28"/>
                <a:gd name="T46" fmla="*/ 8 w 59"/>
                <a:gd name="T47" fmla="*/ 4 h 28"/>
                <a:gd name="T48" fmla="*/ 8 w 59"/>
                <a:gd name="T49" fmla="*/ 4 h 28"/>
                <a:gd name="T50" fmla="*/ 10 w 59"/>
                <a:gd name="T51" fmla="*/ 9 h 28"/>
                <a:gd name="T52" fmla="*/ 10 w 59"/>
                <a:gd name="T53" fmla="*/ 9 h 28"/>
                <a:gd name="T54" fmla="*/ 24 w 59"/>
                <a:gd name="T55" fmla="*/ 21 h 28"/>
                <a:gd name="T56" fmla="*/ 24 w 59"/>
                <a:gd name="T57" fmla="*/ 21 h 28"/>
                <a:gd name="T58" fmla="*/ 25 w 59"/>
                <a:gd name="T59" fmla="*/ 21 h 28"/>
                <a:gd name="T60" fmla="*/ 25 w 59"/>
                <a:gd name="T61" fmla="*/ 21 h 28"/>
                <a:gd name="T62" fmla="*/ 37 w 59"/>
                <a:gd name="T63" fmla="*/ 17 h 28"/>
                <a:gd name="T64" fmla="*/ 37 w 59"/>
                <a:gd name="T65" fmla="*/ 17 h 28"/>
                <a:gd name="T66" fmla="*/ 48 w 59"/>
                <a:gd name="T67" fmla="*/ 9 h 28"/>
                <a:gd name="T68" fmla="*/ 48 w 59"/>
                <a:gd name="T69" fmla="*/ 9 h 28"/>
                <a:gd name="T70" fmla="*/ 51 w 59"/>
                <a:gd name="T71" fmla="*/ 5 h 28"/>
                <a:gd name="T72" fmla="*/ 51 w 59"/>
                <a:gd name="T73" fmla="*/ 5 h 28"/>
                <a:gd name="T74" fmla="*/ 51 w 59"/>
                <a:gd name="T75" fmla="*/ 3 h 28"/>
                <a:gd name="T76" fmla="*/ 53 w 59"/>
                <a:gd name="T77" fmla="*/ 3 h 28"/>
                <a:gd name="T78" fmla="*/ 57 w 59"/>
                <a:gd name="T79" fmla="*/ 1 h 28"/>
                <a:gd name="T80" fmla="*/ 58 w 59"/>
                <a:gd name="T81" fmla="*/ 3 h 28"/>
                <a:gd name="T82" fmla="*/ 59 w 59"/>
                <a:gd name="T83" fmla="*/ 5 h 28"/>
                <a:gd name="T84" fmla="*/ 59 w 59"/>
                <a:gd name="T85" fmla="*/ 5 h 28"/>
                <a:gd name="T86" fmla="*/ 57 w 59"/>
                <a:gd name="T87" fmla="*/ 9 h 28"/>
                <a:gd name="T88" fmla="*/ 57 w 59"/>
                <a:gd name="T89" fmla="*/ 9 h 28"/>
                <a:gd name="T90" fmla="*/ 53 w 59"/>
                <a:gd name="T91" fmla="*/ 14 h 28"/>
                <a:gd name="T92" fmla="*/ 53 w 59"/>
                <a:gd name="T93" fmla="*/ 14 h 28"/>
                <a:gd name="T94" fmla="*/ 40 w 59"/>
                <a:gd name="T95" fmla="*/ 23 h 28"/>
                <a:gd name="T96" fmla="*/ 40 w 59"/>
                <a:gd name="T97" fmla="*/ 23 h 28"/>
                <a:gd name="T98" fmla="*/ 26 w 59"/>
                <a:gd name="T99" fmla="*/ 28 h 28"/>
                <a:gd name="T100" fmla="*/ 26 w 59"/>
                <a:gd name="T101" fmla="*/ 28 h 28"/>
                <a:gd name="T102" fmla="*/ 24 w 59"/>
                <a:gd name="T103" fmla="*/ 28 h 28"/>
                <a:gd name="T104" fmla="*/ 24 w 59"/>
                <a:gd name="T105" fmla="*/ 28 h 28"/>
                <a:gd name="T106" fmla="*/ 24 w 59"/>
                <a:gd name="T107" fmla="*/ 28 h 28"/>
                <a:gd name="T108" fmla="*/ 5 w 59"/>
                <a:gd name="T109" fmla="*/ 11 h 28"/>
                <a:gd name="T110" fmla="*/ 6 w 59"/>
                <a:gd name="T111" fmla="*/ 11 h 28"/>
                <a:gd name="T112" fmla="*/ 6 w 59"/>
                <a:gd name="T113" fmla="*/ 11 h 28"/>
                <a:gd name="T114" fmla="*/ 6 w 59"/>
                <a:gd name="T115" fmla="*/ 11 h 28"/>
                <a:gd name="T116" fmla="*/ 5 w 59"/>
                <a:gd name="T117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" h="28">
                  <a:moveTo>
                    <a:pt x="24" y="28"/>
                  </a:moveTo>
                  <a:cubicBezTo>
                    <a:pt x="13" y="28"/>
                    <a:pt x="7" y="19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7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3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5"/>
                    <a:pt x="9" y="7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3" y="15"/>
                    <a:pt x="17" y="21"/>
                    <a:pt x="24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1"/>
                    <a:pt x="25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9" y="20"/>
                    <a:pt x="33" y="19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41" y="15"/>
                    <a:pt x="45" y="12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50" y="8"/>
                    <a:pt x="51" y="6"/>
                    <a:pt x="51" y="5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4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7"/>
                    <a:pt x="58" y="8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11"/>
                    <a:pt x="55" y="12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0" y="17"/>
                    <a:pt x="46" y="21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36" y="25"/>
                    <a:pt x="31" y="27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5" y="28"/>
                    <a:pt x="25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24" y="28"/>
                    <a:pt x="24" y="28"/>
                    <a:pt x="24" y="28"/>
                  </a:cubicBezTo>
                  <a:close/>
                  <a:moveTo>
                    <a:pt x="5" y="11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1"/>
                    <a:pt x="5" y="11"/>
                    <a:pt x="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1358"/>
            <p:cNvSpPr/>
            <p:nvPr>
              <p:custDataLst>
                <p:tags r:id="rId60"/>
              </p:custDataLst>
            </p:nvPr>
          </p:nvSpPr>
          <p:spPr bwMode="auto">
            <a:xfrm>
              <a:off x="7161214" y="7610476"/>
              <a:ext cx="14288" cy="11113"/>
            </a:xfrm>
            <a:custGeom>
              <a:avLst/>
              <a:gdLst>
                <a:gd name="T0" fmla="*/ 1 w 9"/>
                <a:gd name="T1" fmla="*/ 0 h 7"/>
                <a:gd name="T2" fmla="*/ 9 w 9"/>
                <a:gd name="T3" fmla="*/ 3 h 7"/>
                <a:gd name="T4" fmla="*/ 8 w 9"/>
                <a:gd name="T5" fmla="*/ 7 h 7"/>
                <a:gd name="T6" fmla="*/ 0 w 9"/>
                <a:gd name="T7" fmla="*/ 3 h 7"/>
                <a:gd name="T8" fmla="*/ 1 w 9"/>
                <a:gd name="T9" fmla="*/ 0 h 7"/>
                <a:gd name="T10" fmla="*/ 1 w 9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7">
                  <a:moveTo>
                    <a:pt x="1" y="0"/>
                  </a:moveTo>
                  <a:lnTo>
                    <a:pt x="9" y="3"/>
                  </a:lnTo>
                  <a:lnTo>
                    <a:pt x="8" y="7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" name="Freeform 1359"/>
            <p:cNvSpPr/>
            <p:nvPr>
              <p:custDataLst>
                <p:tags r:id="rId61"/>
              </p:custDataLst>
            </p:nvPr>
          </p:nvSpPr>
          <p:spPr bwMode="auto">
            <a:xfrm>
              <a:off x="7156451" y="7605713"/>
              <a:ext cx="23813" cy="20638"/>
            </a:xfrm>
            <a:custGeom>
              <a:avLst/>
              <a:gdLst>
                <a:gd name="T0" fmla="*/ 0 w 15"/>
                <a:gd name="T1" fmla="*/ 7 h 13"/>
                <a:gd name="T2" fmla="*/ 1 w 15"/>
                <a:gd name="T3" fmla="*/ 5 h 13"/>
                <a:gd name="T4" fmla="*/ 2 w 15"/>
                <a:gd name="T5" fmla="*/ 2 h 13"/>
                <a:gd name="T6" fmla="*/ 3 w 15"/>
                <a:gd name="T7" fmla="*/ 0 h 13"/>
                <a:gd name="T8" fmla="*/ 15 w 15"/>
                <a:gd name="T9" fmla="*/ 5 h 13"/>
                <a:gd name="T10" fmla="*/ 12 w 15"/>
                <a:gd name="T11" fmla="*/ 13 h 13"/>
                <a:gd name="T12" fmla="*/ 0 w 15"/>
                <a:gd name="T13" fmla="*/ 7 h 13"/>
                <a:gd name="T14" fmla="*/ 0 w 15"/>
                <a:gd name="T15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3">
                  <a:moveTo>
                    <a:pt x="0" y="7"/>
                  </a:moveTo>
                  <a:lnTo>
                    <a:pt x="1" y="5"/>
                  </a:lnTo>
                  <a:lnTo>
                    <a:pt x="2" y="2"/>
                  </a:lnTo>
                  <a:lnTo>
                    <a:pt x="3" y="0"/>
                  </a:lnTo>
                  <a:lnTo>
                    <a:pt x="15" y="5"/>
                  </a:lnTo>
                  <a:lnTo>
                    <a:pt x="12" y="13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" name="Freeform 1360"/>
            <p:cNvSpPr/>
            <p:nvPr>
              <p:custDataLst>
                <p:tags r:id="rId62"/>
              </p:custDataLst>
            </p:nvPr>
          </p:nvSpPr>
          <p:spPr bwMode="auto">
            <a:xfrm>
              <a:off x="7069139" y="7612063"/>
              <a:ext cx="12700" cy="12700"/>
            </a:xfrm>
            <a:custGeom>
              <a:avLst/>
              <a:gdLst>
                <a:gd name="T0" fmla="*/ 4 w 8"/>
                <a:gd name="T1" fmla="*/ 0 h 8"/>
                <a:gd name="T2" fmla="*/ 8 w 8"/>
                <a:gd name="T3" fmla="*/ 1 h 8"/>
                <a:gd name="T4" fmla="*/ 3 w 8"/>
                <a:gd name="T5" fmla="*/ 8 h 8"/>
                <a:gd name="T6" fmla="*/ 0 w 8"/>
                <a:gd name="T7" fmla="*/ 6 h 8"/>
                <a:gd name="T8" fmla="*/ 4 w 8"/>
                <a:gd name="T9" fmla="*/ 0 h 8"/>
                <a:gd name="T10" fmla="*/ 4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8" y="1"/>
                  </a:lnTo>
                  <a:lnTo>
                    <a:pt x="3" y="8"/>
                  </a:lnTo>
                  <a:lnTo>
                    <a:pt x="0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" name="Freeform 1361"/>
            <p:cNvSpPr/>
            <p:nvPr>
              <p:custDataLst>
                <p:tags r:id="rId63"/>
              </p:custDataLst>
            </p:nvPr>
          </p:nvSpPr>
          <p:spPr bwMode="auto">
            <a:xfrm>
              <a:off x="7064376" y="7607301"/>
              <a:ext cx="20638" cy="22225"/>
            </a:xfrm>
            <a:custGeom>
              <a:avLst/>
              <a:gdLst>
                <a:gd name="T0" fmla="*/ 0 w 13"/>
                <a:gd name="T1" fmla="*/ 10 h 14"/>
                <a:gd name="T2" fmla="*/ 6 w 13"/>
                <a:gd name="T3" fmla="*/ 1 h 14"/>
                <a:gd name="T4" fmla="*/ 7 w 13"/>
                <a:gd name="T5" fmla="*/ 0 h 14"/>
                <a:gd name="T6" fmla="*/ 13 w 13"/>
                <a:gd name="T7" fmla="*/ 4 h 14"/>
                <a:gd name="T8" fmla="*/ 6 w 13"/>
                <a:gd name="T9" fmla="*/ 14 h 14"/>
                <a:gd name="T10" fmla="*/ 0 w 13"/>
                <a:gd name="T11" fmla="*/ 10 h 14"/>
                <a:gd name="T12" fmla="*/ 0 w 13"/>
                <a:gd name="T13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4">
                  <a:moveTo>
                    <a:pt x="0" y="10"/>
                  </a:moveTo>
                  <a:lnTo>
                    <a:pt x="6" y="1"/>
                  </a:lnTo>
                  <a:lnTo>
                    <a:pt x="7" y="0"/>
                  </a:lnTo>
                  <a:lnTo>
                    <a:pt x="13" y="4"/>
                  </a:lnTo>
                  <a:lnTo>
                    <a:pt x="6" y="14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" name="Freeform 1362"/>
            <p:cNvSpPr/>
            <p:nvPr>
              <p:custDataLst>
                <p:tags r:id="rId64"/>
              </p:custDataLst>
            </p:nvPr>
          </p:nvSpPr>
          <p:spPr bwMode="auto">
            <a:xfrm>
              <a:off x="7007226" y="7656513"/>
              <a:ext cx="87313" cy="68263"/>
            </a:xfrm>
            <a:custGeom>
              <a:avLst/>
              <a:gdLst>
                <a:gd name="T0" fmla="*/ 0 w 51"/>
                <a:gd name="T1" fmla="*/ 1 h 40"/>
                <a:gd name="T2" fmla="*/ 3 w 51"/>
                <a:gd name="T3" fmla="*/ 0 h 40"/>
                <a:gd name="T4" fmla="*/ 9 w 51"/>
                <a:gd name="T5" fmla="*/ 12 h 40"/>
                <a:gd name="T6" fmla="*/ 9 w 51"/>
                <a:gd name="T7" fmla="*/ 12 h 40"/>
                <a:gd name="T8" fmla="*/ 23 w 51"/>
                <a:gd name="T9" fmla="*/ 33 h 40"/>
                <a:gd name="T10" fmla="*/ 23 w 51"/>
                <a:gd name="T11" fmla="*/ 33 h 40"/>
                <a:gd name="T12" fmla="*/ 40 w 51"/>
                <a:gd name="T13" fmla="*/ 36 h 40"/>
                <a:gd name="T14" fmla="*/ 40 w 51"/>
                <a:gd name="T15" fmla="*/ 36 h 40"/>
                <a:gd name="T16" fmla="*/ 51 w 51"/>
                <a:gd name="T17" fmla="*/ 36 h 40"/>
                <a:gd name="T18" fmla="*/ 51 w 51"/>
                <a:gd name="T19" fmla="*/ 36 h 40"/>
                <a:gd name="T20" fmla="*/ 51 w 51"/>
                <a:gd name="T21" fmla="*/ 39 h 40"/>
                <a:gd name="T22" fmla="*/ 22 w 51"/>
                <a:gd name="T23" fmla="*/ 35 h 40"/>
                <a:gd name="T24" fmla="*/ 22 w 51"/>
                <a:gd name="T25" fmla="*/ 35 h 40"/>
                <a:gd name="T26" fmla="*/ 6 w 51"/>
                <a:gd name="T27" fmla="*/ 13 h 40"/>
                <a:gd name="T28" fmla="*/ 6 w 51"/>
                <a:gd name="T29" fmla="*/ 13 h 40"/>
                <a:gd name="T30" fmla="*/ 0 w 51"/>
                <a:gd name="T31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" h="40">
                  <a:moveTo>
                    <a:pt x="0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5" y="5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3" y="21"/>
                    <a:pt x="19" y="31"/>
                    <a:pt x="23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7" y="34"/>
                    <a:pt x="34" y="35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6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1" y="39"/>
                    <a:pt x="32" y="40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16" y="33"/>
                    <a:pt x="10" y="22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2" y="7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" name="Freeform 1363"/>
            <p:cNvSpPr>
              <a:spLocks noEditPoints="1"/>
            </p:cNvSpPr>
            <p:nvPr>
              <p:custDataLst>
                <p:tags r:id="rId65"/>
              </p:custDataLst>
            </p:nvPr>
          </p:nvSpPr>
          <p:spPr bwMode="auto">
            <a:xfrm>
              <a:off x="7000876" y="7650163"/>
              <a:ext cx="98425" cy="82550"/>
            </a:xfrm>
            <a:custGeom>
              <a:avLst/>
              <a:gdLst>
                <a:gd name="T0" fmla="*/ 53 w 56"/>
                <a:gd name="T1" fmla="*/ 44 h 47"/>
                <a:gd name="T2" fmla="*/ 52 w 56"/>
                <a:gd name="T3" fmla="*/ 44 h 47"/>
                <a:gd name="T4" fmla="*/ 52 w 56"/>
                <a:gd name="T5" fmla="*/ 44 h 47"/>
                <a:gd name="T6" fmla="*/ 24 w 56"/>
                <a:gd name="T7" fmla="*/ 40 h 47"/>
                <a:gd name="T8" fmla="*/ 24 w 56"/>
                <a:gd name="T9" fmla="*/ 40 h 47"/>
                <a:gd name="T10" fmla="*/ 7 w 56"/>
                <a:gd name="T11" fmla="*/ 17 h 47"/>
                <a:gd name="T12" fmla="*/ 7 w 56"/>
                <a:gd name="T13" fmla="*/ 17 h 47"/>
                <a:gd name="T14" fmla="*/ 1 w 56"/>
                <a:gd name="T15" fmla="*/ 5 h 47"/>
                <a:gd name="T16" fmla="*/ 1 w 56"/>
                <a:gd name="T17" fmla="*/ 5 h 47"/>
                <a:gd name="T18" fmla="*/ 0 w 56"/>
                <a:gd name="T19" fmla="*/ 3 h 47"/>
                <a:gd name="T20" fmla="*/ 7 w 56"/>
                <a:gd name="T21" fmla="*/ 0 h 47"/>
                <a:gd name="T22" fmla="*/ 8 w 56"/>
                <a:gd name="T23" fmla="*/ 2 h 47"/>
                <a:gd name="T24" fmla="*/ 13 w 56"/>
                <a:gd name="T25" fmla="*/ 14 h 47"/>
                <a:gd name="T26" fmla="*/ 13 w 56"/>
                <a:gd name="T27" fmla="*/ 14 h 47"/>
                <a:gd name="T28" fmla="*/ 27 w 56"/>
                <a:gd name="T29" fmla="*/ 34 h 47"/>
                <a:gd name="T30" fmla="*/ 27 w 56"/>
                <a:gd name="T31" fmla="*/ 34 h 47"/>
                <a:gd name="T32" fmla="*/ 43 w 56"/>
                <a:gd name="T33" fmla="*/ 37 h 47"/>
                <a:gd name="T34" fmla="*/ 43 w 56"/>
                <a:gd name="T35" fmla="*/ 37 h 47"/>
                <a:gd name="T36" fmla="*/ 52 w 56"/>
                <a:gd name="T37" fmla="*/ 37 h 47"/>
                <a:gd name="T38" fmla="*/ 52 w 56"/>
                <a:gd name="T39" fmla="*/ 37 h 47"/>
                <a:gd name="T40" fmla="*/ 54 w 56"/>
                <a:gd name="T41" fmla="*/ 37 h 47"/>
                <a:gd name="T42" fmla="*/ 54 w 56"/>
                <a:gd name="T43" fmla="*/ 37 h 47"/>
                <a:gd name="T44" fmla="*/ 56 w 56"/>
                <a:gd name="T45" fmla="*/ 37 h 47"/>
                <a:gd name="T46" fmla="*/ 56 w 56"/>
                <a:gd name="T47" fmla="*/ 47 h 47"/>
                <a:gd name="T48" fmla="*/ 53 w 56"/>
                <a:gd name="T49" fmla="*/ 44 h 47"/>
                <a:gd name="T50" fmla="*/ 4 w 56"/>
                <a:gd name="T51" fmla="*/ 6 h 47"/>
                <a:gd name="T52" fmla="*/ 3 w 56"/>
                <a:gd name="T53" fmla="*/ 4 h 47"/>
                <a:gd name="T54" fmla="*/ 3 w 56"/>
                <a:gd name="T55" fmla="*/ 4 h 47"/>
                <a:gd name="T56" fmla="*/ 3 w 56"/>
                <a:gd name="T57" fmla="*/ 4 h 47"/>
                <a:gd name="T58" fmla="*/ 4 w 56"/>
                <a:gd name="T59" fmla="*/ 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6" h="47">
                  <a:moveTo>
                    <a:pt x="53" y="44"/>
                  </a:moveTo>
                  <a:cubicBezTo>
                    <a:pt x="53" y="44"/>
                    <a:pt x="52" y="44"/>
                    <a:pt x="52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6" y="44"/>
                    <a:pt x="33" y="44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17" y="37"/>
                    <a:pt x="11" y="2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11"/>
                    <a:pt x="2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10" y="8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23"/>
                    <a:pt x="24" y="33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31" y="35"/>
                    <a:pt x="38" y="36"/>
                    <a:pt x="43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7" y="37"/>
                    <a:pt x="50" y="37"/>
                    <a:pt x="52" y="37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53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3" y="44"/>
                    <a:pt x="53" y="44"/>
                    <a:pt x="53" y="44"/>
                  </a:cubicBezTo>
                  <a:close/>
                  <a:moveTo>
                    <a:pt x="4" y="6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6"/>
                    <a:pt x="4" y="6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1364"/>
            <p:cNvSpPr>
              <a:spLocks noEditPoints="1"/>
            </p:cNvSpPr>
            <p:nvPr>
              <p:custDataLst>
                <p:tags r:id="rId66"/>
              </p:custDataLst>
            </p:nvPr>
          </p:nvSpPr>
          <p:spPr bwMode="auto">
            <a:xfrm>
              <a:off x="7165976" y="7651751"/>
              <a:ext cx="100013" cy="65088"/>
            </a:xfrm>
            <a:custGeom>
              <a:avLst/>
              <a:gdLst>
                <a:gd name="T0" fmla="*/ 0 w 57"/>
                <a:gd name="T1" fmla="*/ 34 h 37"/>
                <a:gd name="T2" fmla="*/ 36 w 57"/>
                <a:gd name="T3" fmla="*/ 24 h 37"/>
                <a:gd name="T4" fmla="*/ 36 w 57"/>
                <a:gd name="T5" fmla="*/ 24 h 37"/>
                <a:gd name="T6" fmla="*/ 37 w 57"/>
                <a:gd name="T7" fmla="*/ 24 h 37"/>
                <a:gd name="T8" fmla="*/ 37 w 57"/>
                <a:gd name="T9" fmla="*/ 24 h 37"/>
                <a:gd name="T10" fmla="*/ 50 w 57"/>
                <a:gd name="T11" fmla="*/ 9 h 37"/>
                <a:gd name="T12" fmla="*/ 50 w 57"/>
                <a:gd name="T13" fmla="*/ 9 h 37"/>
                <a:gd name="T14" fmla="*/ 54 w 57"/>
                <a:gd name="T15" fmla="*/ 0 h 37"/>
                <a:gd name="T16" fmla="*/ 54 w 57"/>
                <a:gd name="T17" fmla="*/ 0 h 37"/>
                <a:gd name="T18" fmla="*/ 57 w 57"/>
                <a:gd name="T19" fmla="*/ 0 h 37"/>
                <a:gd name="T20" fmla="*/ 38 w 57"/>
                <a:gd name="T21" fmla="*/ 26 h 37"/>
                <a:gd name="T22" fmla="*/ 38 w 57"/>
                <a:gd name="T23" fmla="*/ 26 h 37"/>
                <a:gd name="T24" fmla="*/ 37 w 57"/>
                <a:gd name="T25" fmla="*/ 27 h 37"/>
                <a:gd name="T26" fmla="*/ 37 w 57"/>
                <a:gd name="T27" fmla="*/ 27 h 37"/>
                <a:gd name="T28" fmla="*/ 0 w 57"/>
                <a:gd name="T29" fmla="*/ 37 h 37"/>
                <a:gd name="T30" fmla="*/ 0 w 57"/>
                <a:gd name="T31" fmla="*/ 37 h 37"/>
                <a:gd name="T32" fmla="*/ 0 w 57"/>
                <a:gd name="T33" fmla="*/ 34 h 37"/>
                <a:gd name="T34" fmla="*/ 54 w 57"/>
                <a:gd name="T35" fmla="*/ 0 h 37"/>
                <a:gd name="T36" fmla="*/ 54 w 57"/>
                <a:gd name="T37" fmla="*/ 0 h 37"/>
                <a:gd name="T38" fmla="*/ 54 w 57"/>
                <a:gd name="T39" fmla="*/ 0 h 37"/>
                <a:gd name="T40" fmla="*/ 54 w 57"/>
                <a:gd name="T41" fmla="*/ 0 h 37"/>
                <a:gd name="T42" fmla="*/ 54 w 57"/>
                <a:gd name="T4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" h="37">
                  <a:moveTo>
                    <a:pt x="0" y="34"/>
                  </a:moveTo>
                  <a:cubicBezTo>
                    <a:pt x="0" y="34"/>
                    <a:pt x="21" y="31"/>
                    <a:pt x="36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4"/>
                    <a:pt x="36" y="24"/>
                    <a:pt x="37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43" y="20"/>
                    <a:pt x="48" y="14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3" y="4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6" y="0"/>
                    <a:pt x="53" y="19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22" y="34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4"/>
                    <a:pt x="0" y="34"/>
                    <a:pt x="0" y="34"/>
                  </a:cubicBezTo>
                  <a:close/>
                  <a:moveTo>
                    <a:pt x="54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1365"/>
            <p:cNvSpPr/>
            <p:nvPr>
              <p:custDataLst>
                <p:tags r:id="rId67"/>
              </p:custDataLst>
            </p:nvPr>
          </p:nvSpPr>
          <p:spPr bwMode="auto">
            <a:xfrm>
              <a:off x="7162801" y="7646988"/>
              <a:ext cx="107950" cy="73025"/>
            </a:xfrm>
            <a:custGeom>
              <a:avLst/>
              <a:gdLst>
                <a:gd name="T0" fmla="*/ 0 w 62"/>
                <a:gd name="T1" fmla="*/ 40 h 42"/>
                <a:gd name="T2" fmla="*/ 0 w 62"/>
                <a:gd name="T3" fmla="*/ 37 h 42"/>
                <a:gd name="T4" fmla="*/ 2 w 62"/>
                <a:gd name="T5" fmla="*/ 37 h 42"/>
                <a:gd name="T6" fmla="*/ 0 w 62"/>
                <a:gd name="T7" fmla="*/ 37 h 42"/>
                <a:gd name="T8" fmla="*/ 0 w 62"/>
                <a:gd name="T9" fmla="*/ 36 h 42"/>
                <a:gd name="T10" fmla="*/ 0 w 62"/>
                <a:gd name="T11" fmla="*/ 35 h 42"/>
                <a:gd name="T12" fmla="*/ 1 w 62"/>
                <a:gd name="T13" fmla="*/ 35 h 42"/>
                <a:gd name="T14" fmla="*/ 1 w 62"/>
                <a:gd name="T15" fmla="*/ 35 h 42"/>
                <a:gd name="T16" fmla="*/ 1 w 62"/>
                <a:gd name="T17" fmla="*/ 35 h 42"/>
                <a:gd name="T18" fmla="*/ 1 w 62"/>
                <a:gd name="T19" fmla="*/ 35 h 42"/>
                <a:gd name="T20" fmla="*/ 1 w 62"/>
                <a:gd name="T21" fmla="*/ 35 h 42"/>
                <a:gd name="T22" fmla="*/ 1 w 62"/>
                <a:gd name="T23" fmla="*/ 35 h 42"/>
                <a:gd name="T24" fmla="*/ 1 w 62"/>
                <a:gd name="T25" fmla="*/ 35 h 42"/>
                <a:gd name="T26" fmla="*/ 1 w 62"/>
                <a:gd name="T27" fmla="*/ 35 h 42"/>
                <a:gd name="T28" fmla="*/ 2 w 62"/>
                <a:gd name="T29" fmla="*/ 35 h 42"/>
                <a:gd name="T30" fmla="*/ 2 w 62"/>
                <a:gd name="T31" fmla="*/ 35 h 42"/>
                <a:gd name="T32" fmla="*/ 2 w 62"/>
                <a:gd name="T33" fmla="*/ 34 h 42"/>
                <a:gd name="T34" fmla="*/ 2 w 62"/>
                <a:gd name="T35" fmla="*/ 34 h 42"/>
                <a:gd name="T36" fmla="*/ 5 w 62"/>
                <a:gd name="T37" fmla="*/ 34 h 42"/>
                <a:gd name="T38" fmla="*/ 5 w 62"/>
                <a:gd name="T39" fmla="*/ 34 h 42"/>
                <a:gd name="T40" fmla="*/ 14 w 62"/>
                <a:gd name="T41" fmla="*/ 32 h 42"/>
                <a:gd name="T42" fmla="*/ 14 w 62"/>
                <a:gd name="T43" fmla="*/ 32 h 42"/>
                <a:gd name="T44" fmla="*/ 37 w 62"/>
                <a:gd name="T45" fmla="*/ 25 h 42"/>
                <a:gd name="T46" fmla="*/ 37 w 62"/>
                <a:gd name="T47" fmla="*/ 25 h 42"/>
                <a:gd name="T48" fmla="*/ 38 w 62"/>
                <a:gd name="T49" fmla="*/ 25 h 42"/>
                <a:gd name="T50" fmla="*/ 38 w 62"/>
                <a:gd name="T51" fmla="*/ 25 h 42"/>
                <a:gd name="T52" fmla="*/ 50 w 62"/>
                <a:gd name="T53" fmla="*/ 11 h 42"/>
                <a:gd name="T54" fmla="*/ 50 w 62"/>
                <a:gd name="T55" fmla="*/ 11 h 42"/>
                <a:gd name="T56" fmla="*/ 54 w 62"/>
                <a:gd name="T57" fmla="*/ 2 h 42"/>
                <a:gd name="T58" fmla="*/ 54 w 62"/>
                <a:gd name="T59" fmla="*/ 2 h 42"/>
                <a:gd name="T60" fmla="*/ 54 w 62"/>
                <a:gd name="T61" fmla="*/ 0 h 42"/>
                <a:gd name="T62" fmla="*/ 62 w 62"/>
                <a:gd name="T63" fmla="*/ 2 h 42"/>
                <a:gd name="T64" fmla="*/ 60 w 62"/>
                <a:gd name="T65" fmla="*/ 4 h 42"/>
                <a:gd name="T66" fmla="*/ 60 w 62"/>
                <a:gd name="T67" fmla="*/ 5 h 42"/>
                <a:gd name="T68" fmla="*/ 60 w 62"/>
                <a:gd name="T69" fmla="*/ 5 h 42"/>
                <a:gd name="T70" fmla="*/ 60 w 62"/>
                <a:gd name="T71" fmla="*/ 7 h 42"/>
                <a:gd name="T72" fmla="*/ 60 w 62"/>
                <a:gd name="T73" fmla="*/ 7 h 42"/>
                <a:gd name="T74" fmla="*/ 57 w 62"/>
                <a:gd name="T75" fmla="*/ 14 h 42"/>
                <a:gd name="T76" fmla="*/ 57 w 62"/>
                <a:gd name="T77" fmla="*/ 14 h 42"/>
                <a:gd name="T78" fmla="*/ 41 w 62"/>
                <a:gd name="T79" fmla="*/ 31 h 42"/>
                <a:gd name="T80" fmla="*/ 41 w 62"/>
                <a:gd name="T81" fmla="*/ 31 h 42"/>
                <a:gd name="T82" fmla="*/ 40 w 62"/>
                <a:gd name="T83" fmla="*/ 32 h 42"/>
                <a:gd name="T84" fmla="*/ 40 w 62"/>
                <a:gd name="T85" fmla="*/ 32 h 42"/>
                <a:gd name="T86" fmla="*/ 3 w 62"/>
                <a:gd name="T87" fmla="*/ 42 h 42"/>
                <a:gd name="T88" fmla="*/ 3 w 62"/>
                <a:gd name="T89" fmla="*/ 42 h 42"/>
                <a:gd name="T90" fmla="*/ 0 w 62"/>
                <a:gd name="T91" fmla="*/ 42 h 42"/>
                <a:gd name="T92" fmla="*/ 0 w 62"/>
                <a:gd name="T9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42">
                  <a:moveTo>
                    <a:pt x="0" y="4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4"/>
                    <a:pt x="4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7" y="34"/>
                    <a:pt x="10" y="33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21" y="31"/>
                    <a:pt x="30" y="28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44" y="22"/>
                    <a:pt x="48" y="16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3" y="6"/>
                    <a:pt x="54" y="2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4"/>
                    <a:pt x="60" y="4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6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9" y="9"/>
                    <a:pt x="58" y="12"/>
                    <a:pt x="57" y="14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4" y="20"/>
                    <a:pt x="49" y="27"/>
                    <a:pt x="41" y="31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0" y="31"/>
                    <a:pt x="40" y="31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25" y="38"/>
                    <a:pt x="5" y="41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0"/>
                    <a:pt x="0" y="40"/>
                    <a:pt x="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1366"/>
            <p:cNvSpPr/>
            <p:nvPr>
              <p:custDataLst>
                <p:tags r:id="rId68"/>
              </p:custDataLst>
            </p:nvPr>
          </p:nvSpPr>
          <p:spPr bwMode="auto">
            <a:xfrm>
              <a:off x="7065964" y="7685088"/>
              <a:ext cx="128588" cy="176213"/>
            </a:xfrm>
            <a:custGeom>
              <a:avLst/>
              <a:gdLst>
                <a:gd name="T0" fmla="*/ 7 w 74"/>
                <a:gd name="T1" fmla="*/ 69 h 101"/>
                <a:gd name="T2" fmla="*/ 31 w 74"/>
                <a:gd name="T3" fmla="*/ 6 h 101"/>
                <a:gd name="T4" fmla="*/ 31 w 74"/>
                <a:gd name="T5" fmla="*/ 6 h 101"/>
                <a:gd name="T6" fmla="*/ 66 w 74"/>
                <a:gd name="T7" fmla="*/ 24 h 101"/>
                <a:gd name="T8" fmla="*/ 66 w 74"/>
                <a:gd name="T9" fmla="*/ 24 h 101"/>
                <a:gd name="T10" fmla="*/ 70 w 74"/>
                <a:gd name="T11" fmla="*/ 38 h 101"/>
                <a:gd name="T12" fmla="*/ 70 w 74"/>
                <a:gd name="T13" fmla="*/ 38 h 101"/>
                <a:gd name="T14" fmla="*/ 44 w 74"/>
                <a:gd name="T15" fmla="*/ 95 h 101"/>
                <a:gd name="T16" fmla="*/ 44 w 74"/>
                <a:gd name="T17" fmla="*/ 95 h 101"/>
                <a:gd name="T18" fmla="*/ 43 w 74"/>
                <a:gd name="T19" fmla="*/ 94 h 101"/>
                <a:gd name="T20" fmla="*/ 41 w 74"/>
                <a:gd name="T21" fmla="*/ 93 h 101"/>
                <a:gd name="T22" fmla="*/ 67 w 74"/>
                <a:gd name="T23" fmla="*/ 39 h 101"/>
                <a:gd name="T24" fmla="*/ 67 w 74"/>
                <a:gd name="T25" fmla="*/ 39 h 101"/>
                <a:gd name="T26" fmla="*/ 63 w 74"/>
                <a:gd name="T27" fmla="*/ 25 h 101"/>
                <a:gd name="T28" fmla="*/ 63 w 74"/>
                <a:gd name="T29" fmla="*/ 25 h 101"/>
                <a:gd name="T30" fmla="*/ 32 w 74"/>
                <a:gd name="T31" fmla="*/ 9 h 101"/>
                <a:gd name="T32" fmla="*/ 32 w 74"/>
                <a:gd name="T33" fmla="*/ 9 h 101"/>
                <a:gd name="T34" fmla="*/ 10 w 74"/>
                <a:gd name="T35" fmla="*/ 68 h 101"/>
                <a:gd name="T36" fmla="*/ 10 w 74"/>
                <a:gd name="T37" fmla="*/ 68 h 101"/>
                <a:gd name="T38" fmla="*/ 14 w 74"/>
                <a:gd name="T39" fmla="*/ 79 h 101"/>
                <a:gd name="T40" fmla="*/ 14 w 74"/>
                <a:gd name="T41" fmla="*/ 79 h 101"/>
                <a:gd name="T42" fmla="*/ 25 w 74"/>
                <a:gd name="T43" fmla="*/ 94 h 101"/>
                <a:gd name="T44" fmla="*/ 25 w 74"/>
                <a:gd name="T45" fmla="*/ 94 h 101"/>
                <a:gd name="T46" fmla="*/ 38 w 74"/>
                <a:gd name="T47" fmla="*/ 95 h 101"/>
                <a:gd name="T48" fmla="*/ 38 w 74"/>
                <a:gd name="T49" fmla="*/ 95 h 101"/>
                <a:gd name="T50" fmla="*/ 41 w 74"/>
                <a:gd name="T51" fmla="*/ 93 h 101"/>
                <a:gd name="T52" fmla="*/ 41 w 74"/>
                <a:gd name="T53" fmla="*/ 93 h 101"/>
                <a:gd name="T54" fmla="*/ 43 w 74"/>
                <a:gd name="T55" fmla="*/ 94 h 101"/>
                <a:gd name="T56" fmla="*/ 44 w 74"/>
                <a:gd name="T57" fmla="*/ 95 h 101"/>
                <a:gd name="T58" fmla="*/ 39 w 74"/>
                <a:gd name="T59" fmla="*/ 98 h 101"/>
                <a:gd name="T60" fmla="*/ 39 w 74"/>
                <a:gd name="T61" fmla="*/ 98 h 101"/>
                <a:gd name="T62" fmla="*/ 24 w 74"/>
                <a:gd name="T63" fmla="*/ 96 h 101"/>
                <a:gd name="T64" fmla="*/ 24 w 74"/>
                <a:gd name="T65" fmla="*/ 96 h 101"/>
                <a:gd name="T66" fmla="*/ 12 w 74"/>
                <a:gd name="T67" fmla="*/ 80 h 101"/>
                <a:gd name="T68" fmla="*/ 12 w 74"/>
                <a:gd name="T69" fmla="*/ 80 h 101"/>
                <a:gd name="T70" fmla="*/ 7 w 74"/>
                <a:gd name="T71" fmla="*/ 6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4" h="101">
                  <a:moveTo>
                    <a:pt x="7" y="69"/>
                  </a:moveTo>
                  <a:cubicBezTo>
                    <a:pt x="0" y="47"/>
                    <a:pt x="13" y="1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45" y="0"/>
                    <a:pt x="59" y="9"/>
                    <a:pt x="66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8"/>
                    <a:pt x="70" y="33"/>
                    <a:pt x="70" y="38"/>
                  </a:cubicBezTo>
                  <a:cubicBezTo>
                    <a:pt x="70" y="38"/>
                    <a:pt x="70" y="38"/>
                    <a:pt x="70" y="38"/>
                  </a:cubicBezTo>
                  <a:cubicBezTo>
                    <a:pt x="74" y="61"/>
                    <a:pt x="63" y="78"/>
                    <a:pt x="44" y="95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61" y="75"/>
                    <a:pt x="71" y="60"/>
                    <a:pt x="67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4"/>
                    <a:pt x="65" y="29"/>
                    <a:pt x="63" y="25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6" y="11"/>
                    <a:pt x="44" y="3"/>
                    <a:pt x="32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16" y="16"/>
                    <a:pt x="3" y="48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72"/>
                    <a:pt x="13" y="75"/>
                    <a:pt x="14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8" y="85"/>
                    <a:pt x="21" y="91"/>
                    <a:pt x="25" y="94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9" y="97"/>
                    <a:pt x="33" y="97"/>
                    <a:pt x="38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9" y="95"/>
                    <a:pt x="40" y="94"/>
                    <a:pt x="41" y="93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43" y="94"/>
                    <a:pt x="43" y="94"/>
                    <a:pt x="43" y="94"/>
                  </a:cubicBezTo>
                  <a:cubicBezTo>
                    <a:pt x="44" y="95"/>
                    <a:pt x="44" y="95"/>
                    <a:pt x="44" y="95"/>
                  </a:cubicBezTo>
                  <a:cubicBezTo>
                    <a:pt x="42" y="96"/>
                    <a:pt x="41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4" y="101"/>
                    <a:pt x="28" y="100"/>
                    <a:pt x="24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9" y="93"/>
                    <a:pt x="15" y="87"/>
                    <a:pt x="12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0" y="77"/>
                    <a:pt x="8" y="73"/>
                    <a:pt x="7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1367"/>
            <p:cNvSpPr>
              <a:spLocks noEditPoints="1"/>
            </p:cNvSpPr>
            <p:nvPr>
              <p:custDataLst>
                <p:tags r:id="rId69"/>
              </p:custDataLst>
            </p:nvPr>
          </p:nvSpPr>
          <p:spPr bwMode="auto">
            <a:xfrm>
              <a:off x="7070726" y="7688263"/>
              <a:ext cx="122238" cy="174625"/>
            </a:xfrm>
            <a:custGeom>
              <a:avLst/>
              <a:gdLst>
                <a:gd name="T0" fmla="*/ 30 w 70"/>
                <a:gd name="T1" fmla="*/ 100 h 100"/>
                <a:gd name="T2" fmla="*/ 19 w 70"/>
                <a:gd name="T3" fmla="*/ 96 h 100"/>
                <a:gd name="T4" fmla="*/ 19 w 70"/>
                <a:gd name="T5" fmla="*/ 96 h 100"/>
                <a:gd name="T6" fmla="*/ 7 w 70"/>
                <a:gd name="T7" fmla="*/ 79 h 100"/>
                <a:gd name="T8" fmla="*/ 7 w 70"/>
                <a:gd name="T9" fmla="*/ 79 h 100"/>
                <a:gd name="T10" fmla="*/ 2 w 70"/>
                <a:gd name="T11" fmla="*/ 67 h 100"/>
                <a:gd name="T12" fmla="*/ 2 w 70"/>
                <a:gd name="T13" fmla="*/ 67 h 100"/>
                <a:gd name="T14" fmla="*/ 4 w 70"/>
                <a:gd name="T15" fmla="*/ 67 h 100"/>
                <a:gd name="T16" fmla="*/ 2 w 70"/>
                <a:gd name="T17" fmla="*/ 67 h 100"/>
                <a:gd name="T18" fmla="*/ 0 w 70"/>
                <a:gd name="T19" fmla="*/ 53 h 100"/>
                <a:gd name="T20" fmla="*/ 0 w 70"/>
                <a:gd name="T21" fmla="*/ 53 h 100"/>
                <a:gd name="T22" fmla="*/ 27 w 70"/>
                <a:gd name="T23" fmla="*/ 2 h 100"/>
                <a:gd name="T24" fmla="*/ 27 w 70"/>
                <a:gd name="T25" fmla="*/ 2 h 100"/>
                <a:gd name="T26" fmla="*/ 37 w 70"/>
                <a:gd name="T27" fmla="*/ 0 h 100"/>
                <a:gd name="T28" fmla="*/ 37 w 70"/>
                <a:gd name="T29" fmla="*/ 0 h 100"/>
                <a:gd name="T30" fmla="*/ 65 w 70"/>
                <a:gd name="T31" fmla="*/ 21 h 100"/>
                <a:gd name="T32" fmla="*/ 65 w 70"/>
                <a:gd name="T33" fmla="*/ 21 h 100"/>
                <a:gd name="T34" fmla="*/ 69 w 70"/>
                <a:gd name="T35" fmla="*/ 36 h 100"/>
                <a:gd name="T36" fmla="*/ 69 w 70"/>
                <a:gd name="T37" fmla="*/ 36 h 100"/>
                <a:gd name="T38" fmla="*/ 70 w 70"/>
                <a:gd name="T39" fmla="*/ 44 h 100"/>
                <a:gd name="T40" fmla="*/ 70 w 70"/>
                <a:gd name="T41" fmla="*/ 44 h 100"/>
                <a:gd name="T42" fmla="*/ 43 w 70"/>
                <a:gd name="T43" fmla="*/ 93 h 100"/>
                <a:gd name="T44" fmla="*/ 43 w 70"/>
                <a:gd name="T45" fmla="*/ 93 h 100"/>
                <a:gd name="T46" fmla="*/ 43 w 70"/>
                <a:gd name="T47" fmla="*/ 93 h 100"/>
                <a:gd name="T48" fmla="*/ 42 w 70"/>
                <a:gd name="T49" fmla="*/ 94 h 100"/>
                <a:gd name="T50" fmla="*/ 41 w 70"/>
                <a:gd name="T51" fmla="*/ 95 h 100"/>
                <a:gd name="T52" fmla="*/ 41 w 70"/>
                <a:gd name="T53" fmla="*/ 95 h 100"/>
                <a:gd name="T54" fmla="*/ 40 w 70"/>
                <a:gd name="T55" fmla="*/ 96 h 100"/>
                <a:gd name="T56" fmla="*/ 40 w 70"/>
                <a:gd name="T57" fmla="*/ 96 h 100"/>
                <a:gd name="T58" fmla="*/ 37 w 70"/>
                <a:gd name="T59" fmla="*/ 98 h 100"/>
                <a:gd name="T60" fmla="*/ 37 w 70"/>
                <a:gd name="T61" fmla="*/ 98 h 100"/>
                <a:gd name="T62" fmla="*/ 30 w 70"/>
                <a:gd name="T63" fmla="*/ 100 h 100"/>
                <a:gd name="T64" fmla="*/ 30 w 70"/>
                <a:gd name="T65" fmla="*/ 100 h 100"/>
                <a:gd name="T66" fmla="*/ 30 w 70"/>
                <a:gd name="T67" fmla="*/ 100 h 100"/>
                <a:gd name="T68" fmla="*/ 37 w 70"/>
                <a:gd name="T69" fmla="*/ 7 h 100"/>
                <a:gd name="T70" fmla="*/ 30 w 70"/>
                <a:gd name="T71" fmla="*/ 9 h 100"/>
                <a:gd name="T72" fmla="*/ 30 w 70"/>
                <a:gd name="T73" fmla="*/ 9 h 100"/>
                <a:gd name="T74" fmla="*/ 7 w 70"/>
                <a:gd name="T75" fmla="*/ 54 h 100"/>
                <a:gd name="T76" fmla="*/ 7 w 70"/>
                <a:gd name="T77" fmla="*/ 54 h 100"/>
                <a:gd name="T78" fmla="*/ 9 w 70"/>
                <a:gd name="T79" fmla="*/ 65 h 100"/>
                <a:gd name="T80" fmla="*/ 9 w 70"/>
                <a:gd name="T81" fmla="*/ 65 h 100"/>
                <a:gd name="T82" fmla="*/ 13 w 70"/>
                <a:gd name="T83" fmla="*/ 76 h 100"/>
                <a:gd name="T84" fmla="*/ 13 w 70"/>
                <a:gd name="T85" fmla="*/ 76 h 100"/>
                <a:gd name="T86" fmla="*/ 24 w 70"/>
                <a:gd name="T87" fmla="*/ 90 h 100"/>
                <a:gd name="T88" fmla="*/ 24 w 70"/>
                <a:gd name="T89" fmla="*/ 90 h 100"/>
                <a:gd name="T90" fmla="*/ 30 w 70"/>
                <a:gd name="T91" fmla="*/ 92 h 100"/>
                <a:gd name="T92" fmla="*/ 30 w 70"/>
                <a:gd name="T93" fmla="*/ 92 h 100"/>
                <a:gd name="T94" fmla="*/ 34 w 70"/>
                <a:gd name="T95" fmla="*/ 92 h 100"/>
                <a:gd name="T96" fmla="*/ 34 w 70"/>
                <a:gd name="T97" fmla="*/ 92 h 100"/>
                <a:gd name="T98" fmla="*/ 37 w 70"/>
                <a:gd name="T99" fmla="*/ 89 h 100"/>
                <a:gd name="T100" fmla="*/ 37 w 70"/>
                <a:gd name="T101" fmla="*/ 89 h 100"/>
                <a:gd name="T102" fmla="*/ 63 w 70"/>
                <a:gd name="T103" fmla="*/ 44 h 100"/>
                <a:gd name="T104" fmla="*/ 63 w 70"/>
                <a:gd name="T105" fmla="*/ 44 h 100"/>
                <a:gd name="T106" fmla="*/ 62 w 70"/>
                <a:gd name="T107" fmla="*/ 37 h 100"/>
                <a:gd name="T108" fmla="*/ 62 w 70"/>
                <a:gd name="T109" fmla="*/ 37 h 100"/>
                <a:gd name="T110" fmla="*/ 58 w 70"/>
                <a:gd name="T111" fmla="*/ 24 h 100"/>
                <a:gd name="T112" fmla="*/ 58 w 70"/>
                <a:gd name="T113" fmla="*/ 24 h 100"/>
                <a:gd name="T114" fmla="*/ 37 w 70"/>
                <a:gd name="T115" fmla="*/ 7 h 100"/>
                <a:gd name="T116" fmla="*/ 37 w 70"/>
                <a:gd name="T117" fmla="*/ 7 h 100"/>
                <a:gd name="T118" fmla="*/ 37 w 70"/>
                <a:gd name="T119" fmla="*/ 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" h="100">
                  <a:moveTo>
                    <a:pt x="30" y="100"/>
                  </a:moveTo>
                  <a:cubicBezTo>
                    <a:pt x="26" y="100"/>
                    <a:pt x="22" y="98"/>
                    <a:pt x="19" y="96"/>
                  </a:cubicBezTo>
                  <a:cubicBezTo>
                    <a:pt x="19" y="96"/>
                    <a:pt x="19" y="96"/>
                    <a:pt x="19" y="96"/>
                  </a:cubicBezTo>
                  <a:cubicBezTo>
                    <a:pt x="14" y="92"/>
                    <a:pt x="10" y="86"/>
                    <a:pt x="7" y="79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5" y="75"/>
                    <a:pt x="4" y="71"/>
                    <a:pt x="2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1" y="63"/>
                    <a:pt x="0" y="58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33"/>
                    <a:pt x="12" y="10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1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9" y="0"/>
                    <a:pt x="59" y="9"/>
                    <a:pt x="65" y="21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7" y="26"/>
                    <a:pt x="69" y="31"/>
                    <a:pt x="69" y="3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70" y="39"/>
                    <a:pt x="70" y="42"/>
                    <a:pt x="70" y="44"/>
                  </a:cubicBezTo>
                  <a:cubicBezTo>
                    <a:pt x="70" y="44"/>
                    <a:pt x="70" y="44"/>
                    <a:pt x="70" y="44"/>
                  </a:cubicBezTo>
                  <a:cubicBezTo>
                    <a:pt x="70" y="63"/>
                    <a:pt x="60" y="78"/>
                    <a:pt x="43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94"/>
                    <a:pt x="42" y="94"/>
                    <a:pt x="42" y="94"/>
                  </a:cubicBezTo>
                  <a:cubicBezTo>
                    <a:pt x="42" y="95"/>
                    <a:pt x="42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39" y="97"/>
                    <a:pt x="38" y="97"/>
                    <a:pt x="37" y="98"/>
                  </a:cubicBezTo>
                  <a:cubicBezTo>
                    <a:pt x="37" y="98"/>
                    <a:pt x="37" y="98"/>
                    <a:pt x="37" y="98"/>
                  </a:cubicBezTo>
                  <a:cubicBezTo>
                    <a:pt x="35" y="99"/>
                    <a:pt x="32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lose/>
                  <a:moveTo>
                    <a:pt x="37" y="7"/>
                  </a:moveTo>
                  <a:cubicBezTo>
                    <a:pt x="35" y="7"/>
                    <a:pt x="32" y="8"/>
                    <a:pt x="30" y="9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18" y="14"/>
                    <a:pt x="7" y="36"/>
                    <a:pt x="7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8"/>
                    <a:pt x="8" y="62"/>
                    <a:pt x="9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10" y="69"/>
                    <a:pt x="12" y="73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6" y="82"/>
                    <a:pt x="20" y="87"/>
                    <a:pt x="24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6" y="92"/>
                    <a:pt x="28" y="92"/>
                    <a:pt x="30" y="92"/>
                  </a:cubicBezTo>
                  <a:cubicBezTo>
                    <a:pt x="30" y="92"/>
                    <a:pt x="30" y="92"/>
                    <a:pt x="30" y="92"/>
                  </a:cubicBezTo>
                  <a:cubicBezTo>
                    <a:pt x="31" y="92"/>
                    <a:pt x="32" y="92"/>
                    <a:pt x="34" y="92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5" y="91"/>
                    <a:pt x="36" y="90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54" y="74"/>
                    <a:pt x="63" y="61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3" y="42"/>
                    <a:pt x="63" y="40"/>
                    <a:pt x="62" y="37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2" y="33"/>
                    <a:pt x="60" y="28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3" y="14"/>
                    <a:pt x="45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1368"/>
            <p:cNvSpPr>
              <a:spLocks noEditPoints="1"/>
            </p:cNvSpPr>
            <p:nvPr>
              <p:custDataLst>
                <p:tags r:id="rId70"/>
              </p:custDataLst>
            </p:nvPr>
          </p:nvSpPr>
          <p:spPr bwMode="auto">
            <a:xfrm>
              <a:off x="7104064" y="7858126"/>
              <a:ext cx="28575" cy="77788"/>
            </a:xfrm>
            <a:custGeom>
              <a:avLst/>
              <a:gdLst>
                <a:gd name="T0" fmla="*/ 0 w 18"/>
                <a:gd name="T1" fmla="*/ 46 h 49"/>
                <a:gd name="T2" fmla="*/ 14 w 18"/>
                <a:gd name="T3" fmla="*/ 43 h 49"/>
                <a:gd name="T4" fmla="*/ 10 w 18"/>
                <a:gd name="T5" fmla="*/ 0 h 49"/>
                <a:gd name="T6" fmla="*/ 14 w 18"/>
                <a:gd name="T7" fmla="*/ 0 h 49"/>
                <a:gd name="T8" fmla="*/ 18 w 18"/>
                <a:gd name="T9" fmla="*/ 46 h 49"/>
                <a:gd name="T10" fmla="*/ 1 w 18"/>
                <a:gd name="T11" fmla="*/ 49 h 49"/>
                <a:gd name="T12" fmla="*/ 0 w 18"/>
                <a:gd name="T13" fmla="*/ 46 h 49"/>
                <a:gd name="T14" fmla="*/ 0 w 18"/>
                <a:gd name="T15" fmla="*/ 46 h 49"/>
                <a:gd name="T16" fmla="*/ 10 w 18"/>
                <a:gd name="T17" fmla="*/ 0 h 49"/>
                <a:gd name="T18" fmla="*/ 10 w 18"/>
                <a:gd name="T19" fmla="*/ 0 h 49"/>
                <a:gd name="T20" fmla="*/ 10 w 18"/>
                <a:gd name="T21" fmla="*/ 0 h 49"/>
                <a:gd name="T22" fmla="*/ 10 w 18"/>
                <a:gd name="T23" fmla="*/ 0 h 49"/>
                <a:gd name="T24" fmla="*/ 10 w 18"/>
                <a:gd name="T2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49">
                  <a:moveTo>
                    <a:pt x="0" y="46"/>
                  </a:moveTo>
                  <a:lnTo>
                    <a:pt x="14" y="4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46"/>
                  </a:lnTo>
                  <a:lnTo>
                    <a:pt x="1" y="49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1369"/>
            <p:cNvSpPr>
              <a:spLocks noEditPoints="1"/>
            </p:cNvSpPr>
            <p:nvPr>
              <p:custDataLst>
                <p:tags r:id="rId71"/>
              </p:custDataLst>
            </p:nvPr>
          </p:nvSpPr>
          <p:spPr bwMode="auto">
            <a:xfrm>
              <a:off x="7100889" y="7854951"/>
              <a:ext cx="34925" cy="84138"/>
            </a:xfrm>
            <a:custGeom>
              <a:avLst/>
              <a:gdLst>
                <a:gd name="T0" fmla="*/ 1 w 22"/>
                <a:gd name="T1" fmla="*/ 51 h 53"/>
                <a:gd name="T2" fmla="*/ 0 w 22"/>
                <a:gd name="T3" fmla="*/ 48 h 53"/>
                <a:gd name="T4" fmla="*/ 2 w 22"/>
                <a:gd name="T5" fmla="*/ 48 h 53"/>
                <a:gd name="T6" fmla="*/ 2 w 22"/>
                <a:gd name="T7" fmla="*/ 50 h 53"/>
                <a:gd name="T8" fmla="*/ 2 w 22"/>
                <a:gd name="T9" fmla="*/ 48 h 53"/>
                <a:gd name="T10" fmla="*/ 0 w 22"/>
                <a:gd name="T11" fmla="*/ 48 h 53"/>
                <a:gd name="T12" fmla="*/ 0 w 22"/>
                <a:gd name="T13" fmla="*/ 47 h 53"/>
                <a:gd name="T14" fmla="*/ 14 w 22"/>
                <a:gd name="T15" fmla="*/ 44 h 53"/>
                <a:gd name="T16" fmla="*/ 10 w 22"/>
                <a:gd name="T17" fmla="*/ 1 h 53"/>
                <a:gd name="T18" fmla="*/ 17 w 22"/>
                <a:gd name="T19" fmla="*/ 0 h 53"/>
                <a:gd name="T20" fmla="*/ 22 w 22"/>
                <a:gd name="T21" fmla="*/ 49 h 53"/>
                <a:gd name="T22" fmla="*/ 1 w 22"/>
                <a:gd name="T23" fmla="*/ 53 h 53"/>
                <a:gd name="T24" fmla="*/ 1 w 22"/>
                <a:gd name="T25" fmla="*/ 51 h 53"/>
                <a:gd name="T26" fmla="*/ 1 w 22"/>
                <a:gd name="T27" fmla="*/ 51 h 53"/>
                <a:gd name="T28" fmla="*/ 12 w 22"/>
                <a:gd name="T29" fmla="*/ 2 h 53"/>
                <a:gd name="T30" fmla="*/ 12 w 22"/>
                <a:gd name="T31" fmla="*/ 0 h 53"/>
                <a:gd name="T32" fmla="*/ 12 w 22"/>
                <a:gd name="T33" fmla="*/ 2 h 53"/>
                <a:gd name="T34" fmla="*/ 12 w 22"/>
                <a:gd name="T35" fmla="*/ 2 h 53"/>
                <a:gd name="T36" fmla="*/ 12 w 22"/>
                <a:gd name="T37" fmla="*/ 2 h 53"/>
                <a:gd name="T38" fmla="*/ 12 w 22"/>
                <a:gd name="T39" fmla="*/ 0 h 53"/>
                <a:gd name="T40" fmla="*/ 12 w 22"/>
                <a:gd name="T41" fmla="*/ 2 h 53"/>
                <a:gd name="T42" fmla="*/ 12 w 22"/>
                <a:gd name="T43" fmla="*/ 0 h 53"/>
                <a:gd name="T44" fmla="*/ 12 w 22"/>
                <a:gd name="T45" fmla="*/ 2 h 53"/>
                <a:gd name="T46" fmla="*/ 12 w 22"/>
                <a:gd name="T47" fmla="*/ 2 h 53"/>
                <a:gd name="T48" fmla="*/ 12 w 22"/>
                <a:gd name="T49" fmla="*/ 2 h 53"/>
                <a:gd name="T50" fmla="*/ 12 w 22"/>
                <a:gd name="T51" fmla="*/ 0 h 53"/>
                <a:gd name="T52" fmla="*/ 12 w 22"/>
                <a:gd name="T53" fmla="*/ 2 h 53"/>
                <a:gd name="T54" fmla="*/ 12 w 22"/>
                <a:gd name="T55" fmla="*/ 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2" h="53">
                  <a:moveTo>
                    <a:pt x="1" y="51"/>
                  </a:moveTo>
                  <a:lnTo>
                    <a:pt x="0" y="48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14" y="44"/>
                  </a:lnTo>
                  <a:lnTo>
                    <a:pt x="10" y="1"/>
                  </a:lnTo>
                  <a:lnTo>
                    <a:pt x="17" y="0"/>
                  </a:lnTo>
                  <a:lnTo>
                    <a:pt x="22" y="49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51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  <a:moveTo>
                    <a:pt x="12" y="2"/>
                  </a:moveTo>
                  <a:lnTo>
                    <a:pt x="12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" name="Freeform 1370"/>
            <p:cNvSpPr/>
            <p:nvPr>
              <p:custDataLst>
                <p:tags r:id="rId72"/>
              </p:custDataLst>
            </p:nvPr>
          </p:nvSpPr>
          <p:spPr bwMode="auto">
            <a:xfrm>
              <a:off x="7137401" y="7848601"/>
              <a:ext cx="22225" cy="77788"/>
            </a:xfrm>
            <a:custGeom>
              <a:avLst/>
              <a:gdLst>
                <a:gd name="T0" fmla="*/ 0 w 14"/>
                <a:gd name="T1" fmla="*/ 0 h 49"/>
                <a:gd name="T2" fmla="*/ 0 w 14"/>
                <a:gd name="T3" fmla="*/ 0 h 49"/>
                <a:gd name="T4" fmla="*/ 3 w 14"/>
                <a:gd name="T5" fmla="*/ 0 h 49"/>
                <a:gd name="T6" fmla="*/ 9 w 14"/>
                <a:gd name="T7" fmla="*/ 43 h 49"/>
                <a:gd name="T8" fmla="*/ 14 w 14"/>
                <a:gd name="T9" fmla="*/ 45 h 49"/>
                <a:gd name="T10" fmla="*/ 13 w 14"/>
                <a:gd name="T11" fmla="*/ 49 h 49"/>
                <a:gd name="T12" fmla="*/ 5 w 14"/>
                <a:gd name="T13" fmla="*/ 46 h 49"/>
                <a:gd name="T14" fmla="*/ 0 w 14"/>
                <a:gd name="T15" fmla="*/ 0 h 49"/>
                <a:gd name="T16" fmla="*/ 0 w 14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49">
                  <a:moveTo>
                    <a:pt x="0" y="0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9" y="43"/>
                  </a:lnTo>
                  <a:lnTo>
                    <a:pt x="14" y="45"/>
                  </a:lnTo>
                  <a:lnTo>
                    <a:pt x="13" y="49"/>
                  </a:lnTo>
                  <a:lnTo>
                    <a:pt x="5" y="4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371"/>
            <p:cNvSpPr/>
            <p:nvPr>
              <p:custDataLst>
                <p:tags r:id="rId73"/>
              </p:custDataLst>
            </p:nvPr>
          </p:nvSpPr>
          <p:spPr bwMode="auto">
            <a:xfrm>
              <a:off x="7134226" y="7843838"/>
              <a:ext cx="30163" cy="85725"/>
            </a:xfrm>
            <a:custGeom>
              <a:avLst/>
              <a:gdLst>
                <a:gd name="T0" fmla="*/ 5 w 19"/>
                <a:gd name="T1" fmla="*/ 51 h 54"/>
                <a:gd name="T2" fmla="*/ 0 w 19"/>
                <a:gd name="T3" fmla="*/ 3 h 54"/>
                <a:gd name="T4" fmla="*/ 2 w 19"/>
                <a:gd name="T5" fmla="*/ 3 h 54"/>
                <a:gd name="T6" fmla="*/ 0 w 19"/>
                <a:gd name="T7" fmla="*/ 3 h 54"/>
                <a:gd name="T8" fmla="*/ 2 w 19"/>
                <a:gd name="T9" fmla="*/ 3 h 54"/>
                <a:gd name="T10" fmla="*/ 2 w 19"/>
                <a:gd name="T11" fmla="*/ 1 h 54"/>
                <a:gd name="T12" fmla="*/ 7 w 19"/>
                <a:gd name="T13" fmla="*/ 0 h 54"/>
                <a:gd name="T14" fmla="*/ 12 w 19"/>
                <a:gd name="T15" fmla="*/ 45 h 54"/>
                <a:gd name="T16" fmla="*/ 19 w 19"/>
                <a:gd name="T17" fmla="*/ 46 h 54"/>
                <a:gd name="T18" fmla="*/ 17 w 19"/>
                <a:gd name="T19" fmla="*/ 54 h 54"/>
                <a:gd name="T20" fmla="*/ 5 w 19"/>
                <a:gd name="T21" fmla="*/ 51 h 54"/>
                <a:gd name="T22" fmla="*/ 5 w 19"/>
                <a:gd name="T23" fmla="*/ 5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54">
                  <a:moveTo>
                    <a:pt x="5" y="51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1"/>
                  </a:lnTo>
                  <a:lnTo>
                    <a:pt x="7" y="0"/>
                  </a:lnTo>
                  <a:lnTo>
                    <a:pt x="12" y="45"/>
                  </a:lnTo>
                  <a:lnTo>
                    <a:pt x="19" y="46"/>
                  </a:lnTo>
                  <a:lnTo>
                    <a:pt x="17" y="54"/>
                  </a:lnTo>
                  <a:lnTo>
                    <a:pt x="5" y="51"/>
                  </a:lnTo>
                  <a:lnTo>
                    <a:pt x="5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372"/>
            <p:cNvSpPr/>
            <p:nvPr>
              <p:custDataLst>
                <p:tags r:id="rId74"/>
              </p:custDataLst>
            </p:nvPr>
          </p:nvSpPr>
          <p:spPr bwMode="auto">
            <a:xfrm>
              <a:off x="7008814" y="7643813"/>
              <a:ext cx="12700" cy="17463"/>
            </a:xfrm>
            <a:custGeom>
              <a:avLst/>
              <a:gdLst>
                <a:gd name="T0" fmla="*/ 5 w 8"/>
                <a:gd name="T1" fmla="*/ 0 h 11"/>
                <a:gd name="T2" fmla="*/ 8 w 8"/>
                <a:gd name="T3" fmla="*/ 2 h 11"/>
                <a:gd name="T4" fmla="*/ 3 w 8"/>
                <a:gd name="T5" fmla="*/ 11 h 11"/>
                <a:gd name="T6" fmla="*/ 0 w 8"/>
                <a:gd name="T7" fmla="*/ 10 h 11"/>
                <a:gd name="T8" fmla="*/ 5 w 8"/>
                <a:gd name="T9" fmla="*/ 0 h 11"/>
                <a:gd name="T10" fmla="*/ 5 w 8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2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373"/>
            <p:cNvSpPr/>
            <p:nvPr>
              <p:custDataLst>
                <p:tags r:id="rId75"/>
              </p:custDataLst>
            </p:nvPr>
          </p:nvSpPr>
          <p:spPr bwMode="auto">
            <a:xfrm>
              <a:off x="7002464" y="7640638"/>
              <a:ext cx="23813" cy="25400"/>
            </a:xfrm>
            <a:custGeom>
              <a:avLst/>
              <a:gdLst>
                <a:gd name="T0" fmla="*/ 0 w 15"/>
                <a:gd name="T1" fmla="*/ 12 h 16"/>
                <a:gd name="T2" fmla="*/ 7 w 15"/>
                <a:gd name="T3" fmla="*/ 1 h 16"/>
                <a:gd name="T4" fmla="*/ 8 w 15"/>
                <a:gd name="T5" fmla="*/ 0 h 16"/>
                <a:gd name="T6" fmla="*/ 15 w 15"/>
                <a:gd name="T7" fmla="*/ 3 h 16"/>
                <a:gd name="T8" fmla="*/ 8 w 15"/>
                <a:gd name="T9" fmla="*/ 16 h 16"/>
                <a:gd name="T10" fmla="*/ 0 w 15"/>
                <a:gd name="T11" fmla="*/ 12 h 16"/>
                <a:gd name="T12" fmla="*/ 0 w 15"/>
                <a:gd name="T13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6">
                  <a:moveTo>
                    <a:pt x="0" y="12"/>
                  </a:moveTo>
                  <a:lnTo>
                    <a:pt x="7" y="1"/>
                  </a:lnTo>
                  <a:lnTo>
                    <a:pt x="8" y="0"/>
                  </a:lnTo>
                  <a:lnTo>
                    <a:pt x="15" y="3"/>
                  </a:lnTo>
                  <a:lnTo>
                    <a:pt x="8" y="16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374"/>
            <p:cNvSpPr/>
            <p:nvPr>
              <p:custDataLst>
                <p:tags r:id="rId76"/>
              </p:custDataLst>
            </p:nvPr>
          </p:nvSpPr>
          <p:spPr bwMode="auto">
            <a:xfrm>
              <a:off x="6991351" y="7640638"/>
              <a:ext cx="25400" cy="30163"/>
            </a:xfrm>
            <a:custGeom>
              <a:avLst/>
              <a:gdLst>
                <a:gd name="T0" fmla="*/ 2 w 16"/>
                <a:gd name="T1" fmla="*/ 4 h 19"/>
                <a:gd name="T2" fmla="*/ 12 w 16"/>
                <a:gd name="T3" fmla="*/ 11 h 19"/>
                <a:gd name="T4" fmla="*/ 10 w 16"/>
                <a:gd name="T5" fmla="*/ 1 h 19"/>
                <a:gd name="T6" fmla="*/ 13 w 16"/>
                <a:gd name="T7" fmla="*/ 0 h 19"/>
                <a:gd name="T8" fmla="*/ 16 w 16"/>
                <a:gd name="T9" fmla="*/ 19 h 19"/>
                <a:gd name="T10" fmla="*/ 0 w 16"/>
                <a:gd name="T11" fmla="*/ 6 h 19"/>
                <a:gd name="T12" fmla="*/ 2 w 16"/>
                <a:gd name="T13" fmla="*/ 4 h 19"/>
                <a:gd name="T14" fmla="*/ 2 w 16"/>
                <a:gd name="T15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9">
                  <a:moveTo>
                    <a:pt x="2" y="4"/>
                  </a:moveTo>
                  <a:lnTo>
                    <a:pt x="12" y="1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6" y="19"/>
                  </a:lnTo>
                  <a:lnTo>
                    <a:pt x="0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375"/>
            <p:cNvSpPr/>
            <p:nvPr>
              <p:custDataLst>
                <p:tags r:id="rId77"/>
              </p:custDataLst>
            </p:nvPr>
          </p:nvSpPr>
          <p:spPr bwMode="auto">
            <a:xfrm>
              <a:off x="6985001" y="7635876"/>
              <a:ext cx="36513" cy="42863"/>
            </a:xfrm>
            <a:custGeom>
              <a:avLst/>
              <a:gdLst>
                <a:gd name="T0" fmla="*/ 0 w 23"/>
                <a:gd name="T1" fmla="*/ 9 h 27"/>
                <a:gd name="T2" fmla="*/ 3 w 23"/>
                <a:gd name="T3" fmla="*/ 8 h 27"/>
                <a:gd name="T4" fmla="*/ 5 w 23"/>
                <a:gd name="T5" fmla="*/ 5 h 27"/>
                <a:gd name="T6" fmla="*/ 6 w 23"/>
                <a:gd name="T7" fmla="*/ 4 h 27"/>
                <a:gd name="T8" fmla="*/ 12 w 23"/>
                <a:gd name="T9" fmla="*/ 9 h 27"/>
                <a:gd name="T10" fmla="*/ 11 w 23"/>
                <a:gd name="T11" fmla="*/ 2 h 27"/>
                <a:gd name="T12" fmla="*/ 19 w 23"/>
                <a:gd name="T13" fmla="*/ 0 h 27"/>
                <a:gd name="T14" fmla="*/ 23 w 23"/>
                <a:gd name="T15" fmla="*/ 27 h 27"/>
                <a:gd name="T16" fmla="*/ 0 w 23"/>
                <a:gd name="T17" fmla="*/ 9 h 27"/>
                <a:gd name="T18" fmla="*/ 0 w 23"/>
                <a:gd name="T19" fmla="*/ 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7">
                  <a:moveTo>
                    <a:pt x="0" y="9"/>
                  </a:moveTo>
                  <a:lnTo>
                    <a:pt x="3" y="8"/>
                  </a:lnTo>
                  <a:lnTo>
                    <a:pt x="5" y="5"/>
                  </a:lnTo>
                  <a:lnTo>
                    <a:pt x="6" y="4"/>
                  </a:lnTo>
                  <a:lnTo>
                    <a:pt x="12" y="9"/>
                  </a:lnTo>
                  <a:lnTo>
                    <a:pt x="11" y="2"/>
                  </a:lnTo>
                  <a:lnTo>
                    <a:pt x="19" y="0"/>
                  </a:lnTo>
                  <a:lnTo>
                    <a:pt x="23" y="27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410"/>
            <p:cNvSpPr/>
            <p:nvPr>
              <p:custDataLst>
                <p:tags r:id="rId78"/>
              </p:custDataLst>
            </p:nvPr>
          </p:nvSpPr>
          <p:spPr bwMode="auto">
            <a:xfrm>
              <a:off x="7261226" y="7643813"/>
              <a:ext cx="26988" cy="14288"/>
            </a:xfrm>
            <a:custGeom>
              <a:avLst/>
              <a:gdLst>
                <a:gd name="T0" fmla="*/ 0 w 17"/>
                <a:gd name="T1" fmla="*/ 6 h 9"/>
                <a:gd name="T2" fmla="*/ 16 w 17"/>
                <a:gd name="T3" fmla="*/ 0 h 9"/>
                <a:gd name="T4" fmla="*/ 17 w 17"/>
                <a:gd name="T5" fmla="*/ 3 h 9"/>
                <a:gd name="T6" fmla="*/ 1 w 17"/>
                <a:gd name="T7" fmla="*/ 9 h 9"/>
                <a:gd name="T8" fmla="*/ 0 w 17"/>
                <a:gd name="T9" fmla="*/ 6 h 9"/>
                <a:gd name="T10" fmla="*/ 0 w 17"/>
                <a:gd name="T11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9">
                  <a:moveTo>
                    <a:pt x="0" y="6"/>
                  </a:moveTo>
                  <a:lnTo>
                    <a:pt x="16" y="0"/>
                  </a:lnTo>
                  <a:lnTo>
                    <a:pt x="17" y="3"/>
                  </a:lnTo>
                  <a:lnTo>
                    <a:pt x="1" y="9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412"/>
            <p:cNvSpPr/>
            <p:nvPr>
              <p:custDataLst>
                <p:tags r:id="rId79"/>
              </p:custDataLst>
            </p:nvPr>
          </p:nvSpPr>
          <p:spPr bwMode="auto">
            <a:xfrm>
              <a:off x="7254876" y="7639051"/>
              <a:ext cx="36513" cy="23813"/>
            </a:xfrm>
            <a:custGeom>
              <a:avLst/>
              <a:gdLst>
                <a:gd name="T0" fmla="*/ 3 w 23"/>
                <a:gd name="T1" fmla="*/ 13 h 15"/>
                <a:gd name="T2" fmla="*/ 2 w 23"/>
                <a:gd name="T3" fmla="*/ 9 h 15"/>
                <a:gd name="T4" fmla="*/ 4 w 23"/>
                <a:gd name="T5" fmla="*/ 9 h 15"/>
                <a:gd name="T6" fmla="*/ 5 w 23"/>
                <a:gd name="T7" fmla="*/ 11 h 15"/>
                <a:gd name="T8" fmla="*/ 4 w 23"/>
                <a:gd name="T9" fmla="*/ 9 h 15"/>
                <a:gd name="T10" fmla="*/ 2 w 23"/>
                <a:gd name="T11" fmla="*/ 9 h 15"/>
                <a:gd name="T12" fmla="*/ 0 w 23"/>
                <a:gd name="T13" fmla="*/ 7 h 15"/>
                <a:gd name="T14" fmla="*/ 21 w 23"/>
                <a:gd name="T15" fmla="*/ 0 h 15"/>
                <a:gd name="T16" fmla="*/ 23 w 23"/>
                <a:gd name="T17" fmla="*/ 7 h 15"/>
                <a:gd name="T18" fmla="*/ 4 w 23"/>
                <a:gd name="T19" fmla="*/ 15 h 15"/>
                <a:gd name="T20" fmla="*/ 3 w 23"/>
                <a:gd name="T21" fmla="*/ 13 h 15"/>
                <a:gd name="T22" fmla="*/ 3 w 23"/>
                <a:gd name="T23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15">
                  <a:moveTo>
                    <a:pt x="3" y="13"/>
                  </a:moveTo>
                  <a:lnTo>
                    <a:pt x="2" y="9"/>
                  </a:lnTo>
                  <a:lnTo>
                    <a:pt x="4" y="9"/>
                  </a:lnTo>
                  <a:lnTo>
                    <a:pt x="5" y="11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21" y="0"/>
                  </a:lnTo>
                  <a:lnTo>
                    <a:pt x="23" y="7"/>
                  </a:lnTo>
                  <a:lnTo>
                    <a:pt x="4" y="15"/>
                  </a:lnTo>
                  <a:lnTo>
                    <a:pt x="3" y="13"/>
                  </a:lnTo>
                  <a:lnTo>
                    <a:pt x="3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413"/>
            <p:cNvSpPr>
              <a:spLocks noEditPoints="1"/>
            </p:cNvSpPr>
            <p:nvPr>
              <p:custDataLst>
                <p:tags r:id="rId80"/>
              </p:custDataLst>
            </p:nvPr>
          </p:nvSpPr>
          <p:spPr bwMode="auto">
            <a:xfrm>
              <a:off x="7259639" y="7629526"/>
              <a:ext cx="22225" cy="34925"/>
            </a:xfrm>
            <a:custGeom>
              <a:avLst/>
              <a:gdLst>
                <a:gd name="T0" fmla="*/ 0 w 14"/>
                <a:gd name="T1" fmla="*/ 0 h 22"/>
                <a:gd name="T2" fmla="*/ 3 w 14"/>
                <a:gd name="T3" fmla="*/ 0 h 22"/>
                <a:gd name="T4" fmla="*/ 4 w 14"/>
                <a:gd name="T5" fmla="*/ 12 h 22"/>
                <a:gd name="T6" fmla="*/ 12 w 14"/>
                <a:gd name="T7" fmla="*/ 0 h 22"/>
                <a:gd name="T8" fmla="*/ 14 w 14"/>
                <a:gd name="T9" fmla="*/ 1 h 22"/>
                <a:gd name="T10" fmla="*/ 2 w 14"/>
                <a:gd name="T11" fmla="*/ 22 h 22"/>
                <a:gd name="T12" fmla="*/ 0 w 14"/>
                <a:gd name="T13" fmla="*/ 0 h 22"/>
                <a:gd name="T14" fmla="*/ 0 w 14"/>
                <a:gd name="T15" fmla="*/ 0 h 22"/>
                <a:gd name="T16" fmla="*/ 12 w 14"/>
                <a:gd name="T17" fmla="*/ 0 h 22"/>
                <a:gd name="T18" fmla="*/ 12 w 14"/>
                <a:gd name="T19" fmla="*/ 0 h 22"/>
                <a:gd name="T20" fmla="*/ 12 w 14"/>
                <a:gd name="T21" fmla="*/ 0 h 22"/>
                <a:gd name="T22" fmla="*/ 12 w 14"/>
                <a:gd name="T23" fmla="*/ 0 h 22"/>
                <a:gd name="T24" fmla="*/ 12 w 14"/>
                <a:gd name="T2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22">
                  <a:moveTo>
                    <a:pt x="0" y="0"/>
                  </a:moveTo>
                  <a:lnTo>
                    <a:pt x="3" y="0"/>
                  </a:lnTo>
                  <a:lnTo>
                    <a:pt x="4" y="12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2" y="22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414"/>
            <p:cNvSpPr/>
            <p:nvPr>
              <p:custDataLst>
                <p:tags r:id="rId81"/>
              </p:custDataLst>
            </p:nvPr>
          </p:nvSpPr>
          <p:spPr bwMode="auto">
            <a:xfrm>
              <a:off x="7254876" y="7624764"/>
              <a:ext cx="31750" cy="52388"/>
            </a:xfrm>
            <a:custGeom>
              <a:avLst/>
              <a:gdLst>
                <a:gd name="T0" fmla="*/ 0 w 20"/>
                <a:gd name="T1" fmla="*/ 3 h 33"/>
                <a:gd name="T2" fmla="*/ 3 w 20"/>
                <a:gd name="T3" fmla="*/ 3 h 33"/>
                <a:gd name="T4" fmla="*/ 3 w 20"/>
                <a:gd name="T5" fmla="*/ 5 h 33"/>
                <a:gd name="T6" fmla="*/ 3 w 20"/>
                <a:gd name="T7" fmla="*/ 3 h 33"/>
                <a:gd name="T8" fmla="*/ 0 w 20"/>
                <a:gd name="T9" fmla="*/ 3 h 33"/>
                <a:gd name="T10" fmla="*/ 0 w 20"/>
                <a:gd name="T11" fmla="*/ 2 h 33"/>
                <a:gd name="T12" fmla="*/ 8 w 20"/>
                <a:gd name="T13" fmla="*/ 1 h 33"/>
                <a:gd name="T14" fmla="*/ 9 w 20"/>
                <a:gd name="T15" fmla="*/ 9 h 33"/>
                <a:gd name="T16" fmla="*/ 11 w 20"/>
                <a:gd name="T17" fmla="*/ 3 h 33"/>
                <a:gd name="T18" fmla="*/ 9 w 20"/>
                <a:gd name="T19" fmla="*/ 1 h 33"/>
                <a:gd name="T20" fmla="*/ 12 w 20"/>
                <a:gd name="T21" fmla="*/ 1 h 33"/>
                <a:gd name="T22" fmla="*/ 14 w 20"/>
                <a:gd name="T23" fmla="*/ 0 h 33"/>
                <a:gd name="T24" fmla="*/ 15 w 20"/>
                <a:gd name="T25" fmla="*/ 1 h 33"/>
                <a:gd name="T26" fmla="*/ 17 w 20"/>
                <a:gd name="T27" fmla="*/ 1 h 33"/>
                <a:gd name="T28" fmla="*/ 17 w 20"/>
                <a:gd name="T29" fmla="*/ 2 h 33"/>
                <a:gd name="T30" fmla="*/ 20 w 20"/>
                <a:gd name="T31" fmla="*/ 4 h 33"/>
                <a:gd name="T32" fmla="*/ 4 w 20"/>
                <a:gd name="T33" fmla="*/ 33 h 33"/>
                <a:gd name="T34" fmla="*/ 0 w 20"/>
                <a:gd name="T35" fmla="*/ 3 h 33"/>
                <a:gd name="T36" fmla="*/ 0 w 20"/>
                <a:gd name="T37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33">
                  <a:moveTo>
                    <a:pt x="0" y="3"/>
                  </a:moveTo>
                  <a:lnTo>
                    <a:pt x="3" y="3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8" y="1"/>
                  </a:lnTo>
                  <a:lnTo>
                    <a:pt x="9" y="9"/>
                  </a:lnTo>
                  <a:lnTo>
                    <a:pt x="11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4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20" y="4"/>
                  </a:lnTo>
                  <a:lnTo>
                    <a:pt x="4" y="3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82"/>
            </p:custDataLst>
          </p:nvPr>
        </p:nvGrpSpPr>
        <p:grpSpPr>
          <a:xfrm>
            <a:off x="4276090" y="1708785"/>
            <a:ext cx="593090" cy="838835"/>
            <a:chOff x="7443789" y="7534276"/>
            <a:chExt cx="284162" cy="401638"/>
          </a:xfrm>
          <a:solidFill>
            <a:srgbClr val="114196"/>
          </a:solidFill>
        </p:grpSpPr>
        <p:sp>
          <p:nvSpPr>
            <p:cNvPr id="40" name="Freeform 1310"/>
            <p:cNvSpPr/>
            <p:nvPr>
              <p:custDataLst>
                <p:tags r:id="rId83"/>
              </p:custDataLst>
            </p:nvPr>
          </p:nvSpPr>
          <p:spPr bwMode="auto">
            <a:xfrm>
              <a:off x="7556501" y="7875588"/>
              <a:ext cx="28575" cy="52388"/>
            </a:xfrm>
            <a:custGeom>
              <a:avLst/>
              <a:gdLst>
                <a:gd name="T0" fmla="*/ 3 w 18"/>
                <a:gd name="T1" fmla="*/ 0 h 33"/>
                <a:gd name="T2" fmla="*/ 7 w 18"/>
                <a:gd name="T3" fmla="*/ 29 h 33"/>
                <a:gd name="T4" fmla="*/ 18 w 18"/>
                <a:gd name="T5" fmla="*/ 29 h 33"/>
                <a:gd name="T6" fmla="*/ 18 w 18"/>
                <a:gd name="T7" fmla="*/ 33 h 33"/>
                <a:gd name="T8" fmla="*/ 3 w 18"/>
                <a:gd name="T9" fmla="*/ 33 h 33"/>
                <a:gd name="T10" fmla="*/ 0 w 18"/>
                <a:gd name="T11" fmla="*/ 1 h 33"/>
                <a:gd name="T12" fmla="*/ 3 w 18"/>
                <a:gd name="T13" fmla="*/ 0 h 33"/>
                <a:gd name="T14" fmla="*/ 3 w 18"/>
                <a:gd name="T1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33">
                  <a:moveTo>
                    <a:pt x="3" y="0"/>
                  </a:moveTo>
                  <a:lnTo>
                    <a:pt x="7" y="29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3" y="3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311"/>
            <p:cNvSpPr/>
            <p:nvPr>
              <p:custDataLst>
                <p:tags r:id="rId84"/>
              </p:custDataLst>
            </p:nvPr>
          </p:nvSpPr>
          <p:spPr bwMode="auto">
            <a:xfrm>
              <a:off x="7553326" y="7872413"/>
              <a:ext cx="34925" cy="58738"/>
            </a:xfrm>
            <a:custGeom>
              <a:avLst/>
              <a:gdLst>
                <a:gd name="T0" fmla="*/ 3 w 22"/>
                <a:gd name="T1" fmla="*/ 37 h 37"/>
                <a:gd name="T2" fmla="*/ 0 w 22"/>
                <a:gd name="T3" fmla="*/ 1 h 37"/>
                <a:gd name="T4" fmla="*/ 2 w 22"/>
                <a:gd name="T5" fmla="*/ 1 h 37"/>
                <a:gd name="T6" fmla="*/ 4 w 22"/>
                <a:gd name="T7" fmla="*/ 0 h 37"/>
                <a:gd name="T8" fmla="*/ 7 w 22"/>
                <a:gd name="T9" fmla="*/ 0 h 37"/>
                <a:gd name="T10" fmla="*/ 10 w 22"/>
                <a:gd name="T11" fmla="*/ 29 h 37"/>
                <a:gd name="T12" fmla="*/ 22 w 22"/>
                <a:gd name="T13" fmla="*/ 29 h 37"/>
                <a:gd name="T14" fmla="*/ 22 w 22"/>
                <a:gd name="T15" fmla="*/ 31 h 37"/>
                <a:gd name="T16" fmla="*/ 22 w 22"/>
                <a:gd name="T17" fmla="*/ 37 h 37"/>
                <a:gd name="T18" fmla="*/ 3 w 22"/>
                <a:gd name="T19" fmla="*/ 37 h 37"/>
                <a:gd name="T20" fmla="*/ 3 w 22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37">
                  <a:moveTo>
                    <a:pt x="3" y="37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4" y="0"/>
                  </a:lnTo>
                  <a:lnTo>
                    <a:pt x="7" y="0"/>
                  </a:lnTo>
                  <a:lnTo>
                    <a:pt x="10" y="29"/>
                  </a:lnTo>
                  <a:lnTo>
                    <a:pt x="22" y="29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3" y="37"/>
                  </a:lnTo>
                  <a:lnTo>
                    <a:pt x="3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312"/>
            <p:cNvSpPr/>
            <p:nvPr>
              <p:custDataLst>
                <p:tags r:id="rId85"/>
              </p:custDataLst>
            </p:nvPr>
          </p:nvSpPr>
          <p:spPr bwMode="auto">
            <a:xfrm>
              <a:off x="7524751" y="7881938"/>
              <a:ext cx="22225" cy="50800"/>
            </a:xfrm>
            <a:custGeom>
              <a:avLst/>
              <a:gdLst>
                <a:gd name="T0" fmla="*/ 8 w 14"/>
                <a:gd name="T1" fmla="*/ 0 h 32"/>
                <a:gd name="T2" fmla="*/ 14 w 14"/>
                <a:gd name="T3" fmla="*/ 32 h 32"/>
                <a:gd name="T4" fmla="*/ 0 w 14"/>
                <a:gd name="T5" fmla="*/ 31 h 32"/>
                <a:gd name="T6" fmla="*/ 0 w 14"/>
                <a:gd name="T7" fmla="*/ 28 h 32"/>
                <a:gd name="T8" fmla="*/ 10 w 14"/>
                <a:gd name="T9" fmla="*/ 29 h 32"/>
                <a:gd name="T10" fmla="*/ 5 w 14"/>
                <a:gd name="T11" fmla="*/ 0 h 32"/>
                <a:gd name="T12" fmla="*/ 8 w 14"/>
                <a:gd name="T13" fmla="*/ 0 h 32"/>
                <a:gd name="T14" fmla="*/ 8 w 14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32">
                  <a:moveTo>
                    <a:pt x="8" y="0"/>
                  </a:moveTo>
                  <a:lnTo>
                    <a:pt x="14" y="32"/>
                  </a:lnTo>
                  <a:lnTo>
                    <a:pt x="0" y="31"/>
                  </a:lnTo>
                  <a:lnTo>
                    <a:pt x="0" y="28"/>
                  </a:lnTo>
                  <a:lnTo>
                    <a:pt x="10" y="29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313"/>
            <p:cNvSpPr/>
            <p:nvPr>
              <p:custDataLst>
                <p:tags r:id="rId86"/>
              </p:custDataLst>
            </p:nvPr>
          </p:nvSpPr>
          <p:spPr bwMode="auto">
            <a:xfrm>
              <a:off x="7521576" y="7877176"/>
              <a:ext cx="28575" cy="58738"/>
            </a:xfrm>
            <a:custGeom>
              <a:avLst/>
              <a:gdLst>
                <a:gd name="T0" fmla="*/ 0 w 18"/>
                <a:gd name="T1" fmla="*/ 36 h 37"/>
                <a:gd name="T2" fmla="*/ 0 w 18"/>
                <a:gd name="T3" fmla="*/ 34 h 37"/>
                <a:gd name="T4" fmla="*/ 0 w 18"/>
                <a:gd name="T5" fmla="*/ 28 h 37"/>
                <a:gd name="T6" fmla="*/ 9 w 18"/>
                <a:gd name="T7" fmla="*/ 30 h 37"/>
                <a:gd name="T8" fmla="*/ 5 w 18"/>
                <a:gd name="T9" fmla="*/ 1 h 37"/>
                <a:gd name="T10" fmla="*/ 7 w 18"/>
                <a:gd name="T11" fmla="*/ 1 h 37"/>
                <a:gd name="T12" fmla="*/ 10 w 18"/>
                <a:gd name="T13" fmla="*/ 1 h 37"/>
                <a:gd name="T14" fmla="*/ 12 w 18"/>
                <a:gd name="T15" fmla="*/ 0 h 37"/>
                <a:gd name="T16" fmla="*/ 18 w 18"/>
                <a:gd name="T17" fmla="*/ 37 h 37"/>
                <a:gd name="T18" fmla="*/ 0 w 18"/>
                <a:gd name="T19" fmla="*/ 36 h 37"/>
                <a:gd name="T20" fmla="*/ 0 w 18"/>
                <a:gd name="T21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7">
                  <a:moveTo>
                    <a:pt x="0" y="36"/>
                  </a:moveTo>
                  <a:lnTo>
                    <a:pt x="0" y="34"/>
                  </a:lnTo>
                  <a:lnTo>
                    <a:pt x="0" y="28"/>
                  </a:lnTo>
                  <a:lnTo>
                    <a:pt x="9" y="30"/>
                  </a:lnTo>
                  <a:lnTo>
                    <a:pt x="5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8" y="37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314"/>
            <p:cNvSpPr>
              <a:spLocks noEditPoints="1"/>
            </p:cNvSpPr>
            <p:nvPr>
              <p:custDataLst>
                <p:tags r:id="rId87"/>
              </p:custDataLst>
            </p:nvPr>
          </p:nvSpPr>
          <p:spPr bwMode="auto">
            <a:xfrm>
              <a:off x="7497764" y="7729538"/>
              <a:ext cx="104775" cy="155575"/>
            </a:xfrm>
            <a:custGeom>
              <a:avLst/>
              <a:gdLst>
                <a:gd name="T0" fmla="*/ 13 w 60"/>
                <a:gd name="T1" fmla="*/ 12 h 90"/>
                <a:gd name="T2" fmla="*/ 36 w 60"/>
                <a:gd name="T3" fmla="*/ 2 h 90"/>
                <a:gd name="T4" fmla="*/ 36 w 60"/>
                <a:gd name="T5" fmla="*/ 2 h 90"/>
                <a:gd name="T6" fmla="*/ 52 w 60"/>
                <a:gd name="T7" fmla="*/ 20 h 90"/>
                <a:gd name="T8" fmla="*/ 52 w 60"/>
                <a:gd name="T9" fmla="*/ 20 h 90"/>
                <a:gd name="T10" fmla="*/ 58 w 60"/>
                <a:gd name="T11" fmla="*/ 53 h 90"/>
                <a:gd name="T12" fmla="*/ 58 w 60"/>
                <a:gd name="T13" fmla="*/ 53 h 90"/>
                <a:gd name="T14" fmla="*/ 42 w 60"/>
                <a:gd name="T15" fmla="*/ 80 h 90"/>
                <a:gd name="T16" fmla="*/ 42 w 60"/>
                <a:gd name="T17" fmla="*/ 80 h 90"/>
                <a:gd name="T18" fmla="*/ 22 w 60"/>
                <a:gd name="T19" fmla="*/ 89 h 90"/>
                <a:gd name="T20" fmla="*/ 22 w 60"/>
                <a:gd name="T21" fmla="*/ 89 h 90"/>
                <a:gd name="T22" fmla="*/ 6 w 60"/>
                <a:gd name="T23" fmla="*/ 72 h 90"/>
                <a:gd name="T24" fmla="*/ 6 w 60"/>
                <a:gd name="T25" fmla="*/ 72 h 90"/>
                <a:gd name="T26" fmla="*/ 2 w 60"/>
                <a:gd name="T27" fmla="*/ 40 h 90"/>
                <a:gd name="T28" fmla="*/ 2 w 60"/>
                <a:gd name="T29" fmla="*/ 40 h 90"/>
                <a:gd name="T30" fmla="*/ 13 w 60"/>
                <a:gd name="T31" fmla="*/ 12 h 90"/>
                <a:gd name="T32" fmla="*/ 50 w 60"/>
                <a:gd name="T33" fmla="*/ 21 h 90"/>
                <a:gd name="T34" fmla="*/ 35 w 60"/>
                <a:gd name="T35" fmla="*/ 5 h 90"/>
                <a:gd name="T36" fmla="*/ 35 w 60"/>
                <a:gd name="T37" fmla="*/ 5 h 90"/>
                <a:gd name="T38" fmla="*/ 15 w 60"/>
                <a:gd name="T39" fmla="*/ 13 h 90"/>
                <a:gd name="T40" fmla="*/ 15 w 60"/>
                <a:gd name="T41" fmla="*/ 13 h 90"/>
                <a:gd name="T42" fmla="*/ 5 w 60"/>
                <a:gd name="T43" fmla="*/ 41 h 90"/>
                <a:gd name="T44" fmla="*/ 5 w 60"/>
                <a:gd name="T45" fmla="*/ 41 h 90"/>
                <a:gd name="T46" fmla="*/ 9 w 60"/>
                <a:gd name="T47" fmla="*/ 71 h 90"/>
                <a:gd name="T48" fmla="*/ 9 w 60"/>
                <a:gd name="T49" fmla="*/ 71 h 90"/>
                <a:gd name="T50" fmla="*/ 22 w 60"/>
                <a:gd name="T51" fmla="*/ 86 h 90"/>
                <a:gd name="T52" fmla="*/ 22 w 60"/>
                <a:gd name="T53" fmla="*/ 86 h 90"/>
                <a:gd name="T54" fmla="*/ 40 w 60"/>
                <a:gd name="T55" fmla="*/ 78 h 90"/>
                <a:gd name="T56" fmla="*/ 40 w 60"/>
                <a:gd name="T57" fmla="*/ 78 h 90"/>
                <a:gd name="T58" fmla="*/ 55 w 60"/>
                <a:gd name="T59" fmla="*/ 52 h 90"/>
                <a:gd name="T60" fmla="*/ 55 w 60"/>
                <a:gd name="T61" fmla="*/ 52 h 90"/>
                <a:gd name="T62" fmla="*/ 55 w 60"/>
                <a:gd name="T63" fmla="*/ 52 h 90"/>
                <a:gd name="T64" fmla="*/ 55 w 60"/>
                <a:gd name="T65" fmla="*/ 52 h 90"/>
                <a:gd name="T66" fmla="*/ 50 w 60"/>
                <a:gd name="T67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0" h="90">
                  <a:moveTo>
                    <a:pt x="13" y="12"/>
                  </a:moveTo>
                  <a:cubicBezTo>
                    <a:pt x="19" y="4"/>
                    <a:pt x="26" y="0"/>
                    <a:pt x="36" y="2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41" y="3"/>
                    <a:pt x="48" y="11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7" y="29"/>
                    <a:pt x="60" y="41"/>
                    <a:pt x="58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5" y="64"/>
                    <a:pt x="49" y="73"/>
                    <a:pt x="42" y="80"/>
                  </a:cubicBezTo>
                  <a:cubicBezTo>
                    <a:pt x="42" y="80"/>
                    <a:pt x="42" y="80"/>
                    <a:pt x="42" y="80"/>
                  </a:cubicBezTo>
                  <a:cubicBezTo>
                    <a:pt x="35" y="86"/>
                    <a:pt x="27" y="90"/>
                    <a:pt x="22" y="89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16" y="88"/>
                    <a:pt x="10" y="81"/>
                    <a:pt x="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2" y="63"/>
                    <a:pt x="0" y="51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4" y="29"/>
                    <a:pt x="8" y="19"/>
                    <a:pt x="13" y="12"/>
                  </a:cubicBezTo>
                  <a:close/>
                  <a:moveTo>
                    <a:pt x="50" y="21"/>
                  </a:moveTo>
                  <a:cubicBezTo>
                    <a:pt x="46" y="12"/>
                    <a:pt x="39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27" y="3"/>
                    <a:pt x="21" y="6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0" y="20"/>
                    <a:pt x="7" y="30"/>
                    <a:pt x="5" y="41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2" y="51"/>
                    <a:pt x="5" y="62"/>
                    <a:pt x="9" y="71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12" y="80"/>
                    <a:pt x="18" y="86"/>
                    <a:pt x="22" y="86"/>
                  </a:cubicBezTo>
                  <a:cubicBezTo>
                    <a:pt x="22" y="86"/>
                    <a:pt x="22" y="86"/>
                    <a:pt x="22" y="86"/>
                  </a:cubicBezTo>
                  <a:cubicBezTo>
                    <a:pt x="26" y="87"/>
                    <a:pt x="33" y="84"/>
                    <a:pt x="40" y="78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47" y="72"/>
                    <a:pt x="53" y="63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7" y="42"/>
                    <a:pt x="55" y="30"/>
                    <a:pt x="5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315"/>
            <p:cNvSpPr>
              <a:spLocks noEditPoints="1"/>
            </p:cNvSpPr>
            <p:nvPr>
              <p:custDataLst>
                <p:tags r:id="rId88"/>
              </p:custDataLst>
            </p:nvPr>
          </p:nvSpPr>
          <p:spPr bwMode="auto">
            <a:xfrm>
              <a:off x="7496176" y="7727951"/>
              <a:ext cx="107950" cy="158750"/>
            </a:xfrm>
            <a:custGeom>
              <a:avLst/>
              <a:gdLst>
                <a:gd name="T0" fmla="*/ 22 w 62"/>
                <a:gd name="T1" fmla="*/ 92 h 92"/>
                <a:gd name="T2" fmla="*/ 5 w 62"/>
                <a:gd name="T3" fmla="*/ 74 h 92"/>
                <a:gd name="T4" fmla="*/ 5 w 62"/>
                <a:gd name="T5" fmla="*/ 74 h 92"/>
                <a:gd name="T6" fmla="*/ 0 w 62"/>
                <a:gd name="T7" fmla="*/ 51 h 92"/>
                <a:gd name="T8" fmla="*/ 0 w 62"/>
                <a:gd name="T9" fmla="*/ 51 h 92"/>
                <a:gd name="T10" fmla="*/ 1 w 62"/>
                <a:gd name="T11" fmla="*/ 41 h 92"/>
                <a:gd name="T12" fmla="*/ 1 w 62"/>
                <a:gd name="T13" fmla="*/ 41 h 92"/>
                <a:gd name="T14" fmla="*/ 13 w 62"/>
                <a:gd name="T15" fmla="*/ 11 h 92"/>
                <a:gd name="T16" fmla="*/ 13 w 62"/>
                <a:gd name="T17" fmla="*/ 11 h 92"/>
                <a:gd name="T18" fmla="*/ 13 w 62"/>
                <a:gd name="T19" fmla="*/ 11 h 92"/>
                <a:gd name="T20" fmla="*/ 32 w 62"/>
                <a:gd name="T21" fmla="*/ 0 h 92"/>
                <a:gd name="T22" fmla="*/ 32 w 62"/>
                <a:gd name="T23" fmla="*/ 0 h 92"/>
                <a:gd name="T24" fmla="*/ 37 w 62"/>
                <a:gd name="T25" fmla="*/ 1 h 92"/>
                <a:gd name="T26" fmla="*/ 37 w 62"/>
                <a:gd name="T27" fmla="*/ 1 h 92"/>
                <a:gd name="T28" fmla="*/ 55 w 62"/>
                <a:gd name="T29" fmla="*/ 20 h 92"/>
                <a:gd name="T30" fmla="*/ 55 w 62"/>
                <a:gd name="T31" fmla="*/ 20 h 92"/>
                <a:gd name="T32" fmla="*/ 62 w 62"/>
                <a:gd name="T33" fmla="*/ 45 h 92"/>
                <a:gd name="T34" fmla="*/ 62 w 62"/>
                <a:gd name="T35" fmla="*/ 45 h 92"/>
                <a:gd name="T36" fmla="*/ 61 w 62"/>
                <a:gd name="T37" fmla="*/ 54 h 92"/>
                <a:gd name="T38" fmla="*/ 61 w 62"/>
                <a:gd name="T39" fmla="*/ 54 h 92"/>
                <a:gd name="T40" fmla="*/ 44 w 62"/>
                <a:gd name="T41" fmla="*/ 82 h 92"/>
                <a:gd name="T42" fmla="*/ 44 w 62"/>
                <a:gd name="T43" fmla="*/ 82 h 92"/>
                <a:gd name="T44" fmla="*/ 25 w 62"/>
                <a:gd name="T45" fmla="*/ 92 h 92"/>
                <a:gd name="T46" fmla="*/ 25 w 62"/>
                <a:gd name="T47" fmla="*/ 92 h 92"/>
                <a:gd name="T48" fmla="*/ 22 w 62"/>
                <a:gd name="T49" fmla="*/ 92 h 92"/>
                <a:gd name="T50" fmla="*/ 18 w 62"/>
                <a:gd name="T51" fmla="*/ 15 h 92"/>
                <a:gd name="T52" fmla="*/ 8 w 62"/>
                <a:gd name="T53" fmla="*/ 42 h 92"/>
                <a:gd name="T54" fmla="*/ 8 w 62"/>
                <a:gd name="T55" fmla="*/ 42 h 92"/>
                <a:gd name="T56" fmla="*/ 7 w 62"/>
                <a:gd name="T57" fmla="*/ 51 h 92"/>
                <a:gd name="T58" fmla="*/ 7 w 62"/>
                <a:gd name="T59" fmla="*/ 51 h 92"/>
                <a:gd name="T60" fmla="*/ 11 w 62"/>
                <a:gd name="T61" fmla="*/ 71 h 92"/>
                <a:gd name="T62" fmla="*/ 11 w 62"/>
                <a:gd name="T63" fmla="*/ 71 h 92"/>
                <a:gd name="T64" fmla="*/ 24 w 62"/>
                <a:gd name="T65" fmla="*/ 85 h 92"/>
                <a:gd name="T66" fmla="*/ 24 w 62"/>
                <a:gd name="T67" fmla="*/ 85 h 92"/>
                <a:gd name="T68" fmla="*/ 25 w 62"/>
                <a:gd name="T69" fmla="*/ 86 h 92"/>
                <a:gd name="T70" fmla="*/ 25 w 62"/>
                <a:gd name="T71" fmla="*/ 86 h 92"/>
                <a:gd name="T72" fmla="*/ 39 w 62"/>
                <a:gd name="T73" fmla="*/ 77 h 92"/>
                <a:gd name="T74" fmla="*/ 39 w 62"/>
                <a:gd name="T75" fmla="*/ 77 h 92"/>
                <a:gd name="T76" fmla="*/ 54 w 62"/>
                <a:gd name="T77" fmla="*/ 52 h 92"/>
                <a:gd name="T78" fmla="*/ 54 w 62"/>
                <a:gd name="T79" fmla="*/ 52 h 92"/>
                <a:gd name="T80" fmla="*/ 54 w 62"/>
                <a:gd name="T81" fmla="*/ 53 h 92"/>
                <a:gd name="T82" fmla="*/ 55 w 62"/>
                <a:gd name="T83" fmla="*/ 45 h 92"/>
                <a:gd name="T84" fmla="*/ 55 w 62"/>
                <a:gd name="T85" fmla="*/ 45 h 92"/>
                <a:gd name="T86" fmla="*/ 49 w 62"/>
                <a:gd name="T87" fmla="*/ 23 h 92"/>
                <a:gd name="T88" fmla="*/ 49 w 62"/>
                <a:gd name="T89" fmla="*/ 23 h 92"/>
                <a:gd name="T90" fmla="*/ 51 w 62"/>
                <a:gd name="T91" fmla="*/ 22 h 92"/>
                <a:gd name="T92" fmla="*/ 49 w 62"/>
                <a:gd name="T93" fmla="*/ 23 h 92"/>
                <a:gd name="T94" fmla="*/ 36 w 62"/>
                <a:gd name="T95" fmla="*/ 8 h 92"/>
                <a:gd name="T96" fmla="*/ 36 w 62"/>
                <a:gd name="T97" fmla="*/ 8 h 92"/>
                <a:gd name="T98" fmla="*/ 32 w 62"/>
                <a:gd name="T99" fmla="*/ 7 h 92"/>
                <a:gd name="T100" fmla="*/ 32 w 62"/>
                <a:gd name="T101" fmla="*/ 7 h 92"/>
                <a:gd name="T102" fmla="*/ 18 w 62"/>
                <a:gd name="T103" fmla="*/ 15 h 92"/>
                <a:gd name="T104" fmla="*/ 15 w 62"/>
                <a:gd name="T105" fmla="*/ 13 h 92"/>
                <a:gd name="T106" fmla="*/ 15 w 62"/>
                <a:gd name="T107" fmla="*/ 13 h 92"/>
                <a:gd name="T108" fmla="*/ 15 w 62"/>
                <a:gd name="T109" fmla="*/ 13 h 92"/>
                <a:gd name="T110" fmla="*/ 14 w 62"/>
                <a:gd name="T111" fmla="*/ 13 h 92"/>
                <a:gd name="T112" fmla="*/ 15 w 62"/>
                <a:gd name="T113" fmla="*/ 1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" h="92">
                  <a:moveTo>
                    <a:pt x="22" y="92"/>
                  </a:moveTo>
                  <a:cubicBezTo>
                    <a:pt x="15" y="90"/>
                    <a:pt x="10" y="83"/>
                    <a:pt x="5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2" y="67"/>
                    <a:pt x="0" y="59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7"/>
                    <a:pt x="0" y="44"/>
                    <a:pt x="1" y="41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3" y="30"/>
                    <a:pt x="7" y="19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7" y="5"/>
                    <a:pt x="24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4" y="0"/>
                    <a:pt x="36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44" y="3"/>
                    <a:pt x="50" y="1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9" y="27"/>
                    <a:pt x="62" y="36"/>
                    <a:pt x="62" y="45"/>
                  </a:cubicBezTo>
                  <a:cubicBezTo>
                    <a:pt x="62" y="45"/>
                    <a:pt x="62" y="45"/>
                    <a:pt x="62" y="45"/>
                  </a:cubicBezTo>
                  <a:cubicBezTo>
                    <a:pt x="62" y="48"/>
                    <a:pt x="61" y="51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8" y="66"/>
                    <a:pt x="51" y="76"/>
                    <a:pt x="44" y="82"/>
                  </a:cubicBezTo>
                  <a:cubicBezTo>
                    <a:pt x="44" y="82"/>
                    <a:pt x="44" y="82"/>
                    <a:pt x="44" y="82"/>
                  </a:cubicBezTo>
                  <a:cubicBezTo>
                    <a:pt x="38" y="88"/>
                    <a:pt x="31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2"/>
                    <a:pt x="23" y="92"/>
                    <a:pt x="22" y="92"/>
                  </a:cubicBezTo>
                  <a:close/>
                  <a:moveTo>
                    <a:pt x="18" y="15"/>
                  </a:moveTo>
                  <a:cubicBezTo>
                    <a:pt x="13" y="22"/>
                    <a:pt x="10" y="3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5"/>
                    <a:pt x="7" y="48"/>
                    <a:pt x="7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8"/>
                    <a:pt x="9" y="65"/>
                    <a:pt x="11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5" y="79"/>
                    <a:pt x="21" y="85"/>
                    <a:pt x="24" y="85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4" y="86"/>
                    <a:pt x="24" y="86"/>
                    <a:pt x="25" y="86"/>
                  </a:cubicBezTo>
                  <a:cubicBezTo>
                    <a:pt x="25" y="86"/>
                    <a:pt x="25" y="86"/>
                    <a:pt x="25" y="86"/>
                  </a:cubicBezTo>
                  <a:cubicBezTo>
                    <a:pt x="28" y="86"/>
                    <a:pt x="34" y="83"/>
                    <a:pt x="39" y="77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6" y="71"/>
                    <a:pt x="52" y="63"/>
                    <a:pt x="54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3"/>
                    <a:pt x="54" y="53"/>
                    <a:pt x="54" y="53"/>
                  </a:cubicBezTo>
                  <a:cubicBezTo>
                    <a:pt x="55" y="50"/>
                    <a:pt x="55" y="48"/>
                    <a:pt x="55" y="45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5" y="38"/>
                    <a:pt x="53" y="30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5" y="14"/>
                    <a:pt x="38" y="8"/>
                    <a:pt x="36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4" y="7"/>
                    <a:pt x="33" y="7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26" y="7"/>
                    <a:pt x="22" y="10"/>
                    <a:pt x="18" y="15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316"/>
            <p:cNvSpPr/>
            <p:nvPr>
              <p:custDataLst>
                <p:tags r:id="rId89"/>
              </p:custDataLst>
            </p:nvPr>
          </p:nvSpPr>
          <p:spPr bwMode="auto">
            <a:xfrm>
              <a:off x="7502526" y="7791451"/>
              <a:ext cx="92075" cy="11113"/>
            </a:xfrm>
            <a:custGeom>
              <a:avLst/>
              <a:gdLst>
                <a:gd name="T0" fmla="*/ 58 w 58"/>
                <a:gd name="T1" fmla="*/ 0 h 7"/>
                <a:gd name="T2" fmla="*/ 58 w 58"/>
                <a:gd name="T3" fmla="*/ 3 h 7"/>
                <a:gd name="T4" fmla="*/ 0 w 58"/>
                <a:gd name="T5" fmla="*/ 7 h 7"/>
                <a:gd name="T6" fmla="*/ 0 w 58"/>
                <a:gd name="T7" fmla="*/ 3 h 7"/>
                <a:gd name="T8" fmla="*/ 58 w 58"/>
                <a:gd name="T9" fmla="*/ 0 h 7"/>
                <a:gd name="T10" fmla="*/ 58 w 58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">
                  <a:moveTo>
                    <a:pt x="58" y="0"/>
                  </a:moveTo>
                  <a:lnTo>
                    <a:pt x="58" y="3"/>
                  </a:lnTo>
                  <a:lnTo>
                    <a:pt x="0" y="7"/>
                  </a:lnTo>
                  <a:lnTo>
                    <a:pt x="0" y="3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317"/>
            <p:cNvSpPr/>
            <p:nvPr>
              <p:custDataLst>
                <p:tags r:id="rId90"/>
              </p:custDataLst>
            </p:nvPr>
          </p:nvSpPr>
          <p:spPr bwMode="auto">
            <a:xfrm>
              <a:off x="7499351" y="7788276"/>
              <a:ext cx="100013" cy="17463"/>
            </a:xfrm>
            <a:custGeom>
              <a:avLst/>
              <a:gdLst>
                <a:gd name="T0" fmla="*/ 0 w 63"/>
                <a:gd name="T1" fmla="*/ 9 h 11"/>
                <a:gd name="T2" fmla="*/ 0 w 63"/>
                <a:gd name="T3" fmla="*/ 3 h 11"/>
                <a:gd name="T4" fmla="*/ 60 w 63"/>
                <a:gd name="T5" fmla="*/ 0 h 11"/>
                <a:gd name="T6" fmla="*/ 63 w 63"/>
                <a:gd name="T7" fmla="*/ 0 h 11"/>
                <a:gd name="T8" fmla="*/ 63 w 63"/>
                <a:gd name="T9" fmla="*/ 2 h 11"/>
                <a:gd name="T10" fmla="*/ 63 w 63"/>
                <a:gd name="T11" fmla="*/ 8 h 11"/>
                <a:gd name="T12" fmla="*/ 1 w 63"/>
                <a:gd name="T13" fmla="*/ 11 h 11"/>
                <a:gd name="T14" fmla="*/ 0 w 63"/>
                <a:gd name="T15" fmla="*/ 9 h 11"/>
                <a:gd name="T16" fmla="*/ 0 w 63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11">
                  <a:moveTo>
                    <a:pt x="0" y="9"/>
                  </a:moveTo>
                  <a:lnTo>
                    <a:pt x="0" y="3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3" y="2"/>
                  </a:lnTo>
                  <a:lnTo>
                    <a:pt x="63" y="8"/>
                  </a:lnTo>
                  <a:lnTo>
                    <a:pt x="1" y="11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318"/>
            <p:cNvSpPr>
              <a:spLocks noEditPoints="1"/>
            </p:cNvSpPr>
            <p:nvPr>
              <p:custDataLst>
                <p:tags r:id="rId91"/>
              </p:custDataLst>
            </p:nvPr>
          </p:nvSpPr>
          <p:spPr bwMode="auto">
            <a:xfrm>
              <a:off x="7573964" y="7661276"/>
              <a:ext cx="128588" cy="90488"/>
            </a:xfrm>
            <a:custGeom>
              <a:avLst/>
              <a:gdLst>
                <a:gd name="T0" fmla="*/ 1 w 74"/>
                <a:gd name="T1" fmla="*/ 48 h 52"/>
                <a:gd name="T2" fmla="*/ 42 w 74"/>
                <a:gd name="T3" fmla="*/ 31 h 52"/>
                <a:gd name="T4" fmla="*/ 42 w 74"/>
                <a:gd name="T5" fmla="*/ 31 h 52"/>
                <a:gd name="T6" fmla="*/ 70 w 74"/>
                <a:gd name="T7" fmla="*/ 11 h 52"/>
                <a:gd name="T8" fmla="*/ 70 w 74"/>
                <a:gd name="T9" fmla="*/ 11 h 52"/>
                <a:gd name="T10" fmla="*/ 71 w 74"/>
                <a:gd name="T11" fmla="*/ 0 h 52"/>
                <a:gd name="T12" fmla="*/ 74 w 74"/>
                <a:gd name="T13" fmla="*/ 0 h 52"/>
                <a:gd name="T14" fmla="*/ 73 w 74"/>
                <a:gd name="T15" fmla="*/ 12 h 52"/>
                <a:gd name="T16" fmla="*/ 73 w 74"/>
                <a:gd name="T17" fmla="*/ 12 h 52"/>
                <a:gd name="T18" fmla="*/ 44 w 74"/>
                <a:gd name="T19" fmla="*/ 33 h 52"/>
                <a:gd name="T20" fmla="*/ 44 w 74"/>
                <a:gd name="T21" fmla="*/ 33 h 52"/>
                <a:gd name="T22" fmla="*/ 0 w 74"/>
                <a:gd name="T23" fmla="*/ 50 h 52"/>
                <a:gd name="T24" fmla="*/ 0 w 74"/>
                <a:gd name="T25" fmla="*/ 50 h 52"/>
                <a:gd name="T26" fmla="*/ 0 w 74"/>
                <a:gd name="T27" fmla="*/ 50 h 52"/>
                <a:gd name="T28" fmla="*/ 1 w 74"/>
                <a:gd name="T29" fmla="*/ 48 h 52"/>
                <a:gd name="T30" fmla="*/ 1 w 74"/>
                <a:gd name="T31" fmla="*/ 48 h 52"/>
                <a:gd name="T32" fmla="*/ 71 w 74"/>
                <a:gd name="T33" fmla="*/ 0 h 52"/>
                <a:gd name="T34" fmla="*/ 71 w 74"/>
                <a:gd name="T35" fmla="*/ 0 h 52"/>
                <a:gd name="T36" fmla="*/ 71 w 74"/>
                <a:gd name="T37" fmla="*/ 0 h 52"/>
                <a:gd name="T38" fmla="*/ 71 w 74"/>
                <a:gd name="T3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" h="52">
                  <a:moveTo>
                    <a:pt x="1" y="48"/>
                  </a:moveTo>
                  <a:cubicBezTo>
                    <a:pt x="9" y="50"/>
                    <a:pt x="27" y="40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56" y="22"/>
                    <a:pt x="68" y="13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59" y="23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28" y="43"/>
                    <a:pt x="10" y="52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lose/>
                  <a:moveTo>
                    <a:pt x="71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319"/>
            <p:cNvSpPr>
              <a:spLocks noEditPoints="1"/>
            </p:cNvSpPr>
            <p:nvPr>
              <p:custDataLst>
                <p:tags r:id="rId92"/>
              </p:custDataLst>
            </p:nvPr>
          </p:nvSpPr>
          <p:spPr bwMode="auto">
            <a:xfrm>
              <a:off x="7570789" y="7656513"/>
              <a:ext cx="136525" cy="96838"/>
            </a:xfrm>
            <a:custGeom>
              <a:avLst/>
              <a:gdLst>
                <a:gd name="T0" fmla="*/ 2 w 78"/>
                <a:gd name="T1" fmla="*/ 55 h 56"/>
                <a:gd name="T2" fmla="*/ 0 w 78"/>
                <a:gd name="T3" fmla="*/ 55 h 56"/>
                <a:gd name="T4" fmla="*/ 1 w 78"/>
                <a:gd name="T5" fmla="*/ 48 h 56"/>
                <a:gd name="T6" fmla="*/ 3 w 78"/>
                <a:gd name="T7" fmla="*/ 49 h 56"/>
                <a:gd name="T8" fmla="*/ 3 w 78"/>
                <a:gd name="T9" fmla="*/ 49 h 56"/>
                <a:gd name="T10" fmla="*/ 3 w 78"/>
                <a:gd name="T11" fmla="*/ 49 h 56"/>
                <a:gd name="T12" fmla="*/ 3 w 78"/>
                <a:gd name="T13" fmla="*/ 49 h 56"/>
                <a:gd name="T14" fmla="*/ 3 w 78"/>
                <a:gd name="T15" fmla="*/ 49 h 56"/>
                <a:gd name="T16" fmla="*/ 3 w 78"/>
                <a:gd name="T17" fmla="*/ 49 h 56"/>
                <a:gd name="T18" fmla="*/ 3 w 78"/>
                <a:gd name="T19" fmla="*/ 49 h 56"/>
                <a:gd name="T20" fmla="*/ 3 w 78"/>
                <a:gd name="T21" fmla="*/ 49 h 56"/>
                <a:gd name="T22" fmla="*/ 3 w 78"/>
                <a:gd name="T23" fmla="*/ 49 h 56"/>
                <a:gd name="T24" fmla="*/ 3 w 78"/>
                <a:gd name="T25" fmla="*/ 49 h 56"/>
                <a:gd name="T26" fmla="*/ 3 w 78"/>
                <a:gd name="T27" fmla="*/ 49 h 56"/>
                <a:gd name="T28" fmla="*/ 5 w 78"/>
                <a:gd name="T29" fmla="*/ 49 h 56"/>
                <a:gd name="T30" fmla="*/ 5 w 78"/>
                <a:gd name="T31" fmla="*/ 49 h 56"/>
                <a:gd name="T32" fmla="*/ 43 w 78"/>
                <a:gd name="T33" fmla="*/ 32 h 56"/>
                <a:gd name="T34" fmla="*/ 43 w 78"/>
                <a:gd name="T35" fmla="*/ 32 h 56"/>
                <a:gd name="T36" fmla="*/ 70 w 78"/>
                <a:gd name="T37" fmla="*/ 13 h 56"/>
                <a:gd name="T38" fmla="*/ 70 w 78"/>
                <a:gd name="T39" fmla="*/ 13 h 56"/>
                <a:gd name="T40" fmla="*/ 71 w 78"/>
                <a:gd name="T41" fmla="*/ 4 h 56"/>
                <a:gd name="T42" fmla="*/ 68 w 78"/>
                <a:gd name="T43" fmla="*/ 3 h 56"/>
                <a:gd name="T44" fmla="*/ 71 w 78"/>
                <a:gd name="T45" fmla="*/ 2 h 56"/>
                <a:gd name="T46" fmla="*/ 71 w 78"/>
                <a:gd name="T47" fmla="*/ 1 h 56"/>
                <a:gd name="T48" fmla="*/ 73 w 78"/>
                <a:gd name="T49" fmla="*/ 1 h 56"/>
                <a:gd name="T50" fmla="*/ 75 w 78"/>
                <a:gd name="T51" fmla="*/ 0 h 56"/>
                <a:gd name="T52" fmla="*/ 75 w 78"/>
                <a:gd name="T53" fmla="*/ 1 h 56"/>
                <a:gd name="T54" fmla="*/ 78 w 78"/>
                <a:gd name="T55" fmla="*/ 1 h 56"/>
                <a:gd name="T56" fmla="*/ 77 w 78"/>
                <a:gd name="T57" fmla="*/ 16 h 56"/>
                <a:gd name="T58" fmla="*/ 76 w 78"/>
                <a:gd name="T59" fmla="*/ 17 h 56"/>
                <a:gd name="T60" fmla="*/ 76 w 78"/>
                <a:gd name="T61" fmla="*/ 17 h 56"/>
                <a:gd name="T62" fmla="*/ 47 w 78"/>
                <a:gd name="T63" fmla="*/ 38 h 56"/>
                <a:gd name="T64" fmla="*/ 47 w 78"/>
                <a:gd name="T65" fmla="*/ 38 h 56"/>
                <a:gd name="T66" fmla="*/ 5 w 78"/>
                <a:gd name="T67" fmla="*/ 56 h 56"/>
                <a:gd name="T68" fmla="*/ 5 w 78"/>
                <a:gd name="T69" fmla="*/ 56 h 56"/>
                <a:gd name="T70" fmla="*/ 2 w 78"/>
                <a:gd name="T71" fmla="*/ 55 h 56"/>
                <a:gd name="T72" fmla="*/ 3 w 78"/>
                <a:gd name="T73" fmla="*/ 53 h 56"/>
                <a:gd name="T74" fmla="*/ 3 w 78"/>
                <a:gd name="T75" fmla="*/ 53 h 56"/>
                <a:gd name="T76" fmla="*/ 3 w 78"/>
                <a:gd name="T77" fmla="*/ 53 h 56"/>
                <a:gd name="T78" fmla="*/ 2 w 78"/>
                <a:gd name="T79" fmla="*/ 53 h 56"/>
                <a:gd name="T80" fmla="*/ 2 w 78"/>
                <a:gd name="T81" fmla="*/ 53 h 56"/>
                <a:gd name="T82" fmla="*/ 2 w 78"/>
                <a:gd name="T83" fmla="*/ 53 h 56"/>
                <a:gd name="T84" fmla="*/ 2 w 78"/>
                <a:gd name="T85" fmla="*/ 53 h 56"/>
                <a:gd name="T86" fmla="*/ 2 w 78"/>
                <a:gd name="T87" fmla="*/ 53 h 56"/>
                <a:gd name="T88" fmla="*/ 2 w 78"/>
                <a:gd name="T89" fmla="*/ 53 h 56"/>
                <a:gd name="T90" fmla="*/ 3 w 78"/>
                <a:gd name="T91" fmla="*/ 53 h 56"/>
                <a:gd name="T92" fmla="*/ 3 w 78"/>
                <a:gd name="T93" fmla="*/ 49 h 56"/>
                <a:gd name="T94" fmla="*/ 3 w 78"/>
                <a:gd name="T95" fmla="*/ 49 h 56"/>
                <a:gd name="T96" fmla="*/ 3 w 78"/>
                <a:gd name="T97" fmla="*/ 49 h 56"/>
                <a:gd name="T98" fmla="*/ 3 w 78"/>
                <a:gd name="T99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" h="56">
                  <a:moveTo>
                    <a:pt x="2" y="55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13" y="49"/>
                    <a:pt x="29" y="41"/>
                    <a:pt x="43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56" y="24"/>
                    <a:pt x="67" y="15"/>
                    <a:pt x="70" y="13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6" y="17"/>
                    <a:pt x="62" y="28"/>
                    <a:pt x="47" y="38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32" y="47"/>
                    <a:pt x="16" y="56"/>
                    <a:pt x="5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4" y="56"/>
                    <a:pt x="3" y="56"/>
                    <a:pt x="2" y="55"/>
                  </a:cubicBezTo>
                  <a:close/>
                  <a:moveTo>
                    <a:pt x="3" y="53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2" y="53"/>
                  </a:cubicBezTo>
                  <a:cubicBezTo>
                    <a:pt x="2" y="53"/>
                    <a:pt x="2" y="53"/>
                    <a:pt x="3" y="53"/>
                  </a:cubicBezTo>
                  <a:close/>
                  <a:moveTo>
                    <a:pt x="3" y="49"/>
                  </a:move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320"/>
            <p:cNvSpPr/>
            <p:nvPr>
              <p:custDataLst>
                <p:tags r:id="rId93"/>
              </p:custDataLst>
            </p:nvPr>
          </p:nvSpPr>
          <p:spPr bwMode="auto">
            <a:xfrm>
              <a:off x="7696201" y="7675563"/>
              <a:ext cx="25400" cy="9525"/>
            </a:xfrm>
            <a:custGeom>
              <a:avLst/>
              <a:gdLst>
                <a:gd name="T0" fmla="*/ 16 w 16"/>
                <a:gd name="T1" fmla="*/ 0 h 6"/>
                <a:gd name="T2" fmla="*/ 16 w 16"/>
                <a:gd name="T3" fmla="*/ 3 h 6"/>
                <a:gd name="T4" fmla="*/ 1 w 16"/>
                <a:gd name="T5" fmla="*/ 6 h 6"/>
                <a:gd name="T6" fmla="*/ 0 w 16"/>
                <a:gd name="T7" fmla="*/ 3 h 6"/>
                <a:gd name="T8" fmla="*/ 16 w 16"/>
                <a:gd name="T9" fmla="*/ 0 h 6"/>
                <a:gd name="T10" fmla="*/ 16 w 1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6">
                  <a:moveTo>
                    <a:pt x="16" y="0"/>
                  </a:moveTo>
                  <a:lnTo>
                    <a:pt x="16" y="3"/>
                  </a:lnTo>
                  <a:lnTo>
                    <a:pt x="1" y="6"/>
                  </a:lnTo>
                  <a:lnTo>
                    <a:pt x="0" y="3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321"/>
            <p:cNvSpPr/>
            <p:nvPr>
              <p:custDataLst>
                <p:tags r:id="rId94"/>
              </p:custDataLst>
            </p:nvPr>
          </p:nvSpPr>
          <p:spPr bwMode="auto">
            <a:xfrm>
              <a:off x="7693026" y="7670801"/>
              <a:ext cx="34925" cy="17463"/>
            </a:xfrm>
            <a:custGeom>
              <a:avLst/>
              <a:gdLst>
                <a:gd name="T0" fmla="*/ 0 w 22"/>
                <a:gd name="T1" fmla="*/ 5 h 11"/>
                <a:gd name="T2" fmla="*/ 18 w 22"/>
                <a:gd name="T3" fmla="*/ 0 h 11"/>
                <a:gd name="T4" fmla="*/ 21 w 22"/>
                <a:gd name="T5" fmla="*/ 0 h 11"/>
                <a:gd name="T6" fmla="*/ 22 w 22"/>
                <a:gd name="T7" fmla="*/ 8 h 11"/>
                <a:gd name="T8" fmla="*/ 1 w 22"/>
                <a:gd name="T9" fmla="*/ 11 h 11"/>
                <a:gd name="T10" fmla="*/ 0 w 22"/>
                <a:gd name="T11" fmla="*/ 5 h 11"/>
                <a:gd name="T12" fmla="*/ 0 w 22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11">
                  <a:moveTo>
                    <a:pt x="0" y="5"/>
                  </a:moveTo>
                  <a:lnTo>
                    <a:pt x="18" y="0"/>
                  </a:lnTo>
                  <a:lnTo>
                    <a:pt x="21" y="0"/>
                  </a:lnTo>
                  <a:lnTo>
                    <a:pt x="22" y="8"/>
                  </a:lnTo>
                  <a:lnTo>
                    <a:pt x="1" y="11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" name="Freeform 1322"/>
            <p:cNvSpPr/>
            <p:nvPr>
              <p:custDataLst>
                <p:tags r:id="rId95"/>
              </p:custDataLst>
            </p:nvPr>
          </p:nvSpPr>
          <p:spPr bwMode="auto">
            <a:xfrm>
              <a:off x="7697789" y="7662863"/>
              <a:ext cx="17463" cy="19050"/>
            </a:xfrm>
            <a:custGeom>
              <a:avLst/>
              <a:gdLst>
                <a:gd name="T0" fmla="*/ 9 w 11"/>
                <a:gd name="T1" fmla="*/ 0 h 12"/>
                <a:gd name="T2" fmla="*/ 11 w 11"/>
                <a:gd name="T3" fmla="*/ 2 h 12"/>
                <a:gd name="T4" fmla="*/ 2 w 11"/>
                <a:gd name="T5" fmla="*/ 12 h 12"/>
                <a:gd name="T6" fmla="*/ 0 w 11"/>
                <a:gd name="T7" fmla="*/ 10 h 12"/>
                <a:gd name="T8" fmla="*/ 9 w 11"/>
                <a:gd name="T9" fmla="*/ 0 h 12"/>
                <a:gd name="T10" fmla="*/ 9 w 1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2">
                  <a:moveTo>
                    <a:pt x="9" y="0"/>
                  </a:moveTo>
                  <a:lnTo>
                    <a:pt x="11" y="2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" name="Freeform 1323"/>
            <p:cNvSpPr/>
            <p:nvPr>
              <p:custDataLst>
                <p:tags r:id="rId96"/>
              </p:custDataLst>
            </p:nvPr>
          </p:nvSpPr>
          <p:spPr bwMode="auto">
            <a:xfrm>
              <a:off x="7693026" y="7658101"/>
              <a:ext cx="26988" cy="28575"/>
            </a:xfrm>
            <a:custGeom>
              <a:avLst/>
              <a:gdLst>
                <a:gd name="T0" fmla="*/ 0 w 17"/>
                <a:gd name="T1" fmla="*/ 14 h 18"/>
                <a:gd name="T2" fmla="*/ 10 w 17"/>
                <a:gd name="T3" fmla="*/ 2 h 18"/>
                <a:gd name="T4" fmla="*/ 11 w 17"/>
                <a:gd name="T5" fmla="*/ 0 h 18"/>
                <a:gd name="T6" fmla="*/ 17 w 17"/>
                <a:gd name="T7" fmla="*/ 5 h 18"/>
                <a:gd name="T8" fmla="*/ 5 w 17"/>
                <a:gd name="T9" fmla="*/ 18 h 18"/>
                <a:gd name="T10" fmla="*/ 0 w 17"/>
                <a:gd name="T11" fmla="*/ 14 h 18"/>
                <a:gd name="T12" fmla="*/ 0 w 17"/>
                <a:gd name="T13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8">
                  <a:moveTo>
                    <a:pt x="0" y="14"/>
                  </a:moveTo>
                  <a:lnTo>
                    <a:pt x="10" y="2"/>
                  </a:lnTo>
                  <a:lnTo>
                    <a:pt x="11" y="0"/>
                  </a:lnTo>
                  <a:lnTo>
                    <a:pt x="17" y="5"/>
                  </a:lnTo>
                  <a:lnTo>
                    <a:pt x="5" y="18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" name="Freeform 1324"/>
            <p:cNvSpPr/>
            <p:nvPr>
              <p:custDataLst>
                <p:tags r:id="rId97"/>
              </p:custDataLst>
            </p:nvPr>
          </p:nvSpPr>
          <p:spPr bwMode="auto">
            <a:xfrm>
              <a:off x="7459664" y="7753351"/>
              <a:ext cx="60325" cy="88900"/>
            </a:xfrm>
            <a:custGeom>
              <a:avLst/>
              <a:gdLst>
                <a:gd name="T0" fmla="*/ 0 w 35"/>
                <a:gd name="T1" fmla="*/ 39 h 51"/>
                <a:gd name="T2" fmla="*/ 33 w 35"/>
                <a:gd name="T3" fmla="*/ 0 h 51"/>
                <a:gd name="T4" fmla="*/ 33 w 35"/>
                <a:gd name="T5" fmla="*/ 0 h 51"/>
                <a:gd name="T6" fmla="*/ 35 w 35"/>
                <a:gd name="T7" fmla="*/ 3 h 51"/>
                <a:gd name="T8" fmla="*/ 20 w 35"/>
                <a:gd name="T9" fmla="*/ 16 h 51"/>
                <a:gd name="T10" fmla="*/ 20 w 35"/>
                <a:gd name="T11" fmla="*/ 16 h 51"/>
                <a:gd name="T12" fmla="*/ 3 w 35"/>
                <a:gd name="T13" fmla="*/ 39 h 51"/>
                <a:gd name="T14" fmla="*/ 3 w 35"/>
                <a:gd name="T15" fmla="*/ 39 h 51"/>
                <a:gd name="T16" fmla="*/ 6 w 35"/>
                <a:gd name="T17" fmla="*/ 51 h 51"/>
                <a:gd name="T18" fmla="*/ 6 w 35"/>
                <a:gd name="T19" fmla="*/ 51 h 51"/>
                <a:gd name="T20" fmla="*/ 4 w 35"/>
                <a:gd name="T21" fmla="*/ 51 h 51"/>
                <a:gd name="T22" fmla="*/ 0 w 35"/>
                <a:gd name="T23" fmla="*/ 39 h 51"/>
                <a:gd name="T24" fmla="*/ 0 w 35"/>
                <a:gd name="T25" fmla="*/ 39 h 51"/>
                <a:gd name="T26" fmla="*/ 0 w 35"/>
                <a:gd name="T27" fmla="*/ 39 h 51"/>
                <a:gd name="T28" fmla="*/ 0 w 35"/>
                <a:gd name="T29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" h="51">
                  <a:moveTo>
                    <a:pt x="0" y="39"/>
                  </a:moveTo>
                  <a:cubicBezTo>
                    <a:pt x="4" y="25"/>
                    <a:pt x="33" y="1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3"/>
                    <a:pt x="28" y="9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2" y="24"/>
                    <a:pt x="4" y="33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4" y="41"/>
                    <a:pt x="6" y="48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4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" name="Freeform 1325"/>
            <p:cNvSpPr/>
            <p:nvPr>
              <p:custDataLst>
                <p:tags r:id="rId98"/>
              </p:custDataLst>
            </p:nvPr>
          </p:nvSpPr>
          <p:spPr bwMode="auto">
            <a:xfrm>
              <a:off x="7456489" y="7747001"/>
              <a:ext cx="68263" cy="98425"/>
            </a:xfrm>
            <a:custGeom>
              <a:avLst/>
              <a:gdLst>
                <a:gd name="T0" fmla="*/ 4 w 40"/>
                <a:gd name="T1" fmla="*/ 55 h 57"/>
                <a:gd name="T2" fmla="*/ 1 w 40"/>
                <a:gd name="T3" fmla="*/ 45 h 57"/>
                <a:gd name="T4" fmla="*/ 1 w 40"/>
                <a:gd name="T5" fmla="*/ 45 h 57"/>
                <a:gd name="T6" fmla="*/ 1 w 40"/>
                <a:gd name="T7" fmla="*/ 45 h 57"/>
                <a:gd name="T8" fmla="*/ 0 w 40"/>
                <a:gd name="T9" fmla="*/ 44 h 57"/>
                <a:gd name="T10" fmla="*/ 0 w 40"/>
                <a:gd name="T11" fmla="*/ 44 h 57"/>
                <a:gd name="T12" fmla="*/ 0 w 40"/>
                <a:gd name="T13" fmla="*/ 44 h 57"/>
                <a:gd name="T14" fmla="*/ 0 w 40"/>
                <a:gd name="T15" fmla="*/ 44 h 57"/>
                <a:gd name="T16" fmla="*/ 0 w 40"/>
                <a:gd name="T17" fmla="*/ 44 h 57"/>
                <a:gd name="T18" fmla="*/ 0 w 40"/>
                <a:gd name="T19" fmla="*/ 43 h 57"/>
                <a:gd name="T20" fmla="*/ 0 w 40"/>
                <a:gd name="T21" fmla="*/ 42 h 57"/>
                <a:gd name="T22" fmla="*/ 0 w 40"/>
                <a:gd name="T23" fmla="*/ 42 h 57"/>
                <a:gd name="T24" fmla="*/ 2 w 40"/>
                <a:gd name="T25" fmla="*/ 43 h 57"/>
                <a:gd name="T26" fmla="*/ 0 w 40"/>
                <a:gd name="T27" fmla="*/ 42 h 57"/>
                <a:gd name="T28" fmla="*/ 34 w 40"/>
                <a:gd name="T29" fmla="*/ 3 h 57"/>
                <a:gd name="T30" fmla="*/ 34 w 40"/>
                <a:gd name="T31" fmla="*/ 3 h 57"/>
                <a:gd name="T32" fmla="*/ 35 w 40"/>
                <a:gd name="T33" fmla="*/ 0 h 57"/>
                <a:gd name="T34" fmla="*/ 40 w 40"/>
                <a:gd name="T35" fmla="*/ 7 h 57"/>
                <a:gd name="T36" fmla="*/ 39 w 40"/>
                <a:gd name="T37" fmla="*/ 8 h 57"/>
                <a:gd name="T38" fmla="*/ 23 w 40"/>
                <a:gd name="T39" fmla="*/ 22 h 57"/>
                <a:gd name="T40" fmla="*/ 23 w 40"/>
                <a:gd name="T41" fmla="*/ 22 h 57"/>
                <a:gd name="T42" fmla="*/ 7 w 40"/>
                <a:gd name="T43" fmla="*/ 43 h 57"/>
                <a:gd name="T44" fmla="*/ 7 w 40"/>
                <a:gd name="T45" fmla="*/ 43 h 57"/>
                <a:gd name="T46" fmla="*/ 10 w 40"/>
                <a:gd name="T47" fmla="*/ 54 h 57"/>
                <a:gd name="T48" fmla="*/ 10 w 40"/>
                <a:gd name="T49" fmla="*/ 54 h 57"/>
                <a:gd name="T50" fmla="*/ 11 w 40"/>
                <a:gd name="T51" fmla="*/ 56 h 57"/>
                <a:gd name="T52" fmla="*/ 9 w 40"/>
                <a:gd name="T53" fmla="*/ 57 h 57"/>
                <a:gd name="T54" fmla="*/ 4 w 40"/>
                <a:gd name="T55" fmla="*/ 57 h 57"/>
                <a:gd name="T56" fmla="*/ 4 w 40"/>
                <a:gd name="T57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0" h="57">
                  <a:moveTo>
                    <a:pt x="4" y="55"/>
                  </a:moveTo>
                  <a:cubicBezTo>
                    <a:pt x="4" y="54"/>
                    <a:pt x="2" y="47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" y="28"/>
                    <a:pt x="30" y="6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8" y="8"/>
                    <a:pt x="31" y="14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6" y="29"/>
                    <a:pt x="9" y="38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5"/>
                    <a:pt x="10" y="51"/>
                    <a:pt x="10" y="54"/>
                  </a:cubicBezTo>
                  <a:cubicBezTo>
                    <a:pt x="10" y="54"/>
                    <a:pt x="10" y="54"/>
                    <a:pt x="10" y="54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4" y="55"/>
                    <a:pt x="4" y="55"/>
                    <a:pt x="4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" name="Freeform 1326"/>
            <p:cNvSpPr/>
            <p:nvPr>
              <p:custDataLst>
                <p:tags r:id="rId99"/>
              </p:custDataLst>
            </p:nvPr>
          </p:nvSpPr>
          <p:spPr bwMode="auto">
            <a:xfrm>
              <a:off x="7448551" y="7813676"/>
              <a:ext cx="17463" cy="26988"/>
            </a:xfrm>
            <a:custGeom>
              <a:avLst/>
              <a:gdLst>
                <a:gd name="T0" fmla="*/ 11 w 11"/>
                <a:gd name="T1" fmla="*/ 0 h 17"/>
                <a:gd name="T2" fmla="*/ 8 w 11"/>
                <a:gd name="T3" fmla="*/ 17 h 17"/>
                <a:gd name="T4" fmla="*/ 5 w 11"/>
                <a:gd name="T5" fmla="*/ 16 h 17"/>
                <a:gd name="T6" fmla="*/ 6 w 11"/>
                <a:gd name="T7" fmla="*/ 8 h 17"/>
                <a:gd name="T8" fmla="*/ 2 w 11"/>
                <a:gd name="T9" fmla="*/ 11 h 17"/>
                <a:gd name="T10" fmla="*/ 0 w 11"/>
                <a:gd name="T11" fmla="*/ 9 h 17"/>
                <a:gd name="T12" fmla="*/ 11 w 11"/>
                <a:gd name="T13" fmla="*/ 0 h 17"/>
                <a:gd name="T14" fmla="*/ 11 w 11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lnTo>
                    <a:pt x="8" y="17"/>
                  </a:lnTo>
                  <a:lnTo>
                    <a:pt x="5" y="16"/>
                  </a:lnTo>
                  <a:lnTo>
                    <a:pt x="6" y="8"/>
                  </a:lnTo>
                  <a:lnTo>
                    <a:pt x="2" y="11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1327"/>
            <p:cNvSpPr/>
            <p:nvPr>
              <p:custDataLst>
                <p:tags r:id="rId100"/>
              </p:custDataLst>
            </p:nvPr>
          </p:nvSpPr>
          <p:spPr bwMode="auto">
            <a:xfrm>
              <a:off x="7443789" y="7805738"/>
              <a:ext cx="26988" cy="38100"/>
            </a:xfrm>
            <a:custGeom>
              <a:avLst/>
              <a:gdLst>
                <a:gd name="T0" fmla="*/ 4 w 17"/>
                <a:gd name="T1" fmla="*/ 23 h 24"/>
                <a:gd name="T2" fmla="*/ 5 w 17"/>
                <a:gd name="T3" fmla="*/ 21 h 24"/>
                <a:gd name="T4" fmla="*/ 5 w 17"/>
                <a:gd name="T5" fmla="*/ 19 h 24"/>
                <a:gd name="T6" fmla="*/ 4 w 17"/>
                <a:gd name="T7" fmla="*/ 20 h 24"/>
                <a:gd name="T8" fmla="*/ 0 w 17"/>
                <a:gd name="T9" fmla="*/ 14 h 24"/>
                <a:gd name="T10" fmla="*/ 12 w 17"/>
                <a:gd name="T11" fmla="*/ 4 h 24"/>
                <a:gd name="T12" fmla="*/ 17 w 17"/>
                <a:gd name="T13" fmla="*/ 0 h 24"/>
                <a:gd name="T14" fmla="*/ 12 w 17"/>
                <a:gd name="T15" fmla="*/ 24 h 24"/>
                <a:gd name="T16" fmla="*/ 4 w 17"/>
                <a:gd name="T17" fmla="*/ 23 h 24"/>
                <a:gd name="T18" fmla="*/ 4 w 17"/>
                <a:gd name="T1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4">
                  <a:moveTo>
                    <a:pt x="4" y="23"/>
                  </a:moveTo>
                  <a:lnTo>
                    <a:pt x="5" y="21"/>
                  </a:lnTo>
                  <a:lnTo>
                    <a:pt x="5" y="19"/>
                  </a:lnTo>
                  <a:lnTo>
                    <a:pt x="4" y="20"/>
                  </a:lnTo>
                  <a:lnTo>
                    <a:pt x="0" y="14"/>
                  </a:lnTo>
                  <a:lnTo>
                    <a:pt x="12" y="4"/>
                  </a:lnTo>
                  <a:lnTo>
                    <a:pt x="17" y="0"/>
                  </a:lnTo>
                  <a:lnTo>
                    <a:pt x="12" y="24"/>
                  </a:lnTo>
                  <a:lnTo>
                    <a:pt x="4" y="23"/>
                  </a:lnTo>
                  <a:lnTo>
                    <a:pt x="4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8" name="Freeform 1328"/>
            <p:cNvSpPr>
              <a:spLocks noEditPoints="1"/>
            </p:cNvSpPr>
            <p:nvPr>
              <p:custDataLst>
                <p:tags r:id="rId101"/>
              </p:custDataLst>
            </p:nvPr>
          </p:nvSpPr>
          <p:spPr bwMode="auto">
            <a:xfrm>
              <a:off x="7448551" y="7534276"/>
              <a:ext cx="209550" cy="207963"/>
            </a:xfrm>
            <a:custGeom>
              <a:avLst/>
              <a:gdLst>
                <a:gd name="T0" fmla="*/ 72 w 120"/>
                <a:gd name="T1" fmla="*/ 6 h 120"/>
                <a:gd name="T2" fmla="*/ 113 w 120"/>
                <a:gd name="T3" fmla="*/ 72 h 120"/>
                <a:gd name="T4" fmla="*/ 113 w 120"/>
                <a:gd name="T5" fmla="*/ 72 h 120"/>
                <a:gd name="T6" fmla="*/ 48 w 120"/>
                <a:gd name="T7" fmla="*/ 113 h 120"/>
                <a:gd name="T8" fmla="*/ 48 w 120"/>
                <a:gd name="T9" fmla="*/ 113 h 120"/>
                <a:gd name="T10" fmla="*/ 6 w 120"/>
                <a:gd name="T11" fmla="*/ 48 h 120"/>
                <a:gd name="T12" fmla="*/ 6 w 120"/>
                <a:gd name="T13" fmla="*/ 48 h 120"/>
                <a:gd name="T14" fmla="*/ 72 w 120"/>
                <a:gd name="T15" fmla="*/ 6 h 120"/>
                <a:gd name="T16" fmla="*/ 71 w 120"/>
                <a:gd name="T17" fmla="*/ 9 h 120"/>
                <a:gd name="T18" fmla="*/ 9 w 120"/>
                <a:gd name="T19" fmla="*/ 48 h 120"/>
                <a:gd name="T20" fmla="*/ 9 w 120"/>
                <a:gd name="T21" fmla="*/ 48 h 120"/>
                <a:gd name="T22" fmla="*/ 49 w 120"/>
                <a:gd name="T23" fmla="*/ 111 h 120"/>
                <a:gd name="T24" fmla="*/ 49 w 120"/>
                <a:gd name="T25" fmla="*/ 111 h 120"/>
                <a:gd name="T26" fmla="*/ 111 w 120"/>
                <a:gd name="T27" fmla="*/ 71 h 120"/>
                <a:gd name="T28" fmla="*/ 111 w 120"/>
                <a:gd name="T29" fmla="*/ 71 h 120"/>
                <a:gd name="T30" fmla="*/ 71 w 120"/>
                <a:gd name="T31" fmla="*/ 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0" h="120">
                  <a:moveTo>
                    <a:pt x="72" y="6"/>
                  </a:moveTo>
                  <a:cubicBezTo>
                    <a:pt x="101" y="13"/>
                    <a:pt x="120" y="42"/>
                    <a:pt x="11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07" y="101"/>
                    <a:pt x="77" y="120"/>
                    <a:pt x="48" y="113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18" y="107"/>
                    <a:pt x="0" y="77"/>
                    <a:pt x="6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13" y="18"/>
                    <a:pt x="42" y="0"/>
                    <a:pt x="72" y="6"/>
                  </a:cubicBezTo>
                  <a:close/>
                  <a:moveTo>
                    <a:pt x="71" y="9"/>
                  </a:moveTo>
                  <a:cubicBezTo>
                    <a:pt x="43" y="3"/>
                    <a:pt x="15" y="20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3" y="77"/>
                    <a:pt x="20" y="104"/>
                    <a:pt x="49" y="111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77" y="117"/>
                    <a:pt x="104" y="99"/>
                    <a:pt x="111" y="71"/>
                  </a:cubicBezTo>
                  <a:cubicBezTo>
                    <a:pt x="111" y="71"/>
                    <a:pt x="111" y="71"/>
                    <a:pt x="111" y="71"/>
                  </a:cubicBezTo>
                  <a:cubicBezTo>
                    <a:pt x="117" y="43"/>
                    <a:pt x="99" y="15"/>
                    <a:pt x="71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9" name="Freeform 1329"/>
            <p:cNvSpPr>
              <a:spLocks noEditPoints="1"/>
            </p:cNvSpPr>
            <p:nvPr>
              <p:custDataLst>
                <p:tags r:id="rId102"/>
              </p:custDataLst>
            </p:nvPr>
          </p:nvSpPr>
          <p:spPr bwMode="auto">
            <a:xfrm>
              <a:off x="7453314" y="7539038"/>
              <a:ext cx="200025" cy="198438"/>
            </a:xfrm>
            <a:custGeom>
              <a:avLst/>
              <a:gdLst>
                <a:gd name="T0" fmla="*/ 44 w 114"/>
                <a:gd name="T1" fmla="*/ 112 h 114"/>
                <a:gd name="T2" fmla="*/ 0 w 114"/>
                <a:gd name="T3" fmla="*/ 57 h 114"/>
                <a:gd name="T4" fmla="*/ 0 w 114"/>
                <a:gd name="T5" fmla="*/ 57 h 114"/>
                <a:gd name="T6" fmla="*/ 1 w 114"/>
                <a:gd name="T7" fmla="*/ 44 h 114"/>
                <a:gd name="T8" fmla="*/ 1 w 114"/>
                <a:gd name="T9" fmla="*/ 44 h 114"/>
                <a:gd name="T10" fmla="*/ 57 w 114"/>
                <a:gd name="T11" fmla="*/ 0 h 114"/>
                <a:gd name="T12" fmla="*/ 57 w 114"/>
                <a:gd name="T13" fmla="*/ 0 h 114"/>
                <a:gd name="T14" fmla="*/ 69 w 114"/>
                <a:gd name="T15" fmla="*/ 1 h 114"/>
                <a:gd name="T16" fmla="*/ 69 w 114"/>
                <a:gd name="T17" fmla="*/ 1 h 114"/>
                <a:gd name="T18" fmla="*/ 69 w 114"/>
                <a:gd name="T19" fmla="*/ 3 h 114"/>
                <a:gd name="T20" fmla="*/ 69 w 114"/>
                <a:gd name="T21" fmla="*/ 4 h 114"/>
                <a:gd name="T22" fmla="*/ 69 w 114"/>
                <a:gd name="T23" fmla="*/ 3 h 114"/>
                <a:gd name="T24" fmla="*/ 69 w 114"/>
                <a:gd name="T25" fmla="*/ 1 h 114"/>
                <a:gd name="T26" fmla="*/ 114 w 114"/>
                <a:gd name="T27" fmla="*/ 57 h 114"/>
                <a:gd name="T28" fmla="*/ 114 w 114"/>
                <a:gd name="T29" fmla="*/ 57 h 114"/>
                <a:gd name="T30" fmla="*/ 112 w 114"/>
                <a:gd name="T31" fmla="*/ 69 h 114"/>
                <a:gd name="T32" fmla="*/ 112 w 114"/>
                <a:gd name="T33" fmla="*/ 69 h 114"/>
                <a:gd name="T34" fmla="*/ 57 w 114"/>
                <a:gd name="T35" fmla="*/ 114 h 114"/>
                <a:gd name="T36" fmla="*/ 57 w 114"/>
                <a:gd name="T37" fmla="*/ 114 h 114"/>
                <a:gd name="T38" fmla="*/ 44 w 114"/>
                <a:gd name="T39" fmla="*/ 112 h 114"/>
                <a:gd name="T40" fmla="*/ 8 w 114"/>
                <a:gd name="T41" fmla="*/ 46 h 114"/>
                <a:gd name="T42" fmla="*/ 7 w 114"/>
                <a:gd name="T43" fmla="*/ 57 h 114"/>
                <a:gd name="T44" fmla="*/ 7 w 114"/>
                <a:gd name="T45" fmla="*/ 57 h 114"/>
                <a:gd name="T46" fmla="*/ 46 w 114"/>
                <a:gd name="T47" fmla="*/ 106 h 114"/>
                <a:gd name="T48" fmla="*/ 46 w 114"/>
                <a:gd name="T49" fmla="*/ 106 h 114"/>
                <a:gd name="T50" fmla="*/ 57 w 114"/>
                <a:gd name="T51" fmla="*/ 107 h 114"/>
                <a:gd name="T52" fmla="*/ 57 w 114"/>
                <a:gd name="T53" fmla="*/ 107 h 114"/>
                <a:gd name="T54" fmla="*/ 106 w 114"/>
                <a:gd name="T55" fmla="*/ 68 h 114"/>
                <a:gd name="T56" fmla="*/ 106 w 114"/>
                <a:gd name="T57" fmla="*/ 68 h 114"/>
                <a:gd name="T58" fmla="*/ 107 w 114"/>
                <a:gd name="T59" fmla="*/ 57 h 114"/>
                <a:gd name="T60" fmla="*/ 107 w 114"/>
                <a:gd name="T61" fmla="*/ 57 h 114"/>
                <a:gd name="T62" fmla="*/ 68 w 114"/>
                <a:gd name="T63" fmla="*/ 8 h 114"/>
                <a:gd name="T64" fmla="*/ 68 w 114"/>
                <a:gd name="T65" fmla="*/ 8 h 114"/>
                <a:gd name="T66" fmla="*/ 68 w 114"/>
                <a:gd name="T67" fmla="*/ 8 h 114"/>
                <a:gd name="T68" fmla="*/ 57 w 114"/>
                <a:gd name="T69" fmla="*/ 7 h 114"/>
                <a:gd name="T70" fmla="*/ 57 w 114"/>
                <a:gd name="T71" fmla="*/ 7 h 114"/>
                <a:gd name="T72" fmla="*/ 8 w 114"/>
                <a:gd name="T73" fmla="*/ 46 h 114"/>
                <a:gd name="T74" fmla="*/ 68 w 114"/>
                <a:gd name="T75" fmla="*/ 6 h 114"/>
                <a:gd name="T76" fmla="*/ 68 w 114"/>
                <a:gd name="T77" fmla="*/ 5 h 114"/>
                <a:gd name="T78" fmla="*/ 68 w 114"/>
                <a:gd name="T79" fmla="*/ 5 h 114"/>
                <a:gd name="T80" fmla="*/ 68 w 114"/>
                <a:gd name="T81" fmla="*/ 5 h 114"/>
                <a:gd name="T82" fmla="*/ 68 w 114"/>
                <a:gd name="T83" fmla="*/ 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4" h="114">
                  <a:moveTo>
                    <a:pt x="44" y="112"/>
                  </a:moveTo>
                  <a:cubicBezTo>
                    <a:pt x="18" y="106"/>
                    <a:pt x="0" y="83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3"/>
                    <a:pt x="0" y="49"/>
                    <a:pt x="1" y="4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7" y="18"/>
                    <a:pt x="31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1" y="0"/>
                    <a:pt x="65" y="0"/>
                    <a:pt x="69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96" y="7"/>
                    <a:pt x="114" y="31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61"/>
                    <a:pt x="113" y="65"/>
                    <a:pt x="112" y="69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06" y="96"/>
                    <a:pt x="83" y="114"/>
                    <a:pt x="57" y="114"/>
                  </a:cubicBezTo>
                  <a:cubicBezTo>
                    <a:pt x="57" y="114"/>
                    <a:pt x="57" y="114"/>
                    <a:pt x="57" y="114"/>
                  </a:cubicBezTo>
                  <a:cubicBezTo>
                    <a:pt x="53" y="114"/>
                    <a:pt x="49" y="113"/>
                    <a:pt x="44" y="112"/>
                  </a:cubicBezTo>
                  <a:close/>
                  <a:moveTo>
                    <a:pt x="8" y="46"/>
                  </a:moveTo>
                  <a:cubicBezTo>
                    <a:pt x="7" y="49"/>
                    <a:pt x="7" y="53"/>
                    <a:pt x="7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80"/>
                    <a:pt x="23" y="100"/>
                    <a:pt x="46" y="106"/>
                  </a:cubicBezTo>
                  <a:cubicBezTo>
                    <a:pt x="46" y="106"/>
                    <a:pt x="46" y="106"/>
                    <a:pt x="46" y="106"/>
                  </a:cubicBezTo>
                  <a:cubicBezTo>
                    <a:pt x="50" y="106"/>
                    <a:pt x="53" y="107"/>
                    <a:pt x="57" y="107"/>
                  </a:cubicBezTo>
                  <a:cubicBezTo>
                    <a:pt x="57" y="107"/>
                    <a:pt x="57" y="107"/>
                    <a:pt x="57" y="107"/>
                  </a:cubicBezTo>
                  <a:cubicBezTo>
                    <a:pt x="80" y="107"/>
                    <a:pt x="101" y="91"/>
                    <a:pt x="106" y="6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7" y="64"/>
                    <a:pt x="107" y="60"/>
                    <a:pt x="107" y="57"/>
                  </a:cubicBezTo>
                  <a:cubicBezTo>
                    <a:pt x="107" y="57"/>
                    <a:pt x="107" y="57"/>
                    <a:pt x="107" y="57"/>
                  </a:cubicBezTo>
                  <a:cubicBezTo>
                    <a:pt x="107" y="34"/>
                    <a:pt x="91" y="13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4" y="7"/>
                    <a:pt x="60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34" y="7"/>
                    <a:pt x="13" y="22"/>
                    <a:pt x="8" y="46"/>
                  </a:cubicBezTo>
                  <a:close/>
                  <a:moveTo>
                    <a:pt x="68" y="6"/>
                  </a:move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6"/>
                    <a:pt x="68" y="6"/>
                    <a:pt x="6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0" name="Freeform 1330"/>
            <p:cNvSpPr/>
            <p:nvPr>
              <p:custDataLst>
                <p:tags r:id="rId103"/>
              </p:custDataLst>
            </p:nvPr>
          </p:nvSpPr>
          <p:spPr bwMode="auto">
            <a:xfrm>
              <a:off x="7461251" y="7540626"/>
              <a:ext cx="158750" cy="90488"/>
            </a:xfrm>
            <a:custGeom>
              <a:avLst/>
              <a:gdLst>
                <a:gd name="T0" fmla="*/ 1 w 91"/>
                <a:gd name="T1" fmla="*/ 52 h 52"/>
                <a:gd name="T2" fmla="*/ 14 w 91"/>
                <a:gd name="T3" fmla="*/ 34 h 52"/>
                <a:gd name="T4" fmla="*/ 19 w 91"/>
                <a:gd name="T5" fmla="*/ 15 h 52"/>
                <a:gd name="T6" fmla="*/ 56 w 91"/>
                <a:gd name="T7" fmla="*/ 23 h 52"/>
                <a:gd name="T8" fmla="*/ 91 w 91"/>
                <a:gd name="T9" fmla="*/ 19 h 52"/>
                <a:gd name="T10" fmla="*/ 54 w 91"/>
                <a:gd name="T11" fmla="*/ 2 h 52"/>
                <a:gd name="T12" fmla="*/ 21 w 91"/>
                <a:gd name="T13" fmla="*/ 13 h 52"/>
                <a:gd name="T14" fmla="*/ 2 w 91"/>
                <a:gd name="T15" fmla="*/ 39 h 52"/>
                <a:gd name="T16" fmla="*/ 1 w 91"/>
                <a:gd name="T1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52">
                  <a:moveTo>
                    <a:pt x="1" y="52"/>
                  </a:moveTo>
                  <a:cubicBezTo>
                    <a:pt x="1" y="52"/>
                    <a:pt x="10" y="44"/>
                    <a:pt x="14" y="34"/>
                  </a:cubicBezTo>
                  <a:cubicBezTo>
                    <a:pt x="18" y="24"/>
                    <a:pt x="19" y="15"/>
                    <a:pt x="19" y="15"/>
                  </a:cubicBezTo>
                  <a:cubicBezTo>
                    <a:pt x="19" y="15"/>
                    <a:pt x="46" y="21"/>
                    <a:pt x="56" y="23"/>
                  </a:cubicBezTo>
                  <a:cubicBezTo>
                    <a:pt x="65" y="25"/>
                    <a:pt x="91" y="19"/>
                    <a:pt x="91" y="19"/>
                  </a:cubicBezTo>
                  <a:cubicBezTo>
                    <a:pt x="91" y="19"/>
                    <a:pt x="69" y="0"/>
                    <a:pt x="54" y="2"/>
                  </a:cubicBezTo>
                  <a:cubicBezTo>
                    <a:pt x="38" y="4"/>
                    <a:pt x="21" y="13"/>
                    <a:pt x="21" y="13"/>
                  </a:cubicBezTo>
                  <a:cubicBezTo>
                    <a:pt x="21" y="13"/>
                    <a:pt x="4" y="30"/>
                    <a:pt x="2" y="39"/>
                  </a:cubicBezTo>
                  <a:cubicBezTo>
                    <a:pt x="0" y="49"/>
                    <a:pt x="1" y="52"/>
                    <a:pt x="1" y="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1" name="Freeform 1331"/>
            <p:cNvSpPr>
              <a:spLocks noEditPoints="1"/>
            </p:cNvSpPr>
            <p:nvPr>
              <p:custDataLst>
                <p:tags r:id="rId104"/>
              </p:custDataLst>
            </p:nvPr>
          </p:nvSpPr>
          <p:spPr bwMode="auto">
            <a:xfrm>
              <a:off x="7459664" y="7540626"/>
              <a:ext cx="168275" cy="92075"/>
            </a:xfrm>
            <a:custGeom>
              <a:avLst/>
              <a:gdLst>
                <a:gd name="T0" fmla="*/ 2 w 97"/>
                <a:gd name="T1" fmla="*/ 52 h 53"/>
                <a:gd name="T2" fmla="*/ 1 w 97"/>
                <a:gd name="T3" fmla="*/ 53 h 53"/>
                <a:gd name="T4" fmla="*/ 0 w 97"/>
                <a:gd name="T5" fmla="*/ 48 h 53"/>
                <a:gd name="T6" fmla="*/ 0 w 97"/>
                <a:gd name="T7" fmla="*/ 48 h 53"/>
                <a:gd name="T8" fmla="*/ 1 w 97"/>
                <a:gd name="T9" fmla="*/ 39 h 53"/>
                <a:gd name="T10" fmla="*/ 1 w 97"/>
                <a:gd name="T11" fmla="*/ 39 h 53"/>
                <a:gd name="T12" fmla="*/ 18 w 97"/>
                <a:gd name="T13" fmla="*/ 14 h 53"/>
                <a:gd name="T14" fmla="*/ 18 w 97"/>
                <a:gd name="T15" fmla="*/ 14 h 53"/>
                <a:gd name="T16" fmla="*/ 18 w 97"/>
                <a:gd name="T17" fmla="*/ 12 h 53"/>
                <a:gd name="T18" fmla="*/ 19 w 97"/>
                <a:gd name="T19" fmla="*/ 13 h 53"/>
                <a:gd name="T20" fmla="*/ 20 w 97"/>
                <a:gd name="T21" fmla="*/ 12 h 53"/>
                <a:gd name="T22" fmla="*/ 20 w 97"/>
                <a:gd name="T23" fmla="*/ 12 h 53"/>
                <a:gd name="T24" fmla="*/ 21 w 97"/>
                <a:gd name="T25" fmla="*/ 11 h 53"/>
                <a:gd name="T26" fmla="*/ 21 w 97"/>
                <a:gd name="T27" fmla="*/ 11 h 53"/>
                <a:gd name="T28" fmla="*/ 54 w 97"/>
                <a:gd name="T29" fmla="*/ 0 h 53"/>
                <a:gd name="T30" fmla="*/ 54 w 97"/>
                <a:gd name="T31" fmla="*/ 0 h 53"/>
                <a:gd name="T32" fmla="*/ 57 w 97"/>
                <a:gd name="T33" fmla="*/ 0 h 53"/>
                <a:gd name="T34" fmla="*/ 57 w 97"/>
                <a:gd name="T35" fmla="*/ 0 h 53"/>
                <a:gd name="T36" fmla="*/ 94 w 97"/>
                <a:gd name="T37" fmla="*/ 17 h 53"/>
                <a:gd name="T38" fmla="*/ 94 w 97"/>
                <a:gd name="T39" fmla="*/ 17 h 53"/>
                <a:gd name="T40" fmla="*/ 97 w 97"/>
                <a:gd name="T41" fmla="*/ 20 h 53"/>
                <a:gd name="T42" fmla="*/ 93 w 97"/>
                <a:gd name="T43" fmla="*/ 21 h 53"/>
                <a:gd name="T44" fmla="*/ 62 w 97"/>
                <a:gd name="T45" fmla="*/ 25 h 53"/>
                <a:gd name="T46" fmla="*/ 62 w 97"/>
                <a:gd name="T47" fmla="*/ 25 h 53"/>
                <a:gd name="T48" fmla="*/ 56 w 97"/>
                <a:gd name="T49" fmla="*/ 25 h 53"/>
                <a:gd name="T50" fmla="*/ 56 w 97"/>
                <a:gd name="T51" fmla="*/ 25 h 53"/>
                <a:gd name="T52" fmla="*/ 21 w 97"/>
                <a:gd name="T53" fmla="*/ 17 h 53"/>
                <a:gd name="T54" fmla="*/ 21 w 97"/>
                <a:gd name="T55" fmla="*/ 17 h 53"/>
                <a:gd name="T56" fmla="*/ 17 w 97"/>
                <a:gd name="T57" fmla="*/ 35 h 53"/>
                <a:gd name="T58" fmla="*/ 17 w 97"/>
                <a:gd name="T59" fmla="*/ 35 h 53"/>
                <a:gd name="T60" fmla="*/ 4 w 97"/>
                <a:gd name="T61" fmla="*/ 53 h 53"/>
                <a:gd name="T62" fmla="*/ 4 w 97"/>
                <a:gd name="T63" fmla="*/ 53 h 53"/>
                <a:gd name="T64" fmla="*/ 4 w 97"/>
                <a:gd name="T65" fmla="*/ 53 h 53"/>
                <a:gd name="T66" fmla="*/ 2 w 97"/>
                <a:gd name="T67" fmla="*/ 52 h 53"/>
                <a:gd name="T68" fmla="*/ 15 w 97"/>
                <a:gd name="T69" fmla="*/ 24 h 53"/>
                <a:gd name="T70" fmla="*/ 5 w 97"/>
                <a:gd name="T71" fmla="*/ 40 h 53"/>
                <a:gd name="T72" fmla="*/ 5 w 97"/>
                <a:gd name="T73" fmla="*/ 40 h 53"/>
                <a:gd name="T74" fmla="*/ 4 w 97"/>
                <a:gd name="T75" fmla="*/ 47 h 53"/>
                <a:gd name="T76" fmla="*/ 4 w 97"/>
                <a:gd name="T77" fmla="*/ 47 h 53"/>
                <a:gd name="T78" fmla="*/ 6 w 97"/>
                <a:gd name="T79" fmla="*/ 45 h 53"/>
                <a:gd name="T80" fmla="*/ 6 w 97"/>
                <a:gd name="T81" fmla="*/ 45 h 53"/>
                <a:gd name="T82" fmla="*/ 13 w 97"/>
                <a:gd name="T83" fmla="*/ 33 h 53"/>
                <a:gd name="T84" fmla="*/ 13 w 97"/>
                <a:gd name="T85" fmla="*/ 33 h 53"/>
                <a:gd name="T86" fmla="*/ 17 w 97"/>
                <a:gd name="T87" fmla="*/ 21 h 53"/>
                <a:gd name="T88" fmla="*/ 17 w 97"/>
                <a:gd name="T89" fmla="*/ 21 h 53"/>
                <a:gd name="T90" fmla="*/ 15 w 97"/>
                <a:gd name="T91" fmla="*/ 24 h 53"/>
                <a:gd name="T92" fmla="*/ 57 w 97"/>
                <a:gd name="T93" fmla="*/ 21 h 53"/>
                <a:gd name="T94" fmla="*/ 62 w 97"/>
                <a:gd name="T95" fmla="*/ 21 h 53"/>
                <a:gd name="T96" fmla="*/ 62 w 97"/>
                <a:gd name="T97" fmla="*/ 21 h 53"/>
                <a:gd name="T98" fmla="*/ 88 w 97"/>
                <a:gd name="T99" fmla="*/ 18 h 53"/>
                <a:gd name="T100" fmla="*/ 88 w 97"/>
                <a:gd name="T101" fmla="*/ 18 h 53"/>
                <a:gd name="T102" fmla="*/ 79 w 97"/>
                <a:gd name="T103" fmla="*/ 12 h 53"/>
                <a:gd name="T104" fmla="*/ 79 w 97"/>
                <a:gd name="T105" fmla="*/ 12 h 53"/>
                <a:gd name="T106" fmla="*/ 57 w 97"/>
                <a:gd name="T107" fmla="*/ 4 h 53"/>
                <a:gd name="T108" fmla="*/ 57 w 97"/>
                <a:gd name="T109" fmla="*/ 4 h 53"/>
                <a:gd name="T110" fmla="*/ 55 w 97"/>
                <a:gd name="T111" fmla="*/ 4 h 53"/>
                <a:gd name="T112" fmla="*/ 55 w 97"/>
                <a:gd name="T113" fmla="*/ 4 h 53"/>
                <a:gd name="T114" fmla="*/ 25 w 97"/>
                <a:gd name="T115" fmla="*/ 14 h 53"/>
                <a:gd name="T116" fmla="*/ 25 w 97"/>
                <a:gd name="T117" fmla="*/ 14 h 53"/>
                <a:gd name="T118" fmla="*/ 57 w 97"/>
                <a:gd name="T119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7" h="53">
                  <a:moveTo>
                    <a:pt x="2" y="52"/>
                  </a:moveTo>
                  <a:cubicBezTo>
                    <a:pt x="1" y="53"/>
                    <a:pt x="1" y="53"/>
                    <a:pt x="1" y="53"/>
                  </a:cubicBezTo>
                  <a:cubicBezTo>
                    <a:pt x="0" y="52"/>
                    <a:pt x="0" y="51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6"/>
                    <a:pt x="0" y="43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3" y="31"/>
                    <a:pt x="13" y="20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38" y="2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4" y="0"/>
                    <a:pt x="93" y="17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93" y="21"/>
                    <a:pt x="74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0" y="25"/>
                    <a:pt x="58" y="25"/>
                    <a:pt x="56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49" y="23"/>
                    <a:pt x="28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21"/>
                    <a:pt x="20" y="28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3" y="45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2" y="52"/>
                    <a:pt x="2" y="52"/>
                    <a:pt x="2" y="52"/>
                  </a:cubicBezTo>
                  <a:close/>
                  <a:moveTo>
                    <a:pt x="15" y="24"/>
                  </a:moveTo>
                  <a:cubicBezTo>
                    <a:pt x="10" y="29"/>
                    <a:pt x="6" y="36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43"/>
                    <a:pt x="4" y="46"/>
                    <a:pt x="4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7"/>
                    <a:pt x="5" y="46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8" y="42"/>
                    <a:pt x="12" y="38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5" y="29"/>
                    <a:pt x="16" y="25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2"/>
                    <a:pt x="15" y="23"/>
                    <a:pt x="15" y="24"/>
                  </a:cubicBezTo>
                  <a:close/>
                  <a:moveTo>
                    <a:pt x="57" y="21"/>
                  </a:moveTo>
                  <a:cubicBezTo>
                    <a:pt x="58" y="21"/>
                    <a:pt x="60" y="21"/>
                    <a:pt x="62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70" y="21"/>
                    <a:pt x="81" y="19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6" y="16"/>
                    <a:pt x="83" y="14"/>
                    <a:pt x="79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3" y="8"/>
                    <a:pt x="64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6" y="4"/>
                    <a:pt x="56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3" y="6"/>
                    <a:pt x="30" y="11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33" y="15"/>
                    <a:pt x="50" y="19"/>
                    <a:pt x="5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2" name="Freeform 1332"/>
            <p:cNvSpPr>
              <a:spLocks noEditPoints="1"/>
            </p:cNvSpPr>
            <p:nvPr>
              <p:custDataLst>
                <p:tags r:id="rId105"/>
              </p:custDataLst>
            </p:nvPr>
          </p:nvSpPr>
          <p:spPr bwMode="auto">
            <a:xfrm>
              <a:off x="7458076" y="7542213"/>
              <a:ext cx="166688" cy="92075"/>
            </a:xfrm>
            <a:custGeom>
              <a:avLst/>
              <a:gdLst>
                <a:gd name="T0" fmla="*/ 19 w 96"/>
                <a:gd name="T1" fmla="*/ 14 h 53"/>
                <a:gd name="T2" fmla="*/ 19 w 96"/>
                <a:gd name="T3" fmla="*/ 14 h 53"/>
                <a:gd name="T4" fmla="*/ 19 w 96"/>
                <a:gd name="T5" fmla="*/ 14 h 53"/>
                <a:gd name="T6" fmla="*/ 19 w 96"/>
                <a:gd name="T7" fmla="*/ 12 h 53"/>
                <a:gd name="T8" fmla="*/ 21 w 96"/>
                <a:gd name="T9" fmla="*/ 12 h 53"/>
                <a:gd name="T10" fmla="*/ 22 w 96"/>
                <a:gd name="T11" fmla="*/ 11 h 53"/>
                <a:gd name="T12" fmla="*/ 22 w 96"/>
                <a:gd name="T13" fmla="*/ 11 h 53"/>
                <a:gd name="T14" fmla="*/ 22 w 96"/>
                <a:gd name="T15" fmla="*/ 11 h 53"/>
                <a:gd name="T16" fmla="*/ 22 w 96"/>
                <a:gd name="T17" fmla="*/ 11 h 53"/>
                <a:gd name="T18" fmla="*/ 55 w 96"/>
                <a:gd name="T19" fmla="*/ 0 h 53"/>
                <a:gd name="T20" fmla="*/ 55 w 96"/>
                <a:gd name="T21" fmla="*/ 0 h 53"/>
                <a:gd name="T22" fmla="*/ 64 w 96"/>
                <a:gd name="T23" fmla="*/ 0 h 53"/>
                <a:gd name="T24" fmla="*/ 64 w 96"/>
                <a:gd name="T25" fmla="*/ 0 h 53"/>
                <a:gd name="T26" fmla="*/ 94 w 96"/>
                <a:gd name="T27" fmla="*/ 17 h 53"/>
                <a:gd name="T28" fmla="*/ 94 w 96"/>
                <a:gd name="T29" fmla="*/ 17 h 53"/>
                <a:gd name="T30" fmla="*/ 96 w 96"/>
                <a:gd name="T31" fmla="*/ 18 h 53"/>
                <a:gd name="T32" fmla="*/ 94 w 96"/>
                <a:gd name="T33" fmla="*/ 19 h 53"/>
                <a:gd name="T34" fmla="*/ 58 w 96"/>
                <a:gd name="T35" fmla="*/ 23 h 53"/>
                <a:gd name="T36" fmla="*/ 58 w 96"/>
                <a:gd name="T37" fmla="*/ 23 h 53"/>
                <a:gd name="T38" fmla="*/ 22 w 96"/>
                <a:gd name="T39" fmla="*/ 15 h 53"/>
                <a:gd name="T40" fmla="*/ 22 w 96"/>
                <a:gd name="T41" fmla="*/ 15 h 53"/>
                <a:gd name="T42" fmla="*/ 21 w 96"/>
                <a:gd name="T43" fmla="*/ 24 h 53"/>
                <a:gd name="T44" fmla="*/ 21 w 96"/>
                <a:gd name="T45" fmla="*/ 24 h 53"/>
                <a:gd name="T46" fmla="*/ 18 w 96"/>
                <a:gd name="T47" fmla="*/ 33 h 53"/>
                <a:gd name="T48" fmla="*/ 18 w 96"/>
                <a:gd name="T49" fmla="*/ 33 h 53"/>
                <a:gd name="T50" fmla="*/ 4 w 96"/>
                <a:gd name="T51" fmla="*/ 52 h 53"/>
                <a:gd name="T52" fmla="*/ 4 w 96"/>
                <a:gd name="T53" fmla="*/ 52 h 53"/>
                <a:gd name="T54" fmla="*/ 3 w 96"/>
                <a:gd name="T55" fmla="*/ 51 h 53"/>
                <a:gd name="T56" fmla="*/ 4 w 96"/>
                <a:gd name="T57" fmla="*/ 52 h 53"/>
                <a:gd name="T58" fmla="*/ 3 w 96"/>
                <a:gd name="T59" fmla="*/ 53 h 53"/>
                <a:gd name="T60" fmla="*/ 2 w 96"/>
                <a:gd name="T61" fmla="*/ 51 h 53"/>
                <a:gd name="T62" fmla="*/ 3 w 96"/>
                <a:gd name="T63" fmla="*/ 38 h 53"/>
                <a:gd name="T64" fmla="*/ 3 w 96"/>
                <a:gd name="T65" fmla="*/ 38 h 53"/>
                <a:gd name="T66" fmla="*/ 3 w 96"/>
                <a:gd name="T67" fmla="*/ 38 h 53"/>
                <a:gd name="T68" fmla="*/ 3 w 96"/>
                <a:gd name="T69" fmla="*/ 38 h 53"/>
                <a:gd name="T70" fmla="*/ 19 w 96"/>
                <a:gd name="T71" fmla="*/ 14 h 53"/>
                <a:gd name="T72" fmla="*/ 15 w 96"/>
                <a:gd name="T73" fmla="*/ 22 h 53"/>
                <a:gd name="T74" fmla="*/ 5 w 96"/>
                <a:gd name="T75" fmla="*/ 38 h 53"/>
                <a:gd name="T76" fmla="*/ 5 w 96"/>
                <a:gd name="T77" fmla="*/ 38 h 53"/>
                <a:gd name="T78" fmla="*/ 5 w 96"/>
                <a:gd name="T79" fmla="*/ 39 h 53"/>
                <a:gd name="T80" fmla="*/ 5 w 96"/>
                <a:gd name="T81" fmla="*/ 39 h 53"/>
                <a:gd name="T82" fmla="*/ 4 w 96"/>
                <a:gd name="T83" fmla="*/ 48 h 53"/>
                <a:gd name="T84" fmla="*/ 4 w 96"/>
                <a:gd name="T85" fmla="*/ 48 h 53"/>
                <a:gd name="T86" fmla="*/ 15 w 96"/>
                <a:gd name="T87" fmla="*/ 32 h 53"/>
                <a:gd name="T88" fmla="*/ 15 w 96"/>
                <a:gd name="T89" fmla="*/ 32 h 53"/>
                <a:gd name="T90" fmla="*/ 18 w 96"/>
                <a:gd name="T91" fmla="*/ 23 h 53"/>
                <a:gd name="T92" fmla="*/ 18 w 96"/>
                <a:gd name="T93" fmla="*/ 23 h 53"/>
                <a:gd name="T94" fmla="*/ 19 w 96"/>
                <a:gd name="T95" fmla="*/ 18 h 53"/>
                <a:gd name="T96" fmla="*/ 19 w 96"/>
                <a:gd name="T97" fmla="*/ 18 h 53"/>
                <a:gd name="T98" fmla="*/ 15 w 96"/>
                <a:gd name="T99" fmla="*/ 22 h 53"/>
                <a:gd name="T100" fmla="*/ 64 w 96"/>
                <a:gd name="T101" fmla="*/ 3 h 53"/>
                <a:gd name="T102" fmla="*/ 56 w 96"/>
                <a:gd name="T103" fmla="*/ 3 h 53"/>
                <a:gd name="T104" fmla="*/ 56 w 96"/>
                <a:gd name="T105" fmla="*/ 3 h 53"/>
                <a:gd name="T106" fmla="*/ 24 w 96"/>
                <a:gd name="T107" fmla="*/ 13 h 53"/>
                <a:gd name="T108" fmla="*/ 24 w 96"/>
                <a:gd name="T109" fmla="*/ 13 h 53"/>
                <a:gd name="T110" fmla="*/ 58 w 96"/>
                <a:gd name="T111" fmla="*/ 20 h 53"/>
                <a:gd name="T112" fmla="*/ 58 w 96"/>
                <a:gd name="T113" fmla="*/ 20 h 53"/>
                <a:gd name="T114" fmla="*/ 79 w 96"/>
                <a:gd name="T115" fmla="*/ 19 h 53"/>
                <a:gd name="T116" fmla="*/ 79 w 96"/>
                <a:gd name="T117" fmla="*/ 19 h 53"/>
                <a:gd name="T118" fmla="*/ 90 w 96"/>
                <a:gd name="T119" fmla="*/ 17 h 53"/>
                <a:gd name="T120" fmla="*/ 90 w 96"/>
                <a:gd name="T121" fmla="*/ 17 h 53"/>
                <a:gd name="T122" fmla="*/ 64 w 96"/>
                <a:gd name="T123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6" h="53">
                  <a:moveTo>
                    <a:pt x="19" y="14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40" y="2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6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9" y="4"/>
                    <a:pt x="94" y="16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6" y="18"/>
                    <a:pt x="96" y="18"/>
                    <a:pt x="96" y="18"/>
                  </a:cubicBezTo>
                  <a:cubicBezTo>
                    <a:pt x="94" y="19"/>
                    <a:pt x="94" y="19"/>
                    <a:pt x="94" y="19"/>
                  </a:cubicBezTo>
                  <a:cubicBezTo>
                    <a:pt x="93" y="19"/>
                    <a:pt x="68" y="25"/>
                    <a:pt x="58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49" y="21"/>
                    <a:pt x="28" y="17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7"/>
                    <a:pt x="21" y="20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7"/>
                    <a:pt x="19" y="30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3" y="44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2" y="51"/>
                    <a:pt x="0" y="4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0"/>
                    <a:pt x="14" y="19"/>
                    <a:pt x="19" y="14"/>
                  </a:cubicBezTo>
                  <a:close/>
                  <a:moveTo>
                    <a:pt x="15" y="22"/>
                  </a:moveTo>
                  <a:cubicBezTo>
                    <a:pt x="11" y="28"/>
                    <a:pt x="6" y="34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43"/>
                    <a:pt x="4" y="46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7" y="45"/>
                    <a:pt x="12" y="39"/>
                    <a:pt x="15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29"/>
                    <a:pt x="17" y="26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1"/>
                    <a:pt x="19" y="20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9"/>
                    <a:pt x="16" y="21"/>
                    <a:pt x="15" y="22"/>
                  </a:cubicBezTo>
                  <a:close/>
                  <a:moveTo>
                    <a:pt x="64" y="3"/>
                  </a:moveTo>
                  <a:cubicBezTo>
                    <a:pt x="61" y="2"/>
                    <a:pt x="58" y="2"/>
                    <a:pt x="56" y="3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42" y="4"/>
                    <a:pt x="27" y="12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1" y="14"/>
                    <a:pt x="50" y="19"/>
                    <a:pt x="58" y="20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62" y="21"/>
                    <a:pt x="71" y="20"/>
                    <a:pt x="79" y="19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83" y="18"/>
                    <a:pt x="88" y="17"/>
                    <a:pt x="90" y="17"/>
                  </a:cubicBezTo>
                  <a:cubicBezTo>
                    <a:pt x="90" y="17"/>
                    <a:pt x="90" y="17"/>
                    <a:pt x="90" y="17"/>
                  </a:cubicBezTo>
                  <a:cubicBezTo>
                    <a:pt x="85" y="13"/>
                    <a:pt x="74" y="5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1333"/>
            <p:cNvSpPr>
              <a:spLocks noEditPoints="1"/>
            </p:cNvSpPr>
            <p:nvPr>
              <p:custDataLst>
                <p:tags r:id="rId106"/>
              </p:custDataLst>
            </p:nvPr>
          </p:nvSpPr>
          <p:spPr bwMode="auto">
            <a:xfrm>
              <a:off x="7456489" y="7539038"/>
              <a:ext cx="176213" cy="101600"/>
            </a:xfrm>
            <a:custGeom>
              <a:avLst/>
              <a:gdLst>
                <a:gd name="T0" fmla="*/ 1 w 102"/>
                <a:gd name="T1" fmla="*/ 54 h 58"/>
                <a:gd name="T2" fmla="*/ 0 w 102"/>
                <a:gd name="T3" fmla="*/ 49 h 58"/>
                <a:gd name="T4" fmla="*/ 2 w 102"/>
                <a:gd name="T5" fmla="*/ 40 h 58"/>
                <a:gd name="T6" fmla="*/ 2 w 102"/>
                <a:gd name="T7" fmla="*/ 39 h 58"/>
                <a:gd name="T8" fmla="*/ 18 w 102"/>
                <a:gd name="T9" fmla="*/ 15 h 58"/>
                <a:gd name="T10" fmla="*/ 21 w 102"/>
                <a:gd name="T11" fmla="*/ 12 h 58"/>
                <a:gd name="T12" fmla="*/ 21 w 102"/>
                <a:gd name="T13" fmla="*/ 12 h 58"/>
                <a:gd name="T14" fmla="*/ 21 w 102"/>
                <a:gd name="T15" fmla="*/ 12 h 58"/>
                <a:gd name="T16" fmla="*/ 22 w 102"/>
                <a:gd name="T17" fmla="*/ 11 h 58"/>
                <a:gd name="T18" fmla="*/ 22 w 102"/>
                <a:gd name="T19" fmla="*/ 11 h 58"/>
                <a:gd name="T20" fmla="*/ 23 w 102"/>
                <a:gd name="T21" fmla="*/ 10 h 58"/>
                <a:gd name="T22" fmla="*/ 25 w 102"/>
                <a:gd name="T23" fmla="*/ 9 h 58"/>
                <a:gd name="T24" fmla="*/ 33 w 102"/>
                <a:gd name="T25" fmla="*/ 6 h 58"/>
                <a:gd name="T26" fmla="*/ 56 w 102"/>
                <a:gd name="T27" fmla="*/ 0 h 58"/>
                <a:gd name="T28" fmla="*/ 59 w 102"/>
                <a:gd name="T29" fmla="*/ 0 h 58"/>
                <a:gd name="T30" fmla="*/ 66 w 102"/>
                <a:gd name="T31" fmla="*/ 0 h 58"/>
                <a:gd name="T32" fmla="*/ 96 w 102"/>
                <a:gd name="T33" fmla="*/ 17 h 58"/>
                <a:gd name="T34" fmla="*/ 96 w 102"/>
                <a:gd name="T35" fmla="*/ 17 h 58"/>
                <a:gd name="T36" fmla="*/ 98 w 102"/>
                <a:gd name="T37" fmla="*/ 22 h 58"/>
                <a:gd name="T38" fmla="*/ 94 w 102"/>
                <a:gd name="T39" fmla="*/ 23 h 58"/>
                <a:gd name="T40" fmla="*/ 92 w 102"/>
                <a:gd name="T41" fmla="*/ 24 h 58"/>
                <a:gd name="T42" fmla="*/ 84 w 102"/>
                <a:gd name="T43" fmla="*/ 25 h 58"/>
                <a:gd name="T44" fmla="*/ 64 w 102"/>
                <a:gd name="T45" fmla="*/ 27 h 58"/>
                <a:gd name="T46" fmla="*/ 58 w 102"/>
                <a:gd name="T47" fmla="*/ 27 h 58"/>
                <a:gd name="T48" fmla="*/ 25 w 102"/>
                <a:gd name="T49" fmla="*/ 20 h 58"/>
                <a:gd name="T50" fmla="*/ 24 w 102"/>
                <a:gd name="T51" fmla="*/ 26 h 58"/>
                <a:gd name="T52" fmla="*/ 20 w 102"/>
                <a:gd name="T53" fmla="*/ 36 h 58"/>
                <a:gd name="T54" fmla="*/ 8 w 102"/>
                <a:gd name="T55" fmla="*/ 54 h 58"/>
                <a:gd name="T56" fmla="*/ 7 w 102"/>
                <a:gd name="T57" fmla="*/ 55 h 58"/>
                <a:gd name="T58" fmla="*/ 7 w 102"/>
                <a:gd name="T59" fmla="*/ 55 h 58"/>
                <a:gd name="T60" fmla="*/ 5 w 102"/>
                <a:gd name="T61" fmla="*/ 57 h 58"/>
                <a:gd name="T62" fmla="*/ 2 w 102"/>
                <a:gd name="T63" fmla="*/ 56 h 58"/>
                <a:gd name="T64" fmla="*/ 8 w 102"/>
                <a:gd name="T65" fmla="*/ 41 h 58"/>
                <a:gd name="T66" fmla="*/ 8 w 102"/>
                <a:gd name="T67" fmla="*/ 44 h 58"/>
                <a:gd name="T68" fmla="*/ 14 w 102"/>
                <a:gd name="T69" fmla="*/ 34 h 58"/>
                <a:gd name="T70" fmla="*/ 16 w 102"/>
                <a:gd name="T71" fmla="*/ 27 h 58"/>
                <a:gd name="T72" fmla="*/ 8 w 102"/>
                <a:gd name="T73" fmla="*/ 41 h 58"/>
                <a:gd name="T74" fmla="*/ 64 w 102"/>
                <a:gd name="T75" fmla="*/ 21 h 58"/>
                <a:gd name="T76" fmla="*/ 80 w 102"/>
                <a:gd name="T77" fmla="*/ 19 h 58"/>
                <a:gd name="T78" fmla="*/ 86 w 102"/>
                <a:gd name="T79" fmla="*/ 18 h 58"/>
                <a:gd name="T80" fmla="*/ 64 w 102"/>
                <a:gd name="T81" fmla="*/ 7 h 58"/>
                <a:gd name="T82" fmla="*/ 65 w 102"/>
                <a:gd name="T83" fmla="*/ 5 h 58"/>
                <a:gd name="T84" fmla="*/ 59 w 102"/>
                <a:gd name="T85" fmla="*/ 6 h 58"/>
                <a:gd name="T86" fmla="*/ 57 w 102"/>
                <a:gd name="T87" fmla="*/ 7 h 58"/>
                <a:gd name="T88" fmla="*/ 31 w 102"/>
                <a:gd name="T89" fmla="*/ 14 h 58"/>
                <a:gd name="T90" fmla="*/ 60 w 102"/>
                <a:gd name="T91" fmla="*/ 20 h 58"/>
                <a:gd name="T92" fmla="*/ 18 w 102"/>
                <a:gd name="T93" fmla="*/ 15 h 58"/>
                <a:gd name="T94" fmla="*/ 18 w 102"/>
                <a:gd name="T95" fmla="*/ 1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2" h="58">
                  <a:moveTo>
                    <a:pt x="2" y="56"/>
                  </a:moveTo>
                  <a:cubicBezTo>
                    <a:pt x="1" y="54"/>
                    <a:pt x="1" y="54"/>
                    <a:pt x="1" y="54"/>
                  </a:cubicBezTo>
                  <a:cubicBezTo>
                    <a:pt x="1" y="54"/>
                    <a:pt x="0" y="52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7"/>
                    <a:pt x="1" y="44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0"/>
                    <a:pt x="2" y="39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4" y="31"/>
                    <a:pt x="13" y="20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4" y="10"/>
                    <a:pt x="24" y="10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7" y="9"/>
                    <a:pt x="30" y="7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40" y="4"/>
                    <a:pt x="48" y="1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1" y="0"/>
                    <a:pt x="64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0" y="4"/>
                    <a:pt x="95" y="15"/>
                    <a:pt x="96" y="17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96" y="17"/>
                    <a:pt x="96" y="17"/>
                    <a:pt x="96" y="17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3" y="23"/>
                    <a:pt x="93" y="23"/>
                    <a:pt x="92" y="24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90" y="24"/>
                    <a:pt x="87" y="25"/>
                    <a:pt x="84" y="25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78" y="26"/>
                    <a:pt x="70" y="27"/>
                    <a:pt x="64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2" y="27"/>
                    <a:pt x="60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1" y="25"/>
                    <a:pt x="33" y="21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1"/>
                    <a:pt x="24" y="24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9"/>
                    <a:pt x="22" y="33"/>
                    <a:pt x="20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7" y="44"/>
                    <a:pt x="11" y="51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2" y="56"/>
                    <a:pt x="2" y="56"/>
                    <a:pt x="2" y="56"/>
                  </a:cubicBezTo>
                  <a:close/>
                  <a:moveTo>
                    <a:pt x="8" y="41"/>
                  </a:move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2"/>
                    <a:pt x="8" y="43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10" y="41"/>
                    <a:pt x="13" y="38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2"/>
                    <a:pt x="16" y="29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2" y="32"/>
                    <a:pt x="9" y="38"/>
                    <a:pt x="8" y="41"/>
                  </a:cubicBezTo>
                  <a:close/>
                  <a:moveTo>
                    <a:pt x="60" y="20"/>
                  </a:moveTo>
                  <a:cubicBezTo>
                    <a:pt x="61" y="21"/>
                    <a:pt x="62" y="21"/>
                    <a:pt x="64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8" y="21"/>
                    <a:pt x="74" y="20"/>
                    <a:pt x="80" y="19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2" y="19"/>
                    <a:pt x="84" y="18"/>
                    <a:pt x="86" y="18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81" y="14"/>
                    <a:pt x="72" y="9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2" y="7"/>
                    <a:pt x="61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8" y="6"/>
                    <a:pt x="58" y="6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48" y="8"/>
                    <a:pt x="38" y="12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40" y="16"/>
                    <a:pt x="54" y="19"/>
                    <a:pt x="60" y="20"/>
                  </a:cubicBezTo>
                  <a:close/>
                  <a:moveTo>
                    <a:pt x="18" y="16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6"/>
                    <a:pt x="18" y="16"/>
                    <a:pt x="1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1334"/>
            <p:cNvSpPr/>
            <p:nvPr>
              <p:custDataLst>
                <p:tags r:id="rId107"/>
              </p:custDataLst>
            </p:nvPr>
          </p:nvSpPr>
          <p:spPr bwMode="auto">
            <a:xfrm>
              <a:off x="7577139" y="7599363"/>
              <a:ext cx="7938" cy="6350"/>
            </a:xfrm>
            <a:custGeom>
              <a:avLst/>
              <a:gdLst>
                <a:gd name="T0" fmla="*/ 1 w 5"/>
                <a:gd name="T1" fmla="*/ 0 h 4"/>
                <a:gd name="T2" fmla="*/ 5 w 5"/>
                <a:gd name="T3" fmla="*/ 2 h 4"/>
                <a:gd name="T4" fmla="*/ 4 w 5"/>
                <a:gd name="T5" fmla="*/ 4 h 4"/>
                <a:gd name="T6" fmla="*/ 0 w 5"/>
                <a:gd name="T7" fmla="*/ 4 h 4"/>
                <a:gd name="T8" fmla="*/ 1 w 5"/>
                <a:gd name="T9" fmla="*/ 0 h 4"/>
                <a:gd name="T10" fmla="*/ 1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lnTo>
                    <a:pt x="5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1335"/>
            <p:cNvSpPr/>
            <p:nvPr>
              <p:custDataLst>
                <p:tags r:id="rId108"/>
              </p:custDataLst>
            </p:nvPr>
          </p:nvSpPr>
          <p:spPr bwMode="auto">
            <a:xfrm>
              <a:off x="7573964" y="7594601"/>
              <a:ext cx="14288" cy="15875"/>
            </a:xfrm>
            <a:custGeom>
              <a:avLst/>
              <a:gdLst>
                <a:gd name="T0" fmla="*/ 0 w 9"/>
                <a:gd name="T1" fmla="*/ 8 h 10"/>
                <a:gd name="T2" fmla="*/ 0 w 9"/>
                <a:gd name="T3" fmla="*/ 6 h 10"/>
                <a:gd name="T4" fmla="*/ 1 w 9"/>
                <a:gd name="T5" fmla="*/ 2 h 10"/>
                <a:gd name="T6" fmla="*/ 1 w 9"/>
                <a:gd name="T7" fmla="*/ 0 h 10"/>
                <a:gd name="T8" fmla="*/ 9 w 9"/>
                <a:gd name="T9" fmla="*/ 2 h 10"/>
                <a:gd name="T10" fmla="*/ 8 w 9"/>
                <a:gd name="T11" fmla="*/ 10 h 10"/>
                <a:gd name="T12" fmla="*/ 0 w 9"/>
                <a:gd name="T13" fmla="*/ 8 h 10"/>
                <a:gd name="T14" fmla="*/ 0 w 9"/>
                <a:gd name="T15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lnTo>
                    <a:pt x="0" y="6"/>
                  </a:lnTo>
                  <a:lnTo>
                    <a:pt x="1" y="2"/>
                  </a:lnTo>
                  <a:lnTo>
                    <a:pt x="1" y="0"/>
                  </a:lnTo>
                  <a:lnTo>
                    <a:pt x="9" y="2"/>
                  </a:lnTo>
                  <a:lnTo>
                    <a:pt x="8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6" name="Freeform 1336"/>
            <p:cNvSpPr/>
            <p:nvPr>
              <p:custDataLst>
                <p:tags r:id="rId109"/>
              </p:custDataLst>
            </p:nvPr>
          </p:nvSpPr>
          <p:spPr bwMode="auto">
            <a:xfrm>
              <a:off x="7502526" y="7608888"/>
              <a:ext cx="7938" cy="4763"/>
            </a:xfrm>
            <a:custGeom>
              <a:avLst/>
              <a:gdLst>
                <a:gd name="T0" fmla="*/ 1 w 5"/>
                <a:gd name="T1" fmla="*/ 0 h 3"/>
                <a:gd name="T2" fmla="*/ 5 w 5"/>
                <a:gd name="T3" fmla="*/ 0 h 3"/>
                <a:gd name="T4" fmla="*/ 3 w 5"/>
                <a:gd name="T5" fmla="*/ 3 h 3"/>
                <a:gd name="T6" fmla="*/ 0 w 5"/>
                <a:gd name="T7" fmla="*/ 2 h 3"/>
                <a:gd name="T8" fmla="*/ 1 w 5"/>
                <a:gd name="T9" fmla="*/ 0 h 3"/>
                <a:gd name="T10" fmla="*/ 1 w 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1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1337"/>
            <p:cNvSpPr/>
            <p:nvPr>
              <p:custDataLst>
                <p:tags r:id="rId110"/>
              </p:custDataLst>
            </p:nvPr>
          </p:nvSpPr>
          <p:spPr bwMode="auto">
            <a:xfrm>
              <a:off x="7499351" y="7604126"/>
              <a:ext cx="14288" cy="12700"/>
            </a:xfrm>
            <a:custGeom>
              <a:avLst/>
              <a:gdLst>
                <a:gd name="T0" fmla="*/ 0 w 9"/>
                <a:gd name="T1" fmla="*/ 7 h 8"/>
                <a:gd name="T2" fmla="*/ 0 w 9"/>
                <a:gd name="T3" fmla="*/ 5 h 8"/>
                <a:gd name="T4" fmla="*/ 1 w 9"/>
                <a:gd name="T5" fmla="*/ 2 h 8"/>
                <a:gd name="T6" fmla="*/ 1 w 9"/>
                <a:gd name="T7" fmla="*/ 0 h 8"/>
                <a:gd name="T8" fmla="*/ 9 w 9"/>
                <a:gd name="T9" fmla="*/ 2 h 8"/>
                <a:gd name="T10" fmla="*/ 8 w 9"/>
                <a:gd name="T11" fmla="*/ 8 h 8"/>
                <a:gd name="T12" fmla="*/ 0 w 9"/>
                <a:gd name="T13" fmla="*/ 7 h 8"/>
                <a:gd name="T14" fmla="*/ 0 w 9"/>
                <a:gd name="T1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0" y="7"/>
                  </a:moveTo>
                  <a:lnTo>
                    <a:pt x="0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9" y="2"/>
                  </a:lnTo>
                  <a:lnTo>
                    <a:pt x="8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8" name="Freeform 1338"/>
            <p:cNvSpPr>
              <a:spLocks noEditPoints="1"/>
            </p:cNvSpPr>
            <p:nvPr>
              <p:custDataLst>
                <p:tags r:id="rId111"/>
              </p:custDataLst>
            </p:nvPr>
          </p:nvSpPr>
          <p:spPr bwMode="auto">
            <a:xfrm>
              <a:off x="7486651" y="7639051"/>
              <a:ext cx="114300" cy="47625"/>
            </a:xfrm>
            <a:custGeom>
              <a:avLst/>
              <a:gdLst>
                <a:gd name="T0" fmla="*/ 2 w 65"/>
                <a:gd name="T1" fmla="*/ 8 h 28"/>
                <a:gd name="T2" fmla="*/ 32 w 65"/>
                <a:gd name="T3" fmla="*/ 24 h 28"/>
                <a:gd name="T4" fmla="*/ 32 w 65"/>
                <a:gd name="T5" fmla="*/ 24 h 28"/>
                <a:gd name="T6" fmla="*/ 32 w 65"/>
                <a:gd name="T7" fmla="*/ 24 h 28"/>
                <a:gd name="T8" fmla="*/ 32 w 65"/>
                <a:gd name="T9" fmla="*/ 24 h 28"/>
                <a:gd name="T10" fmla="*/ 52 w 65"/>
                <a:gd name="T11" fmla="*/ 13 h 28"/>
                <a:gd name="T12" fmla="*/ 52 w 65"/>
                <a:gd name="T13" fmla="*/ 13 h 28"/>
                <a:gd name="T14" fmla="*/ 63 w 65"/>
                <a:gd name="T15" fmla="*/ 0 h 28"/>
                <a:gd name="T16" fmla="*/ 63 w 65"/>
                <a:gd name="T17" fmla="*/ 0 h 28"/>
                <a:gd name="T18" fmla="*/ 65 w 65"/>
                <a:gd name="T19" fmla="*/ 1 h 28"/>
                <a:gd name="T20" fmla="*/ 54 w 65"/>
                <a:gd name="T21" fmla="*/ 15 h 28"/>
                <a:gd name="T22" fmla="*/ 54 w 65"/>
                <a:gd name="T23" fmla="*/ 15 h 28"/>
                <a:gd name="T24" fmla="*/ 32 w 65"/>
                <a:gd name="T25" fmla="*/ 27 h 28"/>
                <a:gd name="T26" fmla="*/ 32 w 65"/>
                <a:gd name="T27" fmla="*/ 27 h 28"/>
                <a:gd name="T28" fmla="*/ 31 w 65"/>
                <a:gd name="T29" fmla="*/ 27 h 28"/>
                <a:gd name="T30" fmla="*/ 31 w 65"/>
                <a:gd name="T31" fmla="*/ 27 h 28"/>
                <a:gd name="T32" fmla="*/ 0 w 65"/>
                <a:gd name="T33" fmla="*/ 10 h 28"/>
                <a:gd name="T34" fmla="*/ 0 w 65"/>
                <a:gd name="T35" fmla="*/ 10 h 28"/>
                <a:gd name="T36" fmla="*/ 2 w 65"/>
                <a:gd name="T37" fmla="*/ 8 h 28"/>
                <a:gd name="T38" fmla="*/ 63 w 65"/>
                <a:gd name="T39" fmla="*/ 0 h 28"/>
                <a:gd name="T40" fmla="*/ 63 w 65"/>
                <a:gd name="T41" fmla="*/ 0 h 28"/>
                <a:gd name="T42" fmla="*/ 63 w 65"/>
                <a:gd name="T43" fmla="*/ 0 h 28"/>
                <a:gd name="T44" fmla="*/ 63 w 65"/>
                <a:gd name="T45" fmla="*/ 0 h 28"/>
                <a:gd name="T46" fmla="*/ 63 w 65"/>
                <a:gd name="T4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28">
                  <a:moveTo>
                    <a:pt x="2" y="8"/>
                  </a:moveTo>
                  <a:cubicBezTo>
                    <a:pt x="2" y="8"/>
                    <a:pt x="19" y="21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25"/>
                    <a:pt x="46" y="20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8" y="6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0" y="8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47" y="22"/>
                    <a:pt x="39" y="28"/>
                    <a:pt x="32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7"/>
                    <a:pt x="31" y="27"/>
                    <a:pt x="31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18" y="24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63" y="0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1339"/>
            <p:cNvSpPr>
              <a:spLocks noEditPoints="1"/>
            </p:cNvSpPr>
            <p:nvPr>
              <p:custDataLst>
                <p:tags r:id="rId112"/>
              </p:custDataLst>
            </p:nvPr>
          </p:nvSpPr>
          <p:spPr bwMode="auto">
            <a:xfrm>
              <a:off x="7481889" y="7632701"/>
              <a:ext cx="123825" cy="55563"/>
            </a:xfrm>
            <a:custGeom>
              <a:avLst/>
              <a:gdLst>
                <a:gd name="T0" fmla="*/ 34 w 71"/>
                <a:gd name="T1" fmla="*/ 32 h 32"/>
                <a:gd name="T2" fmla="*/ 34 w 71"/>
                <a:gd name="T3" fmla="*/ 32 h 32"/>
                <a:gd name="T4" fmla="*/ 34 w 71"/>
                <a:gd name="T5" fmla="*/ 32 h 32"/>
                <a:gd name="T6" fmla="*/ 3 w 71"/>
                <a:gd name="T7" fmla="*/ 15 h 32"/>
                <a:gd name="T8" fmla="*/ 3 w 71"/>
                <a:gd name="T9" fmla="*/ 15 h 32"/>
                <a:gd name="T10" fmla="*/ 0 w 71"/>
                <a:gd name="T11" fmla="*/ 14 h 32"/>
                <a:gd name="T12" fmla="*/ 2 w 71"/>
                <a:gd name="T13" fmla="*/ 12 h 32"/>
                <a:gd name="T14" fmla="*/ 4 w 71"/>
                <a:gd name="T15" fmla="*/ 10 h 32"/>
                <a:gd name="T16" fmla="*/ 4 w 71"/>
                <a:gd name="T17" fmla="*/ 9 h 32"/>
                <a:gd name="T18" fmla="*/ 4 w 71"/>
                <a:gd name="T19" fmla="*/ 9 h 32"/>
                <a:gd name="T20" fmla="*/ 5 w 71"/>
                <a:gd name="T21" fmla="*/ 9 h 32"/>
                <a:gd name="T22" fmla="*/ 5 w 71"/>
                <a:gd name="T23" fmla="*/ 9 h 32"/>
                <a:gd name="T24" fmla="*/ 6 w 71"/>
                <a:gd name="T25" fmla="*/ 9 h 32"/>
                <a:gd name="T26" fmla="*/ 6 w 71"/>
                <a:gd name="T27" fmla="*/ 9 h 32"/>
                <a:gd name="T28" fmla="*/ 6 w 71"/>
                <a:gd name="T29" fmla="*/ 9 h 32"/>
                <a:gd name="T30" fmla="*/ 6 w 71"/>
                <a:gd name="T31" fmla="*/ 9 h 32"/>
                <a:gd name="T32" fmla="*/ 6 w 71"/>
                <a:gd name="T33" fmla="*/ 9 h 32"/>
                <a:gd name="T34" fmla="*/ 6 w 71"/>
                <a:gd name="T35" fmla="*/ 9 h 32"/>
                <a:gd name="T36" fmla="*/ 6 w 71"/>
                <a:gd name="T37" fmla="*/ 9 h 32"/>
                <a:gd name="T38" fmla="*/ 6 w 71"/>
                <a:gd name="T39" fmla="*/ 9 h 32"/>
                <a:gd name="T40" fmla="*/ 6 w 71"/>
                <a:gd name="T41" fmla="*/ 9 h 32"/>
                <a:gd name="T42" fmla="*/ 6 w 71"/>
                <a:gd name="T43" fmla="*/ 9 h 32"/>
                <a:gd name="T44" fmla="*/ 7 w 71"/>
                <a:gd name="T45" fmla="*/ 9 h 32"/>
                <a:gd name="T46" fmla="*/ 7 w 71"/>
                <a:gd name="T47" fmla="*/ 9 h 32"/>
                <a:gd name="T48" fmla="*/ 7 w 71"/>
                <a:gd name="T49" fmla="*/ 10 h 32"/>
                <a:gd name="T50" fmla="*/ 7 w 71"/>
                <a:gd name="T51" fmla="*/ 10 h 32"/>
                <a:gd name="T52" fmla="*/ 9 w 71"/>
                <a:gd name="T53" fmla="*/ 11 h 32"/>
                <a:gd name="T54" fmla="*/ 9 w 71"/>
                <a:gd name="T55" fmla="*/ 11 h 32"/>
                <a:gd name="T56" fmla="*/ 16 w 71"/>
                <a:gd name="T57" fmla="*/ 16 h 32"/>
                <a:gd name="T58" fmla="*/ 16 w 71"/>
                <a:gd name="T59" fmla="*/ 16 h 32"/>
                <a:gd name="T60" fmla="*/ 35 w 71"/>
                <a:gd name="T61" fmla="*/ 25 h 32"/>
                <a:gd name="T62" fmla="*/ 35 w 71"/>
                <a:gd name="T63" fmla="*/ 25 h 32"/>
                <a:gd name="T64" fmla="*/ 36 w 71"/>
                <a:gd name="T65" fmla="*/ 25 h 32"/>
                <a:gd name="T66" fmla="*/ 36 w 71"/>
                <a:gd name="T67" fmla="*/ 25 h 32"/>
                <a:gd name="T68" fmla="*/ 37 w 71"/>
                <a:gd name="T69" fmla="*/ 25 h 32"/>
                <a:gd name="T70" fmla="*/ 37 w 71"/>
                <a:gd name="T71" fmla="*/ 25 h 32"/>
                <a:gd name="T72" fmla="*/ 54 w 71"/>
                <a:gd name="T73" fmla="*/ 15 h 32"/>
                <a:gd name="T74" fmla="*/ 54 w 71"/>
                <a:gd name="T75" fmla="*/ 15 h 32"/>
                <a:gd name="T76" fmla="*/ 63 w 71"/>
                <a:gd name="T77" fmla="*/ 3 h 32"/>
                <a:gd name="T78" fmla="*/ 63 w 71"/>
                <a:gd name="T79" fmla="*/ 3 h 32"/>
                <a:gd name="T80" fmla="*/ 61 w 71"/>
                <a:gd name="T81" fmla="*/ 1 h 32"/>
                <a:gd name="T82" fmla="*/ 65 w 71"/>
                <a:gd name="T83" fmla="*/ 1 h 32"/>
                <a:gd name="T84" fmla="*/ 66 w 71"/>
                <a:gd name="T85" fmla="*/ 0 h 32"/>
                <a:gd name="T86" fmla="*/ 67 w 71"/>
                <a:gd name="T87" fmla="*/ 1 h 32"/>
                <a:gd name="T88" fmla="*/ 71 w 71"/>
                <a:gd name="T89" fmla="*/ 1 h 32"/>
                <a:gd name="T90" fmla="*/ 69 w 71"/>
                <a:gd name="T91" fmla="*/ 2 h 32"/>
                <a:gd name="T92" fmla="*/ 71 w 71"/>
                <a:gd name="T93" fmla="*/ 4 h 32"/>
                <a:gd name="T94" fmla="*/ 70 w 71"/>
                <a:gd name="T95" fmla="*/ 6 h 32"/>
                <a:gd name="T96" fmla="*/ 70 w 71"/>
                <a:gd name="T97" fmla="*/ 6 h 32"/>
                <a:gd name="T98" fmla="*/ 69 w 71"/>
                <a:gd name="T99" fmla="*/ 7 h 32"/>
                <a:gd name="T100" fmla="*/ 69 w 71"/>
                <a:gd name="T101" fmla="*/ 7 h 32"/>
                <a:gd name="T102" fmla="*/ 67 w 71"/>
                <a:gd name="T103" fmla="*/ 10 h 32"/>
                <a:gd name="T104" fmla="*/ 67 w 71"/>
                <a:gd name="T105" fmla="*/ 10 h 32"/>
                <a:gd name="T106" fmla="*/ 58 w 71"/>
                <a:gd name="T107" fmla="*/ 19 h 32"/>
                <a:gd name="T108" fmla="*/ 58 w 71"/>
                <a:gd name="T109" fmla="*/ 19 h 32"/>
                <a:gd name="T110" fmla="*/ 37 w 71"/>
                <a:gd name="T111" fmla="*/ 32 h 32"/>
                <a:gd name="T112" fmla="*/ 37 w 71"/>
                <a:gd name="T113" fmla="*/ 32 h 32"/>
                <a:gd name="T114" fmla="*/ 34 w 71"/>
                <a:gd name="T115" fmla="*/ 32 h 32"/>
                <a:gd name="T116" fmla="*/ 4 w 71"/>
                <a:gd name="T117" fmla="*/ 12 h 32"/>
                <a:gd name="T118" fmla="*/ 3 w 71"/>
                <a:gd name="T119" fmla="*/ 11 h 32"/>
                <a:gd name="T120" fmla="*/ 3 w 71"/>
                <a:gd name="T121" fmla="*/ 11 h 32"/>
                <a:gd name="T122" fmla="*/ 4 w 71"/>
                <a:gd name="T123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" h="32">
                  <a:moveTo>
                    <a:pt x="34" y="32"/>
                  </a:move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20" y="29"/>
                    <a:pt x="4" y="16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0"/>
                    <a:pt x="8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11" y="13"/>
                    <a:pt x="14" y="14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22" y="20"/>
                    <a:pt x="30" y="24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5"/>
                    <a:pt x="36" y="25"/>
                    <a:pt x="36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5"/>
                    <a:pt x="36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41" y="26"/>
                    <a:pt x="48" y="20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8" y="10"/>
                    <a:pt x="62" y="5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70" y="6"/>
                    <a:pt x="69" y="6"/>
                    <a:pt x="69" y="7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69" y="7"/>
                    <a:pt x="68" y="8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5" y="12"/>
                    <a:pt x="62" y="16"/>
                    <a:pt x="58" y="19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2" y="25"/>
                    <a:pt x="45" y="32"/>
                    <a:pt x="37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2"/>
                    <a:pt x="35" y="32"/>
                    <a:pt x="34" y="32"/>
                  </a:cubicBezTo>
                  <a:close/>
                  <a:moveTo>
                    <a:pt x="4" y="12"/>
                  </a:moveTo>
                  <a:cubicBezTo>
                    <a:pt x="3" y="12"/>
                    <a:pt x="3" y="12"/>
                    <a:pt x="3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3" y="12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1340"/>
            <p:cNvSpPr/>
            <p:nvPr>
              <p:custDataLst>
                <p:tags r:id="rId113"/>
              </p:custDataLst>
            </p:nvPr>
          </p:nvSpPr>
          <p:spPr bwMode="auto">
            <a:xfrm>
              <a:off x="7486651" y="7650163"/>
              <a:ext cx="9525" cy="9525"/>
            </a:xfrm>
            <a:custGeom>
              <a:avLst/>
              <a:gdLst>
                <a:gd name="T0" fmla="*/ 5 w 6"/>
                <a:gd name="T1" fmla="*/ 0 h 6"/>
                <a:gd name="T2" fmla="*/ 6 w 6"/>
                <a:gd name="T3" fmla="*/ 2 h 6"/>
                <a:gd name="T4" fmla="*/ 3 w 6"/>
                <a:gd name="T5" fmla="*/ 6 h 6"/>
                <a:gd name="T6" fmla="*/ 0 w 6"/>
                <a:gd name="T7" fmla="*/ 4 h 6"/>
                <a:gd name="T8" fmla="*/ 5 w 6"/>
                <a:gd name="T9" fmla="*/ 0 h 6"/>
                <a:gd name="T10" fmla="*/ 5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5" y="0"/>
                  </a:moveTo>
                  <a:lnTo>
                    <a:pt x="6" y="2"/>
                  </a:lnTo>
                  <a:lnTo>
                    <a:pt x="3" y="6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1341"/>
            <p:cNvSpPr/>
            <p:nvPr>
              <p:custDataLst>
                <p:tags r:id="rId114"/>
              </p:custDataLst>
            </p:nvPr>
          </p:nvSpPr>
          <p:spPr bwMode="auto">
            <a:xfrm>
              <a:off x="7481889" y="7645401"/>
              <a:ext cx="19050" cy="17463"/>
            </a:xfrm>
            <a:custGeom>
              <a:avLst/>
              <a:gdLst>
                <a:gd name="T0" fmla="*/ 0 w 12"/>
                <a:gd name="T1" fmla="*/ 5 h 11"/>
                <a:gd name="T2" fmla="*/ 6 w 12"/>
                <a:gd name="T3" fmla="*/ 1 h 11"/>
                <a:gd name="T4" fmla="*/ 8 w 12"/>
                <a:gd name="T5" fmla="*/ 0 h 11"/>
                <a:gd name="T6" fmla="*/ 12 w 12"/>
                <a:gd name="T7" fmla="*/ 5 h 11"/>
                <a:gd name="T8" fmla="*/ 6 w 12"/>
                <a:gd name="T9" fmla="*/ 11 h 11"/>
                <a:gd name="T10" fmla="*/ 0 w 12"/>
                <a:gd name="T11" fmla="*/ 5 h 11"/>
                <a:gd name="T12" fmla="*/ 0 w 12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">
                  <a:moveTo>
                    <a:pt x="0" y="5"/>
                  </a:moveTo>
                  <a:lnTo>
                    <a:pt x="6" y="1"/>
                  </a:lnTo>
                  <a:lnTo>
                    <a:pt x="8" y="0"/>
                  </a:lnTo>
                  <a:lnTo>
                    <a:pt x="12" y="5"/>
                  </a:lnTo>
                  <a:lnTo>
                    <a:pt x="6" y="11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1342"/>
            <p:cNvSpPr/>
            <p:nvPr>
              <p:custDataLst>
                <p:tags r:id="rId115"/>
              </p:custDataLst>
            </p:nvPr>
          </p:nvSpPr>
          <p:spPr bwMode="auto">
            <a:xfrm>
              <a:off x="7593014" y="7634288"/>
              <a:ext cx="12700" cy="7938"/>
            </a:xfrm>
            <a:custGeom>
              <a:avLst/>
              <a:gdLst>
                <a:gd name="T0" fmla="*/ 0 w 8"/>
                <a:gd name="T1" fmla="*/ 0 h 5"/>
                <a:gd name="T2" fmla="*/ 8 w 8"/>
                <a:gd name="T3" fmla="*/ 3 h 5"/>
                <a:gd name="T4" fmla="*/ 7 w 8"/>
                <a:gd name="T5" fmla="*/ 5 h 5"/>
                <a:gd name="T6" fmla="*/ 0 w 8"/>
                <a:gd name="T7" fmla="*/ 4 h 5"/>
                <a:gd name="T8" fmla="*/ 0 w 8"/>
                <a:gd name="T9" fmla="*/ 0 h 5"/>
                <a:gd name="T10" fmla="*/ 0 w 8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3"/>
                  </a:lnTo>
                  <a:lnTo>
                    <a:pt x="7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1343"/>
            <p:cNvSpPr/>
            <p:nvPr>
              <p:custDataLst>
                <p:tags r:id="rId116"/>
              </p:custDataLst>
            </p:nvPr>
          </p:nvSpPr>
          <p:spPr bwMode="auto">
            <a:xfrm>
              <a:off x="7588251" y="7631113"/>
              <a:ext cx="20638" cy="15875"/>
            </a:xfrm>
            <a:custGeom>
              <a:avLst/>
              <a:gdLst>
                <a:gd name="T0" fmla="*/ 0 w 13"/>
                <a:gd name="T1" fmla="*/ 7 h 10"/>
                <a:gd name="T2" fmla="*/ 1 w 13"/>
                <a:gd name="T3" fmla="*/ 6 h 10"/>
                <a:gd name="T4" fmla="*/ 1 w 13"/>
                <a:gd name="T5" fmla="*/ 2 h 10"/>
                <a:gd name="T6" fmla="*/ 2 w 13"/>
                <a:gd name="T7" fmla="*/ 0 h 10"/>
                <a:gd name="T8" fmla="*/ 13 w 13"/>
                <a:gd name="T9" fmla="*/ 2 h 10"/>
                <a:gd name="T10" fmla="*/ 12 w 13"/>
                <a:gd name="T11" fmla="*/ 10 h 10"/>
                <a:gd name="T12" fmla="*/ 0 w 13"/>
                <a:gd name="T13" fmla="*/ 7 h 10"/>
                <a:gd name="T14" fmla="*/ 0 w 13"/>
                <a:gd name="T15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0">
                  <a:moveTo>
                    <a:pt x="0" y="7"/>
                  </a:moveTo>
                  <a:lnTo>
                    <a:pt x="1" y="6"/>
                  </a:lnTo>
                  <a:lnTo>
                    <a:pt x="1" y="2"/>
                  </a:lnTo>
                  <a:lnTo>
                    <a:pt x="2" y="0"/>
                  </a:lnTo>
                  <a:lnTo>
                    <a:pt x="13" y="2"/>
                  </a:lnTo>
                  <a:lnTo>
                    <a:pt x="12" y="1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17" grpId="0"/>
      <p:bldP spid="227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任意多边形 137"/>
          <p:cNvSpPr/>
          <p:nvPr>
            <p:custDataLst>
              <p:tags r:id="rId1"/>
            </p:custDataLst>
          </p:nvPr>
        </p:nvSpPr>
        <p:spPr>
          <a:xfrm flipH="1" flipV="1">
            <a:off x="4936945" y="1218674"/>
            <a:ext cx="2315368" cy="1841277"/>
          </a:xfrm>
          <a:custGeom>
            <a:avLst/>
            <a:gdLst>
              <a:gd name="connsiteX0" fmla="*/ 2060762 w 2515350"/>
              <a:gd name="connsiteY0" fmla="*/ 1643 h 1737373"/>
              <a:gd name="connsiteX1" fmla="*/ 2233970 w 2515350"/>
              <a:gd name="connsiteY1" fmla="*/ 309433 h 1737373"/>
              <a:gd name="connsiteX2" fmla="*/ 2238614 w 2515350"/>
              <a:gd name="connsiteY2" fmla="*/ 321423 h 1737373"/>
              <a:gd name="connsiteX3" fmla="*/ 2292242 w 2515350"/>
              <a:gd name="connsiteY3" fmla="*/ 325838 h 1737373"/>
              <a:gd name="connsiteX4" fmla="*/ 2440464 w 2515350"/>
              <a:gd name="connsiteY4" fmla="*/ 360082 h 1737373"/>
              <a:gd name="connsiteX5" fmla="*/ 2469654 w 2515350"/>
              <a:gd name="connsiteY5" fmla="*/ 1107553 h 1737373"/>
              <a:gd name="connsiteX6" fmla="*/ 2389716 w 2515350"/>
              <a:gd name="connsiteY6" fmla="*/ 1694190 h 1737373"/>
              <a:gd name="connsiteX7" fmla="*/ 798489 w 2515350"/>
              <a:gd name="connsiteY7" fmla="*/ 1710685 h 1737373"/>
              <a:gd name="connsiteX8" fmla="*/ 68722 w 2515350"/>
              <a:gd name="connsiteY8" fmla="*/ 1617895 h 1737373"/>
              <a:gd name="connsiteX9" fmla="*/ 24936 w 2515350"/>
              <a:gd name="connsiteY9" fmla="*/ 911664 h 1737373"/>
              <a:gd name="connsiteX10" fmla="*/ 17639 w 2515350"/>
              <a:gd name="connsiteY10" fmla="*/ 514731 h 1737373"/>
              <a:gd name="connsiteX11" fmla="*/ 211619 w 2515350"/>
              <a:gd name="connsiteY11" fmla="*/ 308532 h 1737373"/>
              <a:gd name="connsiteX12" fmla="*/ 1068502 w 2515350"/>
              <a:gd name="connsiteY12" fmla="*/ 323997 h 1737373"/>
              <a:gd name="connsiteX13" fmla="*/ 1627897 w 2515350"/>
              <a:gd name="connsiteY13" fmla="*/ 316717 h 1737373"/>
              <a:gd name="connsiteX14" fmla="*/ 1736026 w 2515350"/>
              <a:gd name="connsiteY14" fmla="*/ 314973 h 1737373"/>
              <a:gd name="connsiteX15" fmla="*/ 1741448 w 2515350"/>
              <a:gd name="connsiteY15" fmla="*/ 291928 h 1737373"/>
              <a:gd name="connsiteX16" fmla="*/ 2060762 w 2515350"/>
              <a:gd name="connsiteY16" fmla="*/ 1643 h 1737373"/>
              <a:gd name="connsiteX0-1" fmla="*/ 2152678 w 2607266"/>
              <a:gd name="connsiteY0-2" fmla="*/ 1643 h 1737373"/>
              <a:gd name="connsiteX1-3" fmla="*/ 2325886 w 2607266"/>
              <a:gd name="connsiteY1-4" fmla="*/ 309433 h 1737373"/>
              <a:gd name="connsiteX2-5" fmla="*/ 2330530 w 2607266"/>
              <a:gd name="connsiteY2-6" fmla="*/ 321423 h 1737373"/>
              <a:gd name="connsiteX3-7" fmla="*/ 2384158 w 2607266"/>
              <a:gd name="connsiteY3-8" fmla="*/ 325838 h 1737373"/>
              <a:gd name="connsiteX4-9" fmla="*/ 2532380 w 2607266"/>
              <a:gd name="connsiteY4-10" fmla="*/ 360082 h 1737373"/>
              <a:gd name="connsiteX5-11" fmla="*/ 2561570 w 2607266"/>
              <a:gd name="connsiteY5-12" fmla="*/ 1107553 h 1737373"/>
              <a:gd name="connsiteX6-13" fmla="*/ 2481632 w 2607266"/>
              <a:gd name="connsiteY6-14" fmla="*/ 1694190 h 1737373"/>
              <a:gd name="connsiteX7-15" fmla="*/ 890405 w 2607266"/>
              <a:gd name="connsiteY7-16" fmla="*/ 1710685 h 1737373"/>
              <a:gd name="connsiteX8-17" fmla="*/ 160638 w 2607266"/>
              <a:gd name="connsiteY8-18" fmla="*/ 1617895 h 1737373"/>
              <a:gd name="connsiteX9-19" fmla="*/ 738 w 2607266"/>
              <a:gd name="connsiteY9-20" fmla="*/ 911664 h 1737373"/>
              <a:gd name="connsiteX10-21" fmla="*/ 109555 w 2607266"/>
              <a:gd name="connsiteY10-22" fmla="*/ 514731 h 1737373"/>
              <a:gd name="connsiteX11-23" fmla="*/ 303535 w 2607266"/>
              <a:gd name="connsiteY11-24" fmla="*/ 308532 h 1737373"/>
              <a:gd name="connsiteX12-25" fmla="*/ 1160418 w 2607266"/>
              <a:gd name="connsiteY12-26" fmla="*/ 323997 h 1737373"/>
              <a:gd name="connsiteX13-27" fmla="*/ 1719813 w 2607266"/>
              <a:gd name="connsiteY13-28" fmla="*/ 316717 h 1737373"/>
              <a:gd name="connsiteX14-29" fmla="*/ 1827942 w 2607266"/>
              <a:gd name="connsiteY14-30" fmla="*/ 314973 h 1737373"/>
              <a:gd name="connsiteX15-31" fmla="*/ 1833364 w 2607266"/>
              <a:gd name="connsiteY15-32" fmla="*/ 291928 h 1737373"/>
              <a:gd name="connsiteX16-33" fmla="*/ 2152678 w 2607266"/>
              <a:gd name="connsiteY16-34" fmla="*/ 1643 h 1737373"/>
              <a:gd name="connsiteX0-35" fmla="*/ 2152678 w 2672226"/>
              <a:gd name="connsiteY0-36" fmla="*/ 1643 h 1748130"/>
              <a:gd name="connsiteX1-37" fmla="*/ 2325886 w 2672226"/>
              <a:gd name="connsiteY1-38" fmla="*/ 309433 h 1748130"/>
              <a:gd name="connsiteX2-39" fmla="*/ 2330530 w 2672226"/>
              <a:gd name="connsiteY2-40" fmla="*/ 321423 h 1748130"/>
              <a:gd name="connsiteX3-41" fmla="*/ 2384158 w 2672226"/>
              <a:gd name="connsiteY3-42" fmla="*/ 325838 h 1748130"/>
              <a:gd name="connsiteX4-43" fmla="*/ 2532380 w 2672226"/>
              <a:gd name="connsiteY4-44" fmla="*/ 360082 h 1748130"/>
              <a:gd name="connsiteX5-45" fmla="*/ 2648655 w 2672226"/>
              <a:gd name="connsiteY5-46" fmla="*/ 1093039 h 1748130"/>
              <a:gd name="connsiteX6-47" fmla="*/ 2481632 w 2672226"/>
              <a:gd name="connsiteY6-48" fmla="*/ 1694190 h 1748130"/>
              <a:gd name="connsiteX7-49" fmla="*/ 890405 w 2672226"/>
              <a:gd name="connsiteY7-50" fmla="*/ 1710685 h 1748130"/>
              <a:gd name="connsiteX8-51" fmla="*/ 160638 w 2672226"/>
              <a:gd name="connsiteY8-52" fmla="*/ 1617895 h 1748130"/>
              <a:gd name="connsiteX9-53" fmla="*/ 738 w 2672226"/>
              <a:gd name="connsiteY9-54" fmla="*/ 911664 h 1748130"/>
              <a:gd name="connsiteX10-55" fmla="*/ 109555 w 2672226"/>
              <a:gd name="connsiteY10-56" fmla="*/ 514731 h 1748130"/>
              <a:gd name="connsiteX11-57" fmla="*/ 303535 w 2672226"/>
              <a:gd name="connsiteY11-58" fmla="*/ 308532 h 1748130"/>
              <a:gd name="connsiteX12-59" fmla="*/ 1160418 w 2672226"/>
              <a:gd name="connsiteY12-60" fmla="*/ 323997 h 1748130"/>
              <a:gd name="connsiteX13-61" fmla="*/ 1719813 w 2672226"/>
              <a:gd name="connsiteY13-62" fmla="*/ 316717 h 1748130"/>
              <a:gd name="connsiteX14-63" fmla="*/ 1827942 w 2672226"/>
              <a:gd name="connsiteY14-64" fmla="*/ 314973 h 1748130"/>
              <a:gd name="connsiteX15-65" fmla="*/ 1833364 w 2672226"/>
              <a:gd name="connsiteY15-66" fmla="*/ 291928 h 1748130"/>
              <a:gd name="connsiteX16-67" fmla="*/ 2152678 w 2672226"/>
              <a:gd name="connsiteY16-68" fmla="*/ 1643 h 1748130"/>
              <a:gd name="connsiteX0-69" fmla="*/ 2152678 w 2672226"/>
              <a:gd name="connsiteY0-70" fmla="*/ 1643 h 1748130"/>
              <a:gd name="connsiteX1-71" fmla="*/ 2325886 w 2672226"/>
              <a:gd name="connsiteY1-72" fmla="*/ 309433 h 1748130"/>
              <a:gd name="connsiteX2-73" fmla="*/ 2330530 w 2672226"/>
              <a:gd name="connsiteY2-74" fmla="*/ 321423 h 1748130"/>
              <a:gd name="connsiteX3-75" fmla="*/ 2384158 w 2672226"/>
              <a:gd name="connsiteY3-76" fmla="*/ 325838 h 1748130"/>
              <a:gd name="connsiteX4-77" fmla="*/ 2532380 w 2672226"/>
              <a:gd name="connsiteY4-78" fmla="*/ 360082 h 1748130"/>
              <a:gd name="connsiteX5-79" fmla="*/ 2648655 w 2672226"/>
              <a:gd name="connsiteY5-80" fmla="*/ 1093039 h 1748130"/>
              <a:gd name="connsiteX6-81" fmla="*/ 2481632 w 2672226"/>
              <a:gd name="connsiteY6-82" fmla="*/ 1694190 h 1748130"/>
              <a:gd name="connsiteX7-83" fmla="*/ 890405 w 2672226"/>
              <a:gd name="connsiteY7-84" fmla="*/ 1710685 h 1748130"/>
              <a:gd name="connsiteX8-85" fmla="*/ 160638 w 2672226"/>
              <a:gd name="connsiteY8-86" fmla="*/ 1617895 h 1748130"/>
              <a:gd name="connsiteX9-87" fmla="*/ 738 w 2672226"/>
              <a:gd name="connsiteY9-88" fmla="*/ 911664 h 1748130"/>
              <a:gd name="connsiteX10-89" fmla="*/ 109555 w 2672226"/>
              <a:gd name="connsiteY10-90" fmla="*/ 514731 h 1748130"/>
              <a:gd name="connsiteX11-91" fmla="*/ 303535 w 2672226"/>
              <a:gd name="connsiteY11-92" fmla="*/ 308532 h 1748130"/>
              <a:gd name="connsiteX12-93" fmla="*/ 1160418 w 2672226"/>
              <a:gd name="connsiteY12-94" fmla="*/ 323997 h 1748130"/>
              <a:gd name="connsiteX13-95" fmla="*/ 1719813 w 2672226"/>
              <a:gd name="connsiteY13-96" fmla="*/ 316717 h 1748130"/>
              <a:gd name="connsiteX14-97" fmla="*/ 1827942 w 2672226"/>
              <a:gd name="connsiteY14-98" fmla="*/ 314973 h 1748130"/>
              <a:gd name="connsiteX15-99" fmla="*/ 1833364 w 2672226"/>
              <a:gd name="connsiteY15-100" fmla="*/ 291928 h 1748130"/>
              <a:gd name="connsiteX16-101" fmla="*/ 2152678 w 2672226"/>
              <a:gd name="connsiteY16-102" fmla="*/ 1643 h 1748130"/>
              <a:gd name="connsiteX0-103" fmla="*/ 2152678 w 2649271"/>
              <a:gd name="connsiteY0-104" fmla="*/ 1643 h 1729713"/>
              <a:gd name="connsiteX1-105" fmla="*/ 2325886 w 2649271"/>
              <a:gd name="connsiteY1-106" fmla="*/ 309433 h 1729713"/>
              <a:gd name="connsiteX2-107" fmla="*/ 2330530 w 2649271"/>
              <a:gd name="connsiteY2-108" fmla="*/ 321423 h 1729713"/>
              <a:gd name="connsiteX3-109" fmla="*/ 2384158 w 2649271"/>
              <a:gd name="connsiteY3-110" fmla="*/ 325838 h 1729713"/>
              <a:gd name="connsiteX4-111" fmla="*/ 2532380 w 2649271"/>
              <a:gd name="connsiteY4-112" fmla="*/ 360082 h 1729713"/>
              <a:gd name="connsiteX5-113" fmla="*/ 2648655 w 2649271"/>
              <a:gd name="connsiteY5-114" fmla="*/ 1093039 h 1729713"/>
              <a:gd name="connsiteX6-115" fmla="*/ 2481632 w 2649271"/>
              <a:gd name="connsiteY6-116" fmla="*/ 1694190 h 1729713"/>
              <a:gd name="connsiteX7-117" fmla="*/ 890405 w 2649271"/>
              <a:gd name="connsiteY7-118" fmla="*/ 1710685 h 1729713"/>
              <a:gd name="connsiteX8-119" fmla="*/ 160638 w 2649271"/>
              <a:gd name="connsiteY8-120" fmla="*/ 1617895 h 1729713"/>
              <a:gd name="connsiteX9-121" fmla="*/ 738 w 2649271"/>
              <a:gd name="connsiteY9-122" fmla="*/ 911664 h 1729713"/>
              <a:gd name="connsiteX10-123" fmla="*/ 109555 w 2649271"/>
              <a:gd name="connsiteY10-124" fmla="*/ 514731 h 1729713"/>
              <a:gd name="connsiteX11-125" fmla="*/ 303535 w 2649271"/>
              <a:gd name="connsiteY11-126" fmla="*/ 308532 h 1729713"/>
              <a:gd name="connsiteX12-127" fmla="*/ 1160418 w 2649271"/>
              <a:gd name="connsiteY12-128" fmla="*/ 323997 h 1729713"/>
              <a:gd name="connsiteX13-129" fmla="*/ 1719813 w 2649271"/>
              <a:gd name="connsiteY13-130" fmla="*/ 316717 h 1729713"/>
              <a:gd name="connsiteX14-131" fmla="*/ 1827942 w 2649271"/>
              <a:gd name="connsiteY14-132" fmla="*/ 314973 h 1729713"/>
              <a:gd name="connsiteX15-133" fmla="*/ 1833364 w 2649271"/>
              <a:gd name="connsiteY15-134" fmla="*/ 291928 h 1729713"/>
              <a:gd name="connsiteX16-135" fmla="*/ 2152678 w 2649271"/>
              <a:gd name="connsiteY16-136" fmla="*/ 1643 h 1729713"/>
              <a:gd name="connsiteX0-137" fmla="*/ 2152678 w 2649271"/>
              <a:gd name="connsiteY0-138" fmla="*/ 1643 h 1729713"/>
              <a:gd name="connsiteX1-139" fmla="*/ 2325886 w 2649271"/>
              <a:gd name="connsiteY1-140" fmla="*/ 309433 h 1729713"/>
              <a:gd name="connsiteX2-141" fmla="*/ 2330530 w 2649271"/>
              <a:gd name="connsiteY2-142" fmla="*/ 321423 h 1729713"/>
              <a:gd name="connsiteX3-143" fmla="*/ 2532380 w 2649271"/>
              <a:gd name="connsiteY3-144" fmla="*/ 360082 h 1729713"/>
              <a:gd name="connsiteX4-145" fmla="*/ 2648655 w 2649271"/>
              <a:gd name="connsiteY4-146" fmla="*/ 1093039 h 1729713"/>
              <a:gd name="connsiteX5-147" fmla="*/ 2481632 w 2649271"/>
              <a:gd name="connsiteY5-148" fmla="*/ 1694190 h 1729713"/>
              <a:gd name="connsiteX6-149" fmla="*/ 890405 w 2649271"/>
              <a:gd name="connsiteY6-150" fmla="*/ 1710685 h 1729713"/>
              <a:gd name="connsiteX7-151" fmla="*/ 160638 w 2649271"/>
              <a:gd name="connsiteY7-152" fmla="*/ 1617895 h 1729713"/>
              <a:gd name="connsiteX8-153" fmla="*/ 738 w 2649271"/>
              <a:gd name="connsiteY8-154" fmla="*/ 911664 h 1729713"/>
              <a:gd name="connsiteX9-155" fmla="*/ 109555 w 2649271"/>
              <a:gd name="connsiteY9-156" fmla="*/ 514731 h 1729713"/>
              <a:gd name="connsiteX10-157" fmla="*/ 303535 w 2649271"/>
              <a:gd name="connsiteY10-158" fmla="*/ 308532 h 1729713"/>
              <a:gd name="connsiteX11-159" fmla="*/ 1160418 w 2649271"/>
              <a:gd name="connsiteY11-160" fmla="*/ 323997 h 1729713"/>
              <a:gd name="connsiteX12-161" fmla="*/ 1719813 w 2649271"/>
              <a:gd name="connsiteY12-162" fmla="*/ 316717 h 1729713"/>
              <a:gd name="connsiteX13-163" fmla="*/ 1827942 w 2649271"/>
              <a:gd name="connsiteY13-164" fmla="*/ 314973 h 1729713"/>
              <a:gd name="connsiteX14-165" fmla="*/ 1833364 w 2649271"/>
              <a:gd name="connsiteY14-166" fmla="*/ 291928 h 1729713"/>
              <a:gd name="connsiteX15-167" fmla="*/ 2152678 w 2649271"/>
              <a:gd name="connsiteY15-168" fmla="*/ 1643 h 1729713"/>
              <a:gd name="connsiteX0-169" fmla="*/ 2152678 w 2649271"/>
              <a:gd name="connsiteY0-170" fmla="*/ 1643 h 1729713"/>
              <a:gd name="connsiteX1-171" fmla="*/ 2325886 w 2649271"/>
              <a:gd name="connsiteY1-172" fmla="*/ 309433 h 1729713"/>
              <a:gd name="connsiteX2-173" fmla="*/ 2532380 w 2649271"/>
              <a:gd name="connsiteY2-174" fmla="*/ 360082 h 1729713"/>
              <a:gd name="connsiteX3-175" fmla="*/ 2648655 w 2649271"/>
              <a:gd name="connsiteY3-176" fmla="*/ 1093039 h 1729713"/>
              <a:gd name="connsiteX4-177" fmla="*/ 2481632 w 2649271"/>
              <a:gd name="connsiteY4-178" fmla="*/ 1694190 h 1729713"/>
              <a:gd name="connsiteX5-179" fmla="*/ 890405 w 2649271"/>
              <a:gd name="connsiteY5-180" fmla="*/ 1710685 h 1729713"/>
              <a:gd name="connsiteX6-181" fmla="*/ 160638 w 2649271"/>
              <a:gd name="connsiteY6-182" fmla="*/ 1617895 h 1729713"/>
              <a:gd name="connsiteX7-183" fmla="*/ 738 w 2649271"/>
              <a:gd name="connsiteY7-184" fmla="*/ 911664 h 1729713"/>
              <a:gd name="connsiteX8-185" fmla="*/ 109555 w 2649271"/>
              <a:gd name="connsiteY8-186" fmla="*/ 514731 h 1729713"/>
              <a:gd name="connsiteX9-187" fmla="*/ 303535 w 2649271"/>
              <a:gd name="connsiteY9-188" fmla="*/ 308532 h 1729713"/>
              <a:gd name="connsiteX10-189" fmla="*/ 1160418 w 2649271"/>
              <a:gd name="connsiteY10-190" fmla="*/ 323997 h 1729713"/>
              <a:gd name="connsiteX11-191" fmla="*/ 1719813 w 2649271"/>
              <a:gd name="connsiteY11-192" fmla="*/ 316717 h 1729713"/>
              <a:gd name="connsiteX12-193" fmla="*/ 1827942 w 2649271"/>
              <a:gd name="connsiteY12-194" fmla="*/ 314973 h 1729713"/>
              <a:gd name="connsiteX13-195" fmla="*/ 1833364 w 2649271"/>
              <a:gd name="connsiteY13-196" fmla="*/ 291928 h 1729713"/>
              <a:gd name="connsiteX14-197" fmla="*/ 2152678 w 2649271"/>
              <a:gd name="connsiteY14-198" fmla="*/ 1643 h 1729713"/>
              <a:gd name="connsiteX0-199" fmla="*/ 2152678 w 2649562"/>
              <a:gd name="connsiteY0-200" fmla="*/ 1643 h 1729713"/>
              <a:gd name="connsiteX1-201" fmla="*/ 2209772 w 2649562"/>
              <a:gd name="connsiteY1-202" fmla="*/ 352976 h 1729713"/>
              <a:gd name="connsiteX2-203" fmla="*/ 2532380 w 2649562"/>
              <a:gd name="connsiteY2-204" fmla="*/ 360082 h 1729713"/>
              <a:gd name="connsiteX3-205" fmla="*/ 2648655 w 2649562"/>
              <a:gd name="connsiteY3-206" fmla="*/ 1093039 h 1729713"/>
              <a:gd name="connsiteX4-207" fmla="*/ 2481632 w 2649562"/>
              <a:gd name="connsiteY4-208" fmla="*/ 1694190 h 1729713"/>
              <a:gd name="connsiteX5-209" fmla="*/ 890405 w 2649562"/>
              <a:gd name="connsiteY5-210" fmla="*/ 1710685 h 1729713"/>
              <a:gd name="connsiteX6-211" fmla="*/ 160638 w 2649562"/>
              <a:gd name="connsiteY6-212" fmla="*/ 1617895 h 1729713"/>
              <a:gd name="connsiteX7-213" fmla="*/ 738 w 2649562"/>
              <a:gd name="connsiteY7-214" fmla="*/ 911664 h 1729713"/>
              <a:gd name="connsiteX8-215" fmla="*/ 109555 w 2649562"/>
              <a:gd name="connsiteY8-216" fmla="*/ 514731 h 1729713"/>
              <a:gd name="connsiteX9-217" fmla="*/ 303535 w 2649562"/>
              <a:gd name="connsiteY9-218" fmla="*/ 308532 h 1729713"/>
              <a:gd name="connsiteX10-219" fmla="*/ 1160418 w 2649562"/>
              <a:gd name="connsiteY10-220" fmla="*/ 323997 h 1729713"/>
              <a:gd name="connsiteX11-221" fmla="*/ 1719813 w 2649562"/>
              <a:gd name="connsiteY11-222" fmla="*/ 316717 h 1729713"/>
              <a:gd name="connsiteX12-223" fmla="*/ 1827942 w 2649562"/>
              <a:gd name="connsiteY12-224" fmla="*/ 314973 h 1729713"/>
              <a:gd name="connsiteX13-225" fmla="*/ 1833364 w 2649562"/>
              <a:gd name="connsiteY13-226" fmla="*/ 291928 h 1729713"/>
              <a:gd name="connsiteX14-227" fmla="*/ 2152678 w 2649562"/>
              <a:gd name="connsiteY14-228" fmla="*/ 1643 h 172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</a:cxnLst>
            <a:rect l="l" t="t" r="r" b="b"/>
            <a:pathLst>
              <a:path w="2649562" h="1729713">
                <a:moveTo>
                  <a:pt x="2152678" y="1643"/>
                </a:moveTo>
                <a:cubicBezTo>
                  <a:pt x="2191988" y="95381"/>
                  <a:pt x="2164320" y="256285"/>
                  <a:pt x="2209772" y="352976"/>
                </a:cubicBezTo>
                <a:cubicBezTo>
                  <a:pt x="2317308" y="355345"/>
                  <a:pt x="2459233" y="236738"/>
                  <a:pt x="2532380" y="360082"/>
                </a:cubicBezTo>
                <a:cubicBezTo>
                  <a:pt x="2605527" y="483426"/>
                  <a:pt x="2657113" y="870688"/>
                  <a:pt x="2648655" y="1093039"/>
                </a:cubicBezTo>
                <a:cubicBezTo>
                  <a:pt x="2640197" y="1315390"/>
                  <a:pt x="2673074" y="1634792"/>
                  <a:pt x="2481632" y="1694190"/>
                </a:cubicBezTo>
                <a:cubicBezTo>
                  <a:pt x="2290190" y="1753588"/>
                  <a:pt x="1277237" y="1723401"/>
                  <a:pt x="890405" y="1710685"/>
                </a:cubicBezTo>
                <a:cubicBezTo>
                  <a:pt x="503573" y="1697969"/>
                  <a:pt x="308916" y="1751065"/>
                  <a:pt x="160638" y="1617895"/>
                </a:cubicBezTo>
                <a:cubicBezTo>
                  <a:pt x="12360" y="1484725"/>
                  <a:pt x="9252" y="1095525"/>
                  <a:pt x="738" y="911664"/>
                </a:cubicBezTo>
                <a:cubicBezTo>
                  <a:pt x="-7776" y="727803"/>
                  <a:pt x="59089" y="615253"/>
                  <a:pt x="109555" y="514731"/>
                </a:cubicBezTo>
                <a:cubicBezTo>
                  <a:pt x="160021" y="414209"/>
                  <a:pt x="168528" y="314546"/>
                  <a:pt x="303535" y="308532"/>
                </a:cubicBezTo>
                <a:cubicBezTo>
                  <a:pt x="438541" y="302518"/>
                  <a:pt x="788945" y="315406"/>
                  <a:pt x="1160418" y="323997"/>
                </a:cubicBezTo>
                <a:cubicBezTo>
                  <a:pt x="1299721" y="327219"/>
                  <a:pt x="1507240" y="321113"/>
                  <a:pt x="1719813" y="316717"/>
                </a:cubicBezTo>
                <a:lnTo>
                  <a:pt x="1827942" y="314973"/>
                </a:lnTo>
                <a:lnTo>
                  <a:pt x="1833364" y="291928"/>
                </a:lnTo>
                <a:cubicBezTo>
                  <a:pt x="1955525" y="137109"/>
                  <a:pt x="2077687" y="-17710"/>
                  <a:pt x="2152678" y="1643"/>
                </a:cubicBezTo>
                <a:close/>
              </a:path>
            </a:pathLst>
          </a:custGeom>
          <a:noFill/>
          <a:ln w="3175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>
            <p:custDataLst>
              <p:tags r:id="rId2"/>
            </p:custDataLst>
          </p:nvPr>
        </p:nvGrpSpPr>
        <p:grpSpPr>
          <a:xfrm>
            <a:off x="3122430" y="3127172"/>
            <a:ext cx="1259555" cy="1897402"/>
            <a:chOff x="4869199" y="2184580"/>
            <a:chExt cx="1569382" cy="2364128"/>
          </a:xfrm>
          <a:solidFill>
            <a:srgbClr val="114196"/>
          </a:solidFill>
        </p:grpSpPr>
        <p:sp>
          <p:nvSpPr>
            <p:cNvPr id="18" name="Freeform 3737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4879259" y="2370693"/>
              <a:ext cx="603607" cy="658939"/>
            </a:xfrm>
            <a:custGeom>
              <a:avLst/>
              <a:gdLst>
                <a:gd name="T0" fmla="*/ 0 w 110"/>
                <a:gd name="T1" fmla="*/ 59 h 119"/>
                <a:gd name="T2" fmla="*/ 53 w 110"/>
                <a:gd name="T3" fmla="*/ 0 h 119"/>
                <a:gd name="T4" fmla="*/ 53 w 110"/>
                <a:gd name="T5" fmla="*/ 0 h 119"/>
                <a:gd name="T6" fmla="*/ 110 w 110"/>
                <a:gd name="T7" fmla="*/ 60 h 119"/>
                <a:gd name="T8" fmla="*/ 110 w 110"/>
                <a:gd name="T9" fmla="*/ 60 h 119"/>
                <a:gd name="T10" fmla="*/ 52 w 110"/>
                <a:gd name="T11" fmla="*/ 119 h 119"/>
                <a:gd name="T12" fmla="*/ 52 w 110"/>
                <a:gd name="T13" fmla="*/ 119 h 119"/>
                <a:gd name="T14" fmla="*/ 0 w 110"/>
                <a:gd name="T15" fmla="*/ 59 h 119"/>
                <a:gd name="T16" fmla="*/ 4 w 110"/>
                <a:gd name="T17" fmla="*/ 59 h 119"/>
                <a:gd name="T18" fmla="*/ 52 w 110"/>
                <a:gd name="T19" fmla="*/ 115 h 119"/>
                <a:gd name="T20" fmla="*/ 52 w 110"/>
                <a:gd name="T21" fmla="*/ 115 h 119"/>
                <a:gd name="T22" fmla="*/ 89 w 110"/>
                <a:gd name="T23" fmla="*/ 99 h 119"/>
                <a:gd name="T24" fmla="*/ 89 w 110"/>
                <a:gd name="T25" fmla="*/ 99 h 119"/>
                <a:gd name="T26" fmla="*/ 106 w 110"/>
                <a:gd name="T27" fmla="*/ 60 h 119"/>
                <a:gd name="T28" fmla="*/ 106 w 110"/>
                <a:gd name="T29" fmla="*/ 60 h 119"/>
                <a:gd name="T30" fmla="*/ 53 w 110"/>
                <a:gd name="T31" fmla="*/ 4 h 119"/>
                <a:gd name="T32" fmla="*/ 53 w 110"/>
                <a:gd name="T33" fmla="*/ 4 h 119"/>
                <a:gd name="T34" fmla="*/ 4 w 110"/>
                <a:gd name="T35" fmla="*/ 5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" h="119">
                  <a:moveTo>
                    <a:pt x="0" y="59"/>
                  </a:moveTo>
                  <a:cubicBezTo>
                    <a:pt x="0" y="26"/>
                    <a:pt x="2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83" y="0"/>
                    <a:pt x="110" y="27"/>
                    <a:pt x="110" y="60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10" y="92"/>
                    <a:pt x="81" y="119"/>
                    <a:pt x="52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22" y="119"/>
                    <a:pt x="0" y="91"/>
                    <a:pt x="0" y="59"/>
                  </a:cubicBezTo>
                  <a:close/>
                  <a:moveTo>
                    <a:pt x="4" y="59"/>
                  </a:moveTo>
                  <a:cubicBezTo>
                    <a:pt x="4" y="90"/>
                    <a:pt x="25" y="115"/>
                    <a:pt x="52" y="115"/>
                  </a:cubicBezTo>
                  <a:cubicBezTo>
                    <a:pt x="52" y="115"/>
                    <a:pt x="52" y="115"/>
                    <a:pt x="52" y="115"/>
                  </a:cubicBezTo>
                  <a:cubicBezTo>
                    <a:pt x="65" y="115"/>
                    <a:pt x="79" y="109"/>
                    <a:pt x="89" y="99"/>
                  </a:cubicBezTo>
                  <a:cubicBezTo>
                    <a:pt x="89" y="99"/>
                    <a:pt x="89" y="99"/>
                    <a:pt x="89" y="99"/>
                  </a:cubicBezTo>
                  <a:cubicBezTo>
                    <a:pt x="99" y="89"/>
                    <a:pt x="106" y="75"/>
                    <a:pt x="106" y="60"/>
                  </a:cubicBezTo>
                  <a:cubicBezTo>
                    <a:pt x="106" y="60"/>
                    <a:pt x="106" y="60"/>
                    <a:pt x="106" y="60"/>
                  </a:cubicBezTo>
                  <a:cubicBezTo>
                    <a:pt x="106" y="29"/>
                    <a:pt x="80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26" y="4"/>
                    <a:pt x="4" y="28"/>
                    <a:pt x="4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3738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4869199" y="2360633"/>
              <a:ext cx="628759" cy="679060"/>
            </a:xfrm>
            <a:custGeom>
              <a:avLst/>
              <a:gdLst>
                <a:gd name="T0" fmla="*/ 0 w 114"/>
                <a:gd name="T1" fmla="*/ 61 h 123"/>
                <a:gd name="T2" fmla="*/ 2 w 114"/>
                <a:gd name="T3" fmla="*/ 61 h 123"/>
                <a:gd name="T4" fmla="*/ 0 w 114"/>
                <a:gd name="T5" fmla="*/ 61 h 123"/>
                <a:gd name="T6" fmla="*/ 55 w 114"/>
                <a:gd name="T7" fmla="*/ 0 h 123"/>
                <a:gd name="T8" fmla="*/ 55 w 114"/>
                <a:gd name="T9" fmla="*/ 0 h 123"/>
                <a:gd name="T10" fmla="*/ 114 w 114"/>
                <a:gd name="T11" fmla="*/ 62 h 123"/>
                <a:gd name="T12" fmla="*/ 114 w 114"/>
                <a:gd name="T13" fmla="*/ 62 h 123"/>
                <a:gd name="T14" fmla="*/ 54 w 114"/>
                <a:gd name="T15" fmla="*/ 123 h 123"/>
                <a:gd name="T16" fmla="*/ 54 w 114"/>
                <a:gd name="T17" fmla="*/ 123 h 123"/>
                <a:gd name="T18" fmla="*/ 0 w 114"/>
                <a:gd name="T19" fmla="*/ 61 h 123"/>
                <a:gd name="T20" fmla="*/ 54 w 114"/>
                <a:gd name="T21" fmla="*/ 119 h 123"/>
                <a:gd name="T22" fmla="*/ 102 w 114"/>
                <a:gd name="T23" fmla="*/ 89 h 123"/>
                <a:gd name="T24" fmla="*/ 102 w 114"/>
                <a:gd name="T25" fmla="*/ 89 h 123"/>
                <a:gd name="T26" fmla="*/ 93 w 114"/>
                <a:gd name="T27" fmla="*/ 102 h 123"/>
                <a:gd name="T28" fmla="*/ 93 w 114"/>
                <a:gd name="T29" fmla="*/ 102 h 123"/>
                <a:gd name="T30" fmla="*/ 54 w 114"/>
                <a:gd name="T31" fmla="*/ 119 h 123"/>
                <a:gd name="T32" fmla="*/ 54 w 114"/>
                <a:gd name="T33" fmla="*/ 119 h 123"/>
                <a:gd name="T34" fmla="*/ 54 w 114"/>
                <a:gd name="T35" fmla="*/ 119 h 123"/>
                <a:gd name="T36" fmla="*/ 54 w 114"/>
                <a:gd name="T37" fmla="*/ 119 h 123"/>
                <a:gd name="T38" fmla="*/ 16 w 114"/>
                <a:gd name="T39" fmla="*/ 99 h 123"/>
                <a:gd name="T40" fmla="*/ 16 w 114"/>
                <a:gd name="T41" fmla="*/ 99 h 123"/>
                <a:gd name="T42" fmla="*/ 54 w 114"/>
                <a:gd name="T43" fmla="*/ 119 h 123"/>
                <a:gd name="T44" fmla="*/ 54 w 114"/>
                <a:gd name="T45" fmla="*/ 115 h 123"/>
                <a:gd name="T46" fmla="*/ 54 w 114"/>
                <a:gd name="T47" fmla="*/ 115 h 123"/>
                <a:gd name="T48" fmla="*/ 54 w 114"/>
                <a:gd name="T49" fmla="*/ 115 h 123"/>
                <a:gd name="T50" fmla="*/ 90 w 114"/>
                <a:gd name="T51" fmla="*/ 99 h 123"/>
                <a:gd name="T52" fmla="*/ 90 w 114"/>
                <a:gd name="T53" fmla="*/ 99 h 123"/>
                <a:gd name="T54" fmla="*/ 106 w 114"/>
                <a:gd name="T55" fmla="*/ 62 h 123"/>
                <a:gd name="T56" fmla="*/ 106 w 114"/>
                <a:gd name="T57" fmla="*/ 62 h 123"/>
                <a:gd name="T58" fmla="*/ 55 w 114"/>
                <a:gd name="T59" fmla="*/ 8 h 123"/>
                <a:gd name="T60" fmla="*/ 55 w 114"/>
                <a:gd name="T61" fmla="*/ 8 h 123"/>
                <a:gd name="T62" fmla="*/ 8 w 114"/>
                <a:gd name="T63" fmla="*/ 61 h 123"/>
                <a:gd name="T64" fmla="*/ 8 w 114"/>
                <a:gd name="T65" fmla="*/ 61 h 123"/>
                <a:gd name="T66" fmla="*/ 54 w 114"/>
                <a:gd name="T67" fmla="*/ 115 h 123"/>
                <a:gd name="T68" fmla="*/ 110 w 114"/>
                <a:gd name="T69" fmla="*/ 62 h 123"/>
                <a:gd name="T70" fmla="*/ 55 w 114"/>
                <a:gd name="T71" fmla="*/ 4 h 123"/>
                <a:gd name="T72" fmla="*/ 55 w 114"/>
                <a:gd name="T73" fmla="*/ 4 h 123"/>
                <a:gd name="T74" fmla="*/ 110 w 114"/>
                <a:gd name="T75" fmla="*/ 62 h 123"/>
                <a:gd name="T76" fmla="*/ 6 w 114"/>
                <a:gd name="T77" fmla="*/ 61 h 123"/>
                <a:gd name="T78" fmla="*/ 4 w 114"/>
                <a:gd name="T79" fmla="*/ 61 h 123"/>
                <a:gd name="T80" fmla="*/ 4 w 114"/>
                <a:gd name="T81" fmla="*/ 61 h 123"/>
                <a:gd name="T82" fmla="*/ 4 w 114"/>
                <a:gd name="T83" fmla="*/ 61 h 123"/>
                <a:gd name="T84" fmla="*/ 4 w 114"/>
                <a:gd name="T85" fmla="*/ 61 h 123"/>
                <a:gd name="T86" fmla="*/ 4 w 114"/>
                <a:gd name="T87" fmla="*/ 61 h 123"/>
                <a:gd name="T88" fmla="*/ 6 w 114"/>
                <a:gd name="T89" fmla="*/ 61 h 123"/>
                <a:gd name="T90" fmla="*/ 17 w 114"/>
                <a:gd name="T91" fmla="*/ 23 h 123"/>
                <a:gd name="T92" fmla="*/ 55 w 114"/>
                <a:gd name="T93" fmla="*/ 4 h 123"/>
                <a:gd name="T94" fmla="*/ 55 w 114"/>
                <a:gd name="T95" fmla="*/ 4 h 123"/>
                <a:gd name="T96" fmla="*/ 17 w 114"/>
                <a:gd name="T97" fmla="*/ 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4" h="123">
                  <a:moveTo>
                    <a:pt x="0" y="61"/>
                  </a:moveTo>
                  <a:cubicBezTo>
                    <a:pt x="2" y="61"/>
                    <a:pt x="2" y="61"/>
                    <a:pt x="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27"/>
                    <a:pt x="24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6" y="0"/>
                    <a:pt x="114" y="28"/>
                    <a:pt x="114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14" y="96"/>
                    <a:pt x="84" y="123"/>
                    <a:pt x="54" y="123"/>
                  </a:cubicBezTo>
                  <a:cubicBezTo>
                    <a:pt x="54" y="123"/>
                    <a:pt x="54" y="123"/>
                    <a:pt x="54" y="123"/>
                  </a:cubicBezTo>
                  <a:cubicBezTo>
                    <a:pt x="23" y="123"/>
                    <a:pt x="0" y="94"/>
                    <a:pt x="0" y="61"/>
                  </a:cubicBezTo>
                  <a:close/>
                  <a:moveTo>
                    <a:pt x="54" y="119"/>
                  </a:moveTo>
                  <a:cubicBezTo>
                    <a:pt x="73" y="119"/>
                    <a:pt x="92" y="107"/>
                    <a:pt x="102" y="89"/>
                  </a:cubicBezTo>
                  <a:cubicBezTo>
                    <a:pt x="102" y="89"/>
                    <a:pt x="102" y="89"/>
                    <a:pt x="102" y="89"/>
                  </a:cubicBezTo>
                  <a:cubicBezTo>
                    <a:pt x="100" y="94"/>
                    <a:pt x="96" y="98"/>
                    <a:pt x="93" y="102"/>
                  </a:cubicBezTo>
                  <a:cubicBezTo>
                    <a:pt x="93" y="102"/>
                    <a:pt x="93" y="102"/>
                    <a:pt x="93" y="102"/>
                  </a:cubicBezTo>
                  <a:cubicBezTo>
                    <a:pt x="82" y="113"/>
                    <a:pt x="68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38" y="119"/>
                    <a:pt x="25" y="111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5" y="111"/>
                    <a:pt x="38" y="119"/>
                    <a:pt x="54" y="119"/>
                  </a:cubicBezTo>
                  <a:close/>
                  <a:moveTo>
                    <a:pt x="54" y="115"/>
                  </a:moveTo>
                  <a:cubicBezTo>
                    <a:pt x="54" y="115"/>
                    <a:pt x="54" y="115"/>
                    <a:pt x="54" y="115"/>
                  </a:cubicBezTo>
                  <a:cubicBezTo>
                    <a:pt x="54" y="115"/>
                    <a:pt x="54" y="115"/>
                    <a:pt x="54" y="115"/>
                  </a:cubicBezTo>
                  <a:cubicBezTo>
                    <a:pt x="67" y="115"/>
                    <a:pt x="80" y="10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0" y="90"/>
                    <a:pt x="106" y="76"/>
                    <a:pt x="106" y="62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6" y="32"/>
                    <a:pt x="81" y="8"/>
                    <a:pt x="55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29" y="8"/>
                    <a:pt x="8" y="31"/>
                    <a:pt x="8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91"/>
                    <a:pt x="28" y="115"/>
                    <a:pt x="54" y="115"/>
                  </a:cubicBezTo>
                  <a:close/>
                  <a:moveTo>
                    <a:pt x="110" y="62"/>
                  </a:moveTo>
                  <a:cubicBezTo>
                    <a:pt x="110" y="30"/>
                    <a:pt x="83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83" y="4"/>
                    <a:pt x="110" y="30"/>
                    <a:pt x="110" y="62"/>
                  </a:cubicBezTo>
                  <a:close/>
                  <a:moveTo>
                    <a:pt x="6" y="61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6" y="61"/>
                    <a:pt x="6" y="61"/>
                    <a:pt x="6" y="61"/>
                  </a:cubicBezTo>
                  <a:close/>
                  <a:moveTo>
                    <a:pt x="17" y="23"/>
                  </a:moveTo>
                  <a:cubicBezTo>
                    <a:pt x="26" y="11"/>
                    <a:pt x="40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0" y="4"/>
                    <a:pt x="26" y="11"/>
                    <a:pt x="17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3739"/>
            <p:cNvSpPr/>
            <p:nvPr>
              <p:custDataLst>
                <p:tags r:id="rId5"/>
              </p:custDataLst>
            </p:nvPr>
          </p:nvSpPr>
          <p:spPr bwMode="auto">
            <a:xfrm>
              <a:off x="5005012" y="2576924"/>
              <a:ext cx="20120" cy="20120"/>
            </a:xfrm>
            <a:custGeom>
              <a:avLst/>
              <a:gdLst>
                <a:gd name="T0" fmla="*/ 0 w 4"/>
                <a:gd name="T1" fmla="*/ 4 h 4"/>
                <a:gd name="T2" fmla="*/ 0 w 4"/>
                <a:gd name="T3" fmla="*/ 0 h 4"/>
                <a:gd name="T4" fmla="*/ 4 w 4"/>
                <a:gd name="T5" fmla="*/ 0 h 4"/>
                <a:gd name="T6" fmla="*/ 4 w 4"/>
                <a:gd name="T7" fmla="*/ 4 h 4"/>
                <a:gd name="T8" fmla="*/ 0 w 4"/>
                <a:gd name="T9" fmla="*/ 4 h 4"/>
                <a:gd name="T10" fmla="*/ 0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374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4994952" y="2561836"/>
              <a:ext cx="45272" cy="45272"/>
            </a:xfrm>
            <a:custGeom>
              <a:avLst/>
              <a:gdLst>
                <a:gd name="T0" fmla="*/ 6 w 9"/>
                <a:gd name="T1" fmla="*/ 9 h 9"/>
                <a:gd name="T2" fmla="*/ 2 w 9"/>
                <a:gd name="T3" fmla="*/ 9 h 9"/>
                <a:gd name="T4" fmla="*/ 2 w 9"/>
                <a:gd name="T5" fmla="*/ 7 h 9"/>
                <a:gd name="T6" fmla="*/ 4 w 9"/>
                <a:gd name="T7" fmla="*/ 7 h 9"/>
                <a:gd name="T8" fmla="*/ 2 w 9"/>
                <a:gd name="T9" fmla="*/ 7 h 9"/>
                <a:gd name="T10" fmla="*/ 2 w 9"/>
                <a:gd name="T11" fmla="*/ 9 h 9"/>
                <a:gd name="T12" fmla="*/ 0 w 9"/>
                <a:gd name="T13" fmla="*/ 9 h 9"/>
                <a:gd name="T14" fmla="*/ 0 w 9"/>
                <a:gd name="T15" fmla="*/ 0 h 9"/>
                <a:gd name="T16" fmla="*/ 9 w 9"/>
                <a:gd name="T17" fmla="*/ 0 h 9"/>
                <a:gd name="T18" fmla="*/ 9 w 9"/>
                <a:gd name="T19" fmla="*/ 9 h 9"/>
                <a:gd name="T20" fmla="*/ 6 w 9"/>
                <a:gd name="T21" fmla="*/ 9 h 9"/>
                <a:gd name="T22" fmla="*/ 6 w 9"/>
                <a:gd name="T23" fmla="*/ 9 h 9"/>
                <a:gd name="T24" fmla="*/ 4 w 9"/>
                <a:gd name="T25" fmla="*/ 5 h 9"/>
                <a:gd name="T26" fmla="*/ 4 w 9"/>
                <a:gd name="T27" fmla="*/ 5 h 9"/>
                <a:gd name="T28" fmla="*/ 4 w 9"/>
                <a:gd name="T29" fmla="*/ 5 h 9"/>
                <a:gd name="T30" fmla="*/ 4 w 9"/>
                <a:gd name="T31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9">
                  <a:moveTo>
                    <a:pt x="6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6" y="9"/>
                  </a:lnTo>
                  <a:lnTo>
                    <a:pt x="6" y="9"/>
                  </a:lnTo>
                  <a:close/>
                  <a:moveTo>
                    <a:pt x="4" y="5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741"/>
            <p:cNvSpPr/>
            <p:nvPr>
              <p:custDataLst>
                <p:tags r:id="rId7"/>
              </p:custDataLst>
            </p:nvPr>
          </p:nvSpPr>
          <p:spPr bwMode="auto">
            <a:xfrm>
              <a:off x="5155914" y="2511535"/>
              <a:ext cx="25152" cy="25152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374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140822" y="2501475"/>
              <a:ext cx="50301" cy="45272"/>
            </a:xfrm>
            <a:custGeom>
              <a:avLst/>
              <a:gdLst>
                <a:gd name="T0" fmla="*/ 8 w 10"/>
                <a:gd name="T1" fmla="*/ 9 h 9"/>
                <a:gd name="T2" fmla="*/ 3 w 10"/>
                <a:gd name="T3" fmla="*/ 9 h 9"/>
                <a:gd name="T4" fmla="*/ 3 w 10"/>
                <a:gd name="T5" fmla="*/ 7 h 9"/>
                <a:gd name="T6" fmla="*/ 5 w 10"/>
                <a:gd name="T7" fmla="*/ 7 h 9"/>
                <a:gd name="T8" fmla="*/ 3 w 10"/>
                <a:gd name="T9" fmla="*/ 7 h 9"/>
                <a:gd name="T10" fmla="*/ 3 w 10"/>
                <a:gd name="T11" fmla="*/ 9 h 9"/>
                <a:gd name="T12" fmla="*/ 0 w 10"/>
                <a:gd name="T13" fmla="*/ 9 h 9"/>
                <a:gd name="T14" fmla="*/ 0 w 10"/>
                <a:gd name="T15" fmla="*/ 0 h 9"/>
                <a:gd name="T16" fmla="*/ 10 w 10"/>
                <a:gd name="T17" fmla="*/ 0 h 9"/>
                <a:gd name="T18" fmla="*/ 10 w 10"/>
                <a:gd name="T19" fmla="*/ 9 h 9"/>
                <a:gd name="T20" fmla="*/ 8 w 10"/>
                <a:gd name="T21" fmla="*/ 9 h 9"/>
                <a:gd name="T22" fmla="*/ 8 w 10"/>
                <a:gd name="T23" fmla="*/ 9 h 9"/>
                <a:gd name="T24" fmla="*/ 6 w 10"/>
                <a:gd name="T25" fmla="*/ 5 h 9"/>
                <a:gd name="T26" fmla="*/ 6 w 10"/>
                <a:gd name="T27" fmla="*/ 5 h 9"/>
                <a:gd name="T28" fmla="*/ 5 w 10"/>
                <a:gd name="T29" fmla="*/ 5 h 9"/>
                <a:gd name="T30" fmla="*/ 5 w 10"/>
                <a:gd name="T31" fmla="*/ 5 h 9"/>
                <a:gd name="T32" fmla="*/ 6 w 10"/>
                <a:gd name="T33" fmla="*/ 5 h 9"/>
                <a:gd name="T34" fmla="*/ 6 w 10"/>
                <a:gd name="T3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9">
                  <a:moveTo>
                    <a:pt x="8" y="9"/>
                  </a:moveTo>
                  <a:lnTo>
                    <a:pt x="3" y="9"/>
                  </a:lnTo>
                  <a:lnTo>
                    <a:pt x="3" y="7"/>
                  </a:lnTo>
                  <a:lnTo>
                    <a:pt x="5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  <a:lnTo>
                    <a:pt x="8" y="9"/>
                  </a:lnTo>
                  <a:lnTo>
                    <a:pt x="8" y="9"/>
                  </a:lnTo>
                  <a:close/>
                  <a:moveTo>
                    <a:pt x="6" y="5"/>
                  </a:move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3743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4944651" y="2637285"/>
              <a:ext cx="281683" cy="176054"/>
            </a:xfrm>
            <a:custGeom>
              <a:avLst/>
              <a:gdLst>
                <a:gd name="T0" fmla="*/ 0 w 51"/>
                <a:gd name="T1" fmla="*/ 18 h 32"/>
                <a:gd name="T2" fmla="*/ 3 w 51"/>
                <a:gd name="T3" fmla="*/ 15 h 32"/>
                <a:gd name="T4" fmla="*/ 11 w 51"/>
                <a:gd name="T5" fmla="*/ 22 h 32"/>
                <a:gd name="T6" fmla="*/ 11 w 51"/>
                <a:gd name="T7" fmla="*/ 22 h 32"/>
                <a:gd name="T8" fmla="*/ 27 w 51"/>
                <a:gd name="T9" fmla="*/ 28 h 32"/>
                <a:gd name="T10" fmla="*/ 27 w 51"/>
                <a:gd name="T11" fmla="*/ 28 h 32"/>
                <a:gd name="T12" fmla="*/ 34 w 51"/>
                <a:gd name="T13" fmla="*/ 26 h 32"/>
                <a:gd name="T14" fmla="*/ 34 w 51"/>
                <a:gd name="T15" fmla="*/ 26 h 32"/>
                <a:gd name="T16" fmla="*/ 47 w 51"/>
                <a:gd name="T17" fmla="*/ 3 h 32"/>
                <a:gd name="T18" fmla="*/ 47 w 51"/>
                <a:gd name="T19" fmla="*/ 3 h 32"/>
                <a:gd name="T20" fmla="*/ 47 w 51"/>
                <a:gd name="T21" fmla="*/ 0 h 32"/>
                <a:gd name="T22" fmla="*/ 47 w 51"/>
                <a:gd name="T23" fmla="*/ 0 h 32"/>
                <a:gd name="T24" fmla="*/ 51 w 51"/>
                <a:gd name="T25" fmla="*/ 0 h 32"/>
                <a:gd name="T26" fmla="*/ 51 w 51"/>
                <a:gd name="T27" fmla="*/ 3 h 32"/>
                <a:gd name="T28" fmla="*/ 51 w 51"/>
                <a:gd name="T29" fmla="*/ 3 h 32"/>
                <a:gd name="T30" fmla="*/ 36 w 51"/>
                <a:gd name="T31" fmla="*/ 30 h 32"/>
                <a:gd name="T32" fmla="*/ 36 w 51"/>
                <a:gd name="T33" fmla="*/ 30 h 32"/>
                <a:gd name="T34" fmla="*/ 27 w 51"/>
                <a:gd name="T35" fmla="*/ 32 h 32"/>
                <a:gd name="T36" fmla="*/ 27 w 51"/>
                <a:gd name="T37" fmla="*/ 32 h 32"/>
                <a:gd name="T38" fmla="*/ 0 w 51"/>
                <a:gd name="T39" fmla="*/ 18 h 32"/>
                <a:gd name="T40" fmla="*/ 0 w 51"/>
                <a:gd name="T41" fmla="*/ 18 h 32"/>
                <a:gd name="T42" fmla="*/ 0 w 51"/>
                <a:gd name="T43" fmla="*/ 18 h 32"/>
                <a:gd name="T44" fmla="*/ 0 w 51"/>
                <a:gd name="T45" fmla="*/ 18 h 32"/>
                <a:gd name="T46" fmla="*/ 0 w 51"/>
                <a:gd name="T47" fmla="*/ 18 h 32"/>
                <a:gd name="T48" fmla="*/ 0 w 51"/>
                <a:gd name="T49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" h="32">
                  <a:moveTo>
                    <a:pt x="0" y="18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6" y="18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5" y="25"/>
                    <a:pt x="22" y="28"/>
                    <a:pt x="27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30" y="28"/>
                    <a:pt x="32" y="28"/>
                    <a:pt x="34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45" y="21"/>
                    <a:pt x="47" y="9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1"/>
                    <a:pt x="47" y="0"/>
                    <a:pt x="47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1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9"/>
                    <a:pt x="49" y="23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3" y="31"/>
                    <a:pt x="30" y="32"/>
                    <a:pt x="27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13" y="32"/>
                    <a:pt x="1" y="18"/>
                    <a:pt x="0" y="18"/>
                  </a:cubicBezTo>
                  <a:close/>
                  <a:moveTo>
                    <a:pt x="0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3744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4929560" y="2622197"/>
              <a:ext cx="306835" cy="201202"/>
            </a:xfrm>
            <a:custGeom>
              <a:avLst/>
              <a:gdLst>
                <a:gd name="T0" fmla="*/ 5 w 56"/>
                <a:gd name="T1" fmla="*/ 24 h 36"/>
                <a:gd name="T2" fmla="*/ 5 w 56"/>
                <a:gd name="T3" fmla="*/ 26 h 36"/>
                <a:gd name="T4" fmla="*/ 0 w 56"/>
                <a:gd name="T5" fmla="*/ 20 h 36"/>
                <a:gd name="T6" fmla="*/ 5 w 56"/>
                <a:gd name="T7" fmla="*/ 15 h 36"/>
                <a:gd name="T8" fmla="*/ 6 w 56"/>
                <a:gd name="T9" fmla="*/ 15 h 36"/>
                <a:gd name="T10" fmla="*/ 7 w 56"/>
                <a:gd name="T11" fmla="*/ 15 h 36"/>
                <a:gd name="T12" fmla="*/ 7 w 56"/>
                <a:gd name="T13" fmla="*/ 15 h 36"/>
                <a:gd name="T14" fmla="*/ 8 w 56"/>
                <a:gd name="T15" fmla="*/ 15 h 36"/>
                <a:gd name="T16" fmla="*/ 8 w 56"/>
                <a:gd name="T17" fmla="*/ 15 h 36"/>
                <a:gd name="T18" fmla="*/ 8 w 56"/>
                <a:gd name="T19" fmla="*/ 16 h 36"/>
                <a:gd name="T20" fmla="*/ 8 w 56"/>
                <a:gd name="T21" fmla="*/ 16 h 36"/>
                <a:gd name="T22" fmla="*/ 8 w 56"/>
                <a:gd name="T23" fmla="*/ 16 h 36"/>
                <a:gd name="T24" fmla="*/ 10 w 56"/>
                <a:gd name="T25" fmla="*/ 18 h 36"/>
                <a:gd name="T26" fmla="*/ 15 w 56"/>
                <a:gd name="T27" fmla="*/ 22 h 36"/>
                <a:gd name="T28" fmla="*/ 30 w 56"/>
                <a:gd name="T29" fmla="*/ 28 h 36"/>
                <a:gd name="T30" fmla="*/ 30 w 56"/>
                <a:gd name="T31" fmla="*/ 28 h 36"/>
                <a:gd name="T32" fmla="*/ 31 w 56"/>
                <a:gd name="T33" fmla="*/ 28 h 36"/>
                <a:gd name="T34" fmla="*/ 37 w 56"/>
                <a:gd name="T35" fmla="*/ 27 h 36"/>
                <a:gd name="T36" fmla="*/ 48 w 56"/>
                <a:gd name="T37" fmla="*/ 5 h 36"/>
                <a:gd name="T38" fmla="*/ 48 w 56"/>
                <a:gd name="T39" fmla="*/ 2 h 36"/>
                <a:gd name="T40" fmla="*/ 48 w 56"/>
                <a:gd name="T41" fmla="*/ 1 h 36"/>
                <a:gd name="T42" fmla="*/ 56 w 56"/>
                <a:gd name="T43" fmla="*/ 2 h 36"/>
                <a:gd name="T44" fmla="*/ 56 w 56"/>
                <a:gd name="T45" fmla="*/ 5 h 36"/>
                <a:gd name="T46" fmla="*/ 40 w 56"/>
                <a:gd name="T47" fmla="*/ 34 h 36"/>
                <a:gd name="T48" fmla="*/ 30 w 56"/>
                <a:gd name="T49" fmla="*/ 36 h 36"/>
                <a:gd name="T50" fmla="*/ 30 w 56"/>
                <a:gd name="T51" fmla="*/ 32 h 36"/>
                <a:gd name="T52" fmla="*/ 35 w 56"/>
                <a:gd name="T53" fmla="*/ 31 h 36"/>
                <a:gd name="T54" fmla="*/ 30 w 56"/>
                <a:gd name="T55" fmla="*/ 32 h 36"/>
                <a:gd name="T56" fmla="*/ 30 w 56"/>
                <a:gd name="T57" fmla="*/ 32 h 36"/>
                <a:gd name="T58" fmla="*/ 28 w 56"/>
                <a:gd name="T59" fmla="*/ 32 h 36"/>
                <a:gd name="T60" fmla="*/ 20 w 56"/>
                <a:gd name="T61" fmla="*/ 30 h 36"/>
                <a:gd name="T62" fmla="*/ 20 w 56"/>
                <a:gd name="T63" fmla="*/ 30 h 36"/>
                <a:gd name="T64" fmla="*/ 13 w 56"/>
                <a:gd name="T65" fmla="*/ 25 h 36"/>
                <a:gd name="T66" fmla="*/ 20 w 56"/>
                <a:gd name="T67" fmla="*/ 30 h 36"/>
                <a:gd name="T68" fmla="*/ 13 w 56"/>
                <a:gd name="T69" fmla="*/ 25 h 36"/>
                <a:gd name="T70" fmla="*/ 8 w 56"/>
                <a:gd name="T71" fmla="*/ 21 h 36"/>
                <a:gd name="T72" fmla="*/ 6 w 56"/>
                <a:gd name="T73" fmla="*/ 19 h 36"/>
                <a:gd name="T74" fmla="*/ 5 w 56"/>
                <a:gd name="T75" fmla="*/ 19 h 36"/>
                <a:gd name="T76" fmla="*/ 6 w 56"/>
                <a:gd name="T77" fmla="*/ 19 h 36"/>
                <a:gd name="T78" fmla="*/ 5 w 56"/>
                <a:gd name="T79" fmla="*/ 18 h 36"/>
                <a:gd name="T80" fmla="*/ 4 w 56"/>
                <a:gd name="T81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" h="36">
                  <a:moveTo>
                    <a:pt x="30" y="36"/>
                  </a:moveTo>
                  <a:cubicBezTo>
                    <a:pt x="19" y="36"/>
                    <a:pt x="10" y="29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3" y="20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9" y="25"/>
                    <a:pt x="25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3" y="28"/>
                    <a:pt x="35" y="28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46" y="22"/>
                    <a:pt x="48" y="10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6" y="2"/>
                    <a:pt x="56" y="3"/>
                    <a:pt x="56" y="5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56" y="11"/>
                    <a:pt x="54" y="26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37" y="35"/>
                    <a:pt x="34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lose/>
                  <a:moveTo>
                    <a:pt x="30" y="32"/>
                  </a:moveTo>
                  <a:cubicBezTo>
                    <a:pt x="32" y="32"/>
                    <a:pt x="34" y="32"/>
                    <a:pt x="35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2"/>
                    <a:pt x="32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9" y="32"/>
                    <a:pt x="29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2"/>
                    <a:pt x="30" y="32"/>
                    <a:pt x="30" y="32"/>
                  </a:cubicBezTo>
                  <a:close/>
                  <a:moveTo>
                    <a:pt x="20" y="30"/>
                  </a:move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lose/>
                  <a:moveTo>
                    <a:pt x="13" y="25"/>
                  </a:moveTo>
                  <a:cubicBezTo>
                    <a:pt x="15" y="27"/>
                    <a:pt x="17" y="28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7" y="28"/>
                    <a:pt x="15" y="27"/>
                    <a:pt x="13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9" y="23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3"/>
                    <a:pt x="11" y="24"/>
                    <a:pt x="13" y="25"/>
                  </a:cubicBezTo>
                  <a:close/>
                  <a:moveTo>
                    <a:pt x="6" y="19"/>
                  </a:moveTo>
                  <a:cubicBezTo>
                    <a:pt x="6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6" y="19"/>
                  </a:cubicBezTo>
                  <a:close/>
                  <a:moveTo>
                    <a:pt x="5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3745"/>
            <p:cNvSpPr/>
            <p:nvPr>
              <p:custDataLst>
                <p:tags r:id="rId11"/>
              </p:custDataLst>
            </p:nvPr>
          </p:nvSpPr>
          <p:spPr bwMode="auto">
            <a:xfrm>
              <a:off x="5181063" y="2622197"/>
              <a:ext cx="50301" cy="35212"/>
            </a:xfrm>
            <a:custGeom>
              <a:avLst/>
              <a:gdLst>
                <a:gd name="T0" fmla="*/ 0 w 10"/>
                <a:gd name="T1" fmla="*/ 5 h 7"/>
                <a:gd name="T2" fmla="*/ 0 w 10"/>
                <a:gd name="T3" fmla="*/ 0 h 7"/>
                <a:gd name="T4" fmla="*/ 10 w 10"/>
                <a:gd name="T5" fmla="*/ 3 h 7"/>
                <a:gd name="T6" fmla="*/ 10 w 10"/>
                <a:gd name="T7" fmla="*/ 7 h 7"/>
                <a:gd name="T8" fmla="*/ 0 w 10"/>
                <a:gd name="T9" fmla="*/ 5 h 7"/>
                <a:gd name="T10" fmla="*/ 0 w 10"/>
                <a:gd name="T1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7">
                  <a:moveTo>
                    <a:pt x="0" y="5"/>
                  </a:moveTo>
                  <a:lnTo>
                    <a:pt x="0" y="0"/>
                  </a:lnTo>
                  <a:lnTo>
                    <a:pt x="10" y="3"/>
                  </a:lnTo>
                  <a:lnTo>
                    <a:pt x="10" y="7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746"/>
            <p:cNvSpPr/>
            <p:nvPr>
              <p:custDataLst>
                <p:tags r:id="rId12"/>
              </p:custDataLst>
            </p:nvPr>
          </p:nvSpPr>
          <p:spPr bwMode="auto">
            <a:xfrm>
              <a:off x="5165974" y="2612136"/>
              <a:ext cx="80481" cy="55332"/>
            </a:xfrm>
            <a:custGeom>
              <a:avLst/>
              <a:gdLst>
                <a:gd name="T0" fmla="*/ 2 w 16"/>
                <a:gd name="T1" fmla="*/ 9 h 11"/>
                <a:gd name="T2" fmla="*/ 3 w 16"/>
                <a:gd name="T3" fmla="*/ 7 h 11"/>
                <a:gd name="T4" fmla="*/ 4 w 16"/>
                <a:gd name="T5" fmla="*/ 8 h 11"/>
                <a:gd name="T6" fmla="*/ 3 w 16"/>
                <a:gd name="T7" fmla="*/ 7 h 11"/>
                <a:gd name="T8" fmla="*/ 2 w 16"/>
                <a:gd name="T9" fmla="*/ 9 h 11"/>
                <a:gd name="T10" fmla="*/ 0 w 16"/>
                <a:gd name="T11" fmla="*/ 9 h 11"/>
                <a:gd name="T12" fmla="*/ 2 w 16"/>
                <a:gd name="T13" fmla="*/ 0 h 11"/>
                <a:gd name="T14" fmla="*/ 16 w 16"/>
                <a:gd name="T15" fmla="*/ 2 h 11"/>
                <a:gd name="T16" fmla="*/ 14 w 16"/>
                <a:gd name="T17" fmla="*/ 11 h 11"/>
                <a:gd name="T18" fmla="*/ 2 w 16"/>
                <a:gd name="T19" fmla="*/ 9 h 11"/>
                <a:gd name="T20" fmla="*/ 2 w 16"/>
                <a:gd name="T2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1">
                  <a:moveTo>
                    <a:pt x="2" y="9"/>
                  </a:moveTo>
                  <a:lnTo>
                    <a:pt x="3" y="7"/>
                  </a:lnTo>
                  <a:lnTo>
                    <a:pt x="4" y="8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2" y="0"/>
                  </a:lnTo>
                  <a:lnTo>
                    <a:pt x="16" y="2"/>
                  </a:lnTo>
                  <a:lnTo>
                    <a:pt x="14" y="11"/>
                  </a:lnTo>
                  <a:lnTo>
                    <a:pt x="2" y="9"/>
                  </a:lnTo>
                  <a:lnTo>
                    <a:pt x="2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747"/>
            <p:cNvSpPr/>
            <p:nvPr>
              <p:custDataLst>
                <p:tags r:id="rId13"/>
              </p:custDataLst>
            </p:nvPr>
          </p:nvSpPr>
          <p:spPr bwMode="auto">
            <a:xfrm>
              <a:off x="4929560" y="2707706"/>
              <a:ext cx="35212" cy="55332"/>
            </a:xfrm>
            <a:custGeom>
              <a:avLst/>
              <a:gdLst>
                <a:gd name="T0" fmla="*/ 0 w 7"/>
                <a:gd name="T1" fmla="*/ 9 h 11"/>
                <a:gd name="T2" fmla="*/ 3 w 7"/>
                <a:gd name="T3" fmla="*/ 0 h 11"/>
                <a:gd name="T4" fmla="*/ 7 w 7"/>
                <a:gd name="T5" fmla="*/ 2 h 11"/>
                <a:gd name="T6" fmla="*/ 4 w 7"/>
                <a:gd name="T7" fmla="*/ 11 h 11"/>
                <a:gd name="T8" fmla="*/ 0 w 7"/>
                <a:gd name="T9" fmla="*/ 9 h 11"/>
                <a:gd name="T10" fmla="*/ 0 w 7"/>
                <a:gd name="T1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0" y="9"/>
                  </a:moveTo>
                  <a:lnTo>
                    <a:pt x="3" y="0"/>
                  </a:lnTo>
                  <a:lnTo>
                    <a:pt x="7" y="2"/>
                  </a:lnTo>
                  <a:lnTo>
                    <a:pt x="4" y="11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748"/>
            <p:cNvSpPr/>
            <p:nvPr>
              <p:custDataLst>
                <p:tags r:id="rId14"/>
              </p:custDataLst>
            </p:nvPr>
          </p:nvSpPr>
          <p:spPr bwMode="auto">
            <a:xfrm>
              <a:off x="4914471" y="2697646"/>
              <a:ext cx="65392" cy="75452"/>
            </a:xfrm>
            <a:custGeom>
              <a:avLst/>
              <a:gdLst>
                <a:gd name="T0" fmla="*/ 6 w 13"/>
                <a:gd name="T1" fmla="*/ 14 h 15"/>
                <a:gd name="T2" fmla="*/ 3 w 13"/>
                <a:gd name="T3" fmla="*/ 13 h 15"/>
                <a:gd name="T4" fmla="*/ 3 w 13"/>
                <a:gd name="T5" fmla="*/ 11 h 15"/>
                <a:gd name="T6" fmla="*/ 5 w 13"/>
                <a:gd name="T7" fmla="*/ 12 h 15"/>
                <a:gd name="T8" fmla="*/ 3 w 13"/>
                <a:gd name="T9" fmla="*/ 11 h 15"/>
                <a:gd name="T10" fmla="*/ 3 w 13"/>
                <a:gd name="T11" fmla="*/ 13 h 15"/>
                <a:gd name="T12" fmla="*/ 0 w 13"/>
                <a:gd name="T13" fmla="*/ 13 h 15"/>
                <a:gd name="T14" fmla="*/ 5 w 13"/>
                <a:gd name="T15" fmla="*/ 0 h 15"/>
                <a:gd name="T16" fmla="*/ 13 w 13"/>
                <a:gd name="T17" fmla="*/ 2 h 15"/>
                <a:gd name="T18" fmla="*/ 8 w 13"/>
                <a:gd name="T19" fmla="*/ 15 h 15"/>
                <a:gd name="T20" fmla="*/ 6 w 13"/>
                <a:gd name="T21" fmla="*/ 14 h 15"/>
                <a:gd name="T22" fmla="*/ 6 w 13"/>
                <a:gd name="T23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5">
                  <a:moveTo>
                    <a:pt x="6" y="14"/>
                  </a:moveTo>
                  <a:lnTo>
                    <a:pt x="3" y="13"/>
                  </a:lnTo>
                  <a:lnTo>
                    <a:pt x="3" y="11"/>
                  </a:lnTo>
                  <a:lnTo>
                    <a:pt x="5" y="12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5" y="0"/>
                  </a:lnTo>
                  <a:lnTo>
                    <a:pt x="13" y="2"/>
                  </a:lnTo>
                  <a:lnTo>
                    <a:pt x="8" y="15"/>
                  </a:lnTo>
                  <a:lnTo>
                    <a:pt x="6" y="14"/>
                  </a:lnTo>
                  <a:lnTo>
                    <a:pt x="6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49"/>
            <p:cNvSpPr/>
            <p:nvPr>
              <p:custDataLst>
                <p:tags r:id="rId15"/>
              </p:custDataLst>
            </p:nvPr>
          </p:nvSpPr>
          <p:spPr bwMode="auto">
            <a:xfrm>
              <a:off x="4939620" y="2194640"/>
              <a:ext cx="125753" cy="221323"/>
            </a:xfrm>
            <a:custGeom>
              <a:avLst/>
              <a:gdLst>
                <a:gd name="T0" fmla="*/ 0 w 23"/>
                <a:gd name="T1" fmla="*/ 13 h 40"/>
                <a:gd name="T2" fmla="*/ 3 w 23"/>
                <a:gd name="T3" fmla="*/ 7 h 40"/>
                <a:gd name="T4" fmla="*/ 3 w 23"/>
                <a:gd name="T5" fmla="*/ 7 h 40"/>
                <a:gd name="T6" fmla="*/ 15 w 23"/>
                <a:gd name="T7" fmla="*/ 0 h 40"/>
                <a:gd name="T8" fmla="*/ 15 w 23"/>
                <a:gd name="T9" fmla="*/ 0 h 40"/>
                <a:gd name="T10" fmla="*/ 23 w 23"/>
                <a:gd name="T11" fmla="*/ 3 h 40"/>
                <a:gd name="T12" fmla="*/ 23 w 23"/>
                <a:gd name="T13" fmla="*/ 3 h 40"/>
                <a:gd name="T14" fmla="*/ 20 w 23"/>
                <a:gd name="T15" fmla="*/ 6 h 40"/>
                <a:gd name="T16" fmla="*/ 19 w 23"/>
                <a:gd name="T17" fmla="*/ 5 h 40"/>
                <a:gd name="T18" fmla="*/ 19 w 23"/>
                <a:gd name="T19" fmla="*/ 5 h 40"/>
                <a:gd name="T20" fmla="*/ 15 w 23"/>
                <a:gd name="T21" fmla="*/ 4 h 40"/>
                <a:gd name="T22" fmla="*/ 15 w 23"/>
                <a:gd name="T23" fmla="*/ 4 h 40"/>
                <a:gd name="T24" fmla="*/ 6 w 23"/>
                <a:gd name="T25" fmla="*/ 9 h 40"/>
                <a:gd name="T26" fmla="*/ 6 w 23"/>
                <a:gd name="T27" fmla="*/ 9 h 40"/>
                <a:gd name="T28" fmla="*/ 4 w 23"/>
                <a:gd name="T29" fmla="*/ 13 h 40"/>
                <a:gd name="T30" fmla="*/ 4 w 23"/>
                <a:gd name="T31" fmla="*/ 13 h 40"/>
                <a:gd name="T32" fmla="*/ 13 w 23"/>
                <a:gd name="T33" fmla="*/ 28 h 40"/>
                <a:gd name="T34" fmla="*/ 13 w 23"/>
                <a:gd name="T35" fmla="*/ 28 h 40"/>
                <a:gd name="T36" fmla="*/ 23 w 23"/>
                <a:gd name="T37" fmla="*/ 37 h 40"/>
                <a:gd name="T38" fmla="*/ 23 w 23"/>
                <a:gd name="T39" fmla="*/ 37 h 40"/>
                <a:gd name="T40" fmla="*/ 23 w 23"/>
                <a:gd name="T41" fmla="*/ 37 h 40"/>
                <a:gd name="T42" fmla="*/ 20 w 23"/>
                <a:gd name="T43" fmla="*/ 40 h 40"/>
                <a:gd name="T44" fmla="*/ 0 w 23"/>
                <a:gd name="T4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" h="40">
                  <a:moveTo>
                    <a:pt x="0" y="13"/>
                  </a:moveTo>
                  <a:cubicBezTo>
                    <a:pt x="0" y="11"/>
                    <a:pt x="1" y="8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7" y="2"/>
                    <a:pt x="12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0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5"/>
                    <a:pt x="17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3" y="4"/>
                    <a:pt x="10" y="5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7"/>
                    <a:pt x="9" y="23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8" y="33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40"/>
                    <a:pt x="1" y="26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750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929560" y="2184580"/>
              <a:ext cx="150902" cy="256535"/>
            </a:xfrm>
            <a:custGeom>
              <a:avLst/>
              <a:gdLst>
                <a:gd name="T0" fmla="*/ 20 w 28"/>
                <a:gd name="T1" fmla="*/ 43 h 47"/>
                <a:gd name="T2" fmla="*/ 18 w 28"/>
                <a:gd name="T3" fmla="*/ 41 h 47"/>
                <a:gd name="T4" fmla="*/ 11 w 28"/>
                <a:gd name="T5" fmla="*/ 34 h 47"/>
                <a:gd name="T6" fmla="*/ 0 w 28"/>
                <a:gd name="T7" fmla="*/ 15 h 47"/>
                <a:gd name="T8" fmla="*/ 0 w 28"/>
                <a:gd name="T9" fmla="*/ 15 h 47"/>
                <a:gd name="T10" fmla="*/ 3 w 28"/>
                <a:gd name="T11" fmla="*/ 7 h 47"/>
                <a:gd name="T12" fmla="*/ 17 w 28"/>
                <a:gd name="T13" fmla="*/ 0 h 47"/>
                <a:gd name="T14" fmla="*/ 17 w 28"/>
                <a:gd name="T15" fmla="*/ 0 h 47"/>
                <a:gd name="T16" fmla="*/ 18 w 28"/>
                <a:gd name="T17" fmla="*/ 0 h 47"/>
                <a:gd name="T18" fmla="*/ 26 w 28"/>
                <a:gd name="T19" fmla="*/ 3 h 47"/>
                <a:gd name="T20" fmla="*/ 28 w 28"/>
                <a:gd name="T21" fmla="*/ 4 h 47"/>
                <a:gd name="T22" fmla="*/ 22 w 28"/>
                <a:gd name="T23" fmla="*/ 10 h 47"/>
                <a:gd name="T24" fmla="*/ 21 w 28"/>
                <a:gd name="T25" fmla="*/ 9 h 47"/>
                <a:gd name="T26" fmla="*/ 21 w 28"/>
                <a:gd name="T27" fmla="*/ 9 h 47"/>
                <a:gd name="T28" fmla="*/ 21 w 28"/>
                <a:gd name="T29" fmla="*/ 9 h 47"/>
                <a:gd name="T30" fmla="*/ 20 w 28"/>
                <a:gd name="T31" fmla="*/ 9 h 47"/>
                <a:gd name="T32" fmla="*/ 17 w 28"/>
                <a:gd name="T33" fmla="*/ 8 h 47"/>
                <a:gd name="T34" fmla="*/ 9 w 28"/>
                <a:gd name="T35" fmla="*/ 13 h 47"/>
                <a:gd name="T36" fmla="*/ 8 w 28"/>
                <a:gd name="T37" fmla="*/ 15 h 47"/>
                <a:gd name="T38" fmla="*/ 8 w 28"/>
                <a:gd name="T39" fmla="*/ 15 h 47"/>
                <a:gd name="T40" fmla="*/ 17 w 28"/>
                <a:gd name="T41" fmla="*/ 29 h 47"/>
                <a:gd name="T42" fmla="*/ 26 w 28"/>
                <a:gd name="T43" fmla="*/ 37 h 47"/>
                <a:gd name="T44" fmla="*/ 26 w 28"/>
                <a:gd name="T45" fmla="*/ 37 h 47"/>
                <a:gd name="T46" fmla="*/ 21 w 28"/>
                <a:gd name="T47" fmla="*/ 47 h 47"/>
                <a:gd name="T48" fmla="*/ 19 w 28"/>
                <a:gd name="T49" fmla="*/ 37 h 47"/>
                <a:gd name="T50" fmla="*/ 14 w 28"/>
                <a:gd name="T51" fmla="*/ 32 h 47"/>
                <a:gd name="T52" fmla="*/ 8 w 28"/>
                <a:gd name="T53" fmla="*/ 25 h 47"/>
                <a:gd name="T54" fmla="*/ 2 w 28"/>
                <a:gd name="T55" fmla="*/ 15 h 47"/>
                <a:gd name="T56" fmla="*/ 2 w 28"/>
                <a:gd name="T57" fmla="*/ 15 h 47"/>
                <a:gd name="T58" fmla="*/ 2 w 28"/>
                <a:gd name="T59" fmla="*/ 15 h 47"/>
                <a:gd name="T60" fmla="*/ 4 w 28"/>
                <a:gd name="T61" fmla="*/ 15 h 47"/>
                <a:gd name="T62" fmla="*/ 6 w 28"/>
                <a:gd name="T63" fmla="*/ 10 h 47"/>
                <a:gd name="T64" fmla="*/ 17 w 28"/>
                <a:gd name="T65" fmla="*/ 4 h 47"/>
                <a:gd name="T66" fmla="*/ 17 w 28"/>
                <a:gd name="T67" fmla="*/ 4 h 47"/>
                <a:gd name="T68" fmla="*/ 17 w 28"/>
                <a:gd name="T69" fmla="*/ 4 h 47"/>
                <a:gd name="T70" fmla="*/ 6 w 28"/>
                <a:gd name="T71" fmla="*/ 10 h 47"/>
                <a:gd name="T72" fmla="*/ 4 w 28"/>
                <a:gd name="T73" fmla="*/ 15 h 47"/>
                <a:gd name="T74" fmla="*/ 4 w 28"/>
                <a:gd name="T75" fmla="*/ 1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" h="47">
                  <a:moveTo>
                    <a:pt x="20" y="43"/>
                  </a:move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2"/>
                    <a:pt x="19" y="42"/>
                    <a:pt x="18" y="41"/>
                  </a:cubicBezTo>
                  <a:cubicBezTo>
                    <a:pt x="18" y="41"/>
                    <a:pt x="18" y="41"/>
                    <a:pt x="18" y="41"/>
                  </a:cubicBezTo>
                  <a:cubicBezTo>
                    <a:pt x="16" y="39"/>
                    <a:pt x="14" y="37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6" y="29"/>
                    <a:pt x="1" y="23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1" y="9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8" y="2"/>
                    <a:pt x="13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0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10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19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3" y="9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8" y="14"/>
                    <a:pt x="8" y="14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8"/>
                    <a:pt x="12" y="24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1" y="33"/>
                    <a:pt x="25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3"/>
                    <a:pt x="20" y="43"/>
                    <a:pt x="20" y="43"/>
                  </a:cubicBezTo>
                  <a:close/>
                  <a:moveTo>
                    <a:pt x="19" y="37"/>
                  </a:moveTo>
                  <a:cubicBezTo>
                    <a:pt x="18" y="35"/>
                    <a:pt x="16" y="34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2" y="29"/>
                    <a:pt x="10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11" y="29"/>
                    <a:pt x="16" y="34"/>
                    <a:pt x="19" y="37"/>
                  </a:cubicBezTo>
                  <a:close/>
                  <a:moveTo>
                    <a:pt x="2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4" y="15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3"/>
                    <a:pt x="5" y="11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6"/>
                    <a:pt x="15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4" y="4"/>
                    <a:pt x="10" y="6"/>
                    <a:pt x="6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11"/>
                    <a:pt x="4" y="13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751"/>
            <p:cNvSpPr/>
            <p:nvPr>
              <p:custDataLst>
                <p:tags r:id="rId17"/>
              </p:custDataLst>
            </p:nvPr>
          </p:nvSpPr>
          <p:spPr bwMode="auto">
            <a:xfrm>
              <a:off x="5035193" y="2239912"/>
              <a:ext cx="130782" cy="145873"/>
            </a:xfrm>
            <a:custGeom>
              <a:avLst/>
              <a:gdLst>
                <a:gd name="T0" fmla="*/ 0 w 24"/>
                <a:gd name="T1" fmla="*/ 7 h 27"/>
                <a:gd name="T2" fmla="*/ 4 w 24"/>
                <a:gd name="T3" fmla="*/ 1 h 27"/>
                <a:gd name="T4" fmla="*/ 4 w 24"/>
                <a:gd name="T5" fmla="*/ 1 h 27"/>
                <a:gd name="T6" fmla="*/ 9 w 24"/>
                <a:gd name="T7" fmla="*/ 0 h 27"/>
                <a:gd name="T8" fmla="*/ 9 w 24"/>
                <a:gd name="T9" fmla="*/ 0 h 27"/>
                <a:gd name="T10" fmla="*/ 19 w 24"/>
                <a:gd name="T11" fmla="*/ 3 h 27"/>
                <a:gd name="T12" fmla="*/ 19 w 24"/>
                <a:gd name="T13" fmla="*/ 3 h 27"/>
                <a:gd name="T14" fmla="*/ 24 w 24"/>
                <a:gd name="T15" fmla="*/ 9 h 27"/>
                <a:gd name="T16" fmla="*/ 24 w 24"/>
                <a:gd name="T17" fmla="*/ 9 h 27"/>
                <a:gd name="T18" fmla="*/ 20 w 24"/>
                <a:gd name="T19" fmla="*/ 9 h 27"/>
                <a:gd name="T20" fmla="*/ 17 w 24"/>
                <a:gd name="T21" fmla="*/ 6 h 27"/>
                <a:gd name="T22" fmla="*/ 17 w 24"/>
                <a:gd name="T23" fmla="*/ 6 h 27"/>
                <a:gd name="T24" fmla="*/ 9 w 24"/>
                <a:gd name="T25" fmla="*/ 4 h 27"/>
                <a:gd name="T26" fmla="*/ 9 w 24"/>
                <a:gd name="T27" fmla="*/ 4 h 27"/>
                <a:gd name="T28" fmla="*/ 5 w 24"/>
                <a:gd name="T29" fmla="*/ 5 h 27"/>
                <a:gd name="T30" fmla="*/ 5 w 24"/>
                <a:gd name="T31" fmla="*/ 5 h 27"/>
                <a:gd name="T32" fmla="*/ 4 w 24"/>
                <a:gd name="T33" fmla="*/ 7 h 27"/>
                <a:gd name="T34" fmla="*/ 4 w 24"/>
                <a:gd name="T35" fmla="*/ 7 h 27"/>
                <a:gd name="T36" fmla="*/ 8 w 24"/>
                <a:gd name="T37" fmla="*/ 18 h 27"/>
                <a:gd name="T38" fmla="*/ 8 w 24"/>
                <a:gd name="T39" fmla="*/ 18 h 27"/>
                <a:gd name="T40" fmla="*/ 11 w 24"/>
                <a:gd name="T41" fmla="*/ 25 h 27"/>
                <a:gd name="T42" fmla="*/ 11 w 24"/>
                <a:gd name="T43" fmla="*/ 25 h 27"/>
                <a:gd name="T44" fmla="*/ 11 w 24"/>
                <a:gd name="T45" fmla="*/ 25 h 27"/>
                <a:gd name="T46" fmla="*/ 8 w 24"/>
                <a:gd name="T47" fmla="*/ 27 h 27"/>
                <a:gd name="T48" fmla="*/ 0 w 24"/>
                <a:gd name="T4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" h="27">
                  <a:moveTo>
                    <a:pt x="0" y="7"/>
                  </a:moveTo>
                  <a:cubicBezTo>
                    <a:pt x="0" y="5"/>
                    <a:pt x="1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6" y="1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4"/>
                    <a:pt x="24" y="6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19" y="7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5" y="5"/>
                    <a:pt x="12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4"/>
                    <a:pt x="7" y="4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4" y="5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10"/>
                    <a:pt x="6" y="14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22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6"/>
                    <a:pt x="0" y="1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752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020101" y="2224820"/>
              <a:ext cx="155933" cy="181082"/>
            </a:xfrm>
            <a:custGeom>
              <a:avLst/>
              <a:gdLst>
                <a:gd name="T0" fmla="*/ 8 w 28"/>
                <a:gd name="T1" fmla="*/ 29 h 32"/>
                <a:gd name="T2" fmla="*/ 7 w 28"/>
                <a:gd name="T3" fmla="*/ 28 h 32"/>
                <a:gd name="T4" fmla="*/ 4 w 28"/>
                <a:gd name="T5" fmla="*/ 23 h 32"/>
                <a:gd name="T6" fmla="*/ 0 w 28"/>
                <a:gd name="T7" fmla="*/ 9 h 32"/>
                <a:gd name="T8" fmla="*/ 0 w 28"/>
                <a:gd name="T9" fmla="*/ 9 h 32"/>
                <a:gd name="T10" fmla="*/ 0 w 28"/>
                <a:gd name="T11" fmla="*/ 9 h 32"/>
                <a:gd name="T12" fmla="*/ 5 w 28"/>
                <a:gd name="T13" fmla="*/ 1 h 32"/>
                <a:gd name="T14" fmla="*/ 11 w 28"/>
                <a:gd name="T15" fmla="*/ 0 h 32"/>
                <a:gd name="T16" fmla="*/ 22 w 28"/>
                <a:gd name="T17" fmla="*/ 3 h 32"/>
                <a:gd name="T18" fmla="*/ 28 w 28"/>
                <a:gd name="T19" fmla="*/ 11 h 32"/>
                <a:gd name="T20" fmla="*/ 19 w 28"/>
                <a:gd name="T21" fmla="*/ 13 h 32"/>
                <a:gd name="T22" fmla="*/ 19 w 28"/>
                <a:gd name="T23" fmla="*/ 11 h 32"/>
                <a:gd name="T24" fmla="*/ 18 w 28"/>
                <a:gd name="T25" fmla="*/ 10 h 32"/>
                <a:gd name="T26" fmla="*/ 12 w 28"/>
                <a:gd name="T27" fmla="*/ 8 h 32"/>
                <a:gd name="T28" fmla="*/ 11 w 28"/>
                <a:gd name="T29" fmla="*/ 8 h 32"/>
                <a:gd name="T30" fmla="*/ 8 w 28"/>
                <a:gd name="T31" fmla="*/ 8 h 32"/>
                <a:gd name="T32" fmla="*/ 8 w 28"/>
                <a:gd name="T33" fmla="*/ 9 h 32"/>
                <a:gd name="T34" fmla="*/ 8 w 28"/>
                <a:gd name="T35" fmla="*/ 9 h 32"/>
                <a:gd name="T36" fmla="*/ 11 w 28"/>
                <a:gd name="T37" fmla="*/ 19 h 32"/>
                <a:gd name="T38" fmla="*/ 14 w 28"/>
                <a:gd name="T39" fmla="*/ 24 h 32"/>
                <a:gd name="T40" fmla="*/ 15 w 28"/>
                <a:gd name="T41" fmla="*/ 25 h 32"/>
                <a:gd name="T42" fmla="*/ 15 w 28"/>
                <a:gd name="T43" fmla="*/ 26 h 32"/>
                <a:gd name="T44" fmla="*/ 15 w 28"/>
                <a:gd name="T45" fmla="*/ 28 h 32"/>
                <a:gd name="T46" fmla="*/ 8 w 28"/>
                <a:gd name="T47" fmla="*/ 29 h 32"/>
                <a:gd name="T48" fmla="*/ 10 w 28"/>
                <a:gd name="T49" fmla="*/ 26 h 32"/>
                <a:gd name="T50" fmla="*/ 10 w 28"/>
                <a:gd name="T51" fmla="*/ 26 h 32"/>
                <a:gd name="T52" fmla="*/ 8 w 28"/>
                <a:gd name="T53" fmla="*/ 21 h 32"/>
                <a:gd name="T54" fmla="*/ 6 w 28"/>
                <a:gd name="T55" fmla="*/ 17 h 32"/>
                <a:gd name="T56" fmla="*/ 4 w 28"/>
                <a:gd name="T57" fmla="*/ 9 h 32"/>
                <a:gd name="T58" fmla="*/ 4 w 28"/>
                <a:gd name="T59" fmla="*/ 9 h 32"/>
                <a:gd name="T60" fmla="*/ 4 w 28"/>
                <a:gd name="T61" fmla="*/ 9 h 32"/>
                <a:gd name="T62" fmla="*/ 4 w 28"/>
                <a:gd name="T63" fmla="*/ 9 h 32"/>
                <a:gd name="T64" fmla="*/ 4 w 28"/>
                <a:gd name="T65" fmla="*/ 9 h 32"/>
                <a:gd name="T66" fmla="*/ 4 w 28"/>
                <a:gd name="T67" fmla="*/ 9 h 32"/>
                <a:gd name="T68" fmla="*/ 20 w 28"/>
                <a:gd name="T69" fmla="*/ 6 h 32"/>
                <a:gd name="T70" fmla="*/ 22 w 28"/>
                <a:gd name="T71" fmla="*/ 8 h 32"/>
                <a:gd name="T72" fmla="*/ 20 w 28"/>
                <a:gd name="T73" fmla="*/ 6 h 32"/>
                <a:gd name="T74" fmla="*/ 18 w 28"/>
                <a:gd name="T75" fmla="*/ 5 h 32"/>
                <a:gd name="T76" fmla="*/ 4 w 28"/>
                <a:gd name="T77" fmla="*/ 8 h 32"/>
                <a:gd name="T78" fmla="*/ 6 w 28"/>
                <a:gd name="T79" fmla="*/ 5 h 32"/>
                <a:gd name="T80" fmla="*/ 8 w 28"/>
                <a:gd name="T81" fmla="*/ 4 h 32"/>
                <a:gd name="T82" fmla="*/ 8 w 28"/>
                <a:gd name="T83" fmla="*/ 4 h 32"/>
                <a:gd name="T84" fmla="*/ 8 w 28"/>
                <a:gd name="T85" fmla="*/ 4 h 32"/>
                <a:gd name="T86" fmla="*/ 8 w 28"/>
                <a:gd name="T87" fmla="*/ 4 h 32"/>
                <a:gd name="T88" fmla="*/ 9 w 28"/>
                <a:gd name="T89" fmla="*/ 4 h 32"/>
                <a:gd name="T90" fmla="*/ 9 w 28"/>
                <a:gd name="T91" fmla="*/ 4 h 32"/>
                <a:gd name="T92" fmla="*/ 9 w 28"/>
                <a:gd name="T93" fmla="*/ 4 h 32"/>
                <a:gd name="T94" fmla="*/ 9 w 28"/>
                <a:gd name="T95" fmla="*/ 4 h 32"/>
                <a:gd name="T96" fmla="*/ 9 w 28"/>
                <a:gd name="T97" fmla="*/ 4 h 32"/>
                <a:gd name="T98" fmla="*/ 9 w 28"/>
                <a:gd name="T99" fmla="*/ 4 h 32"/>
                <a:gd name="T100" fmla="*/ 10 w 28"/>
                <a:gd name="T101" fmla="*/ 4 h 32"/>
                <a:gd name="T102" fmla="*/ 10 w 28"/>
                <a:gd name="T103" fmla="*/ 4 h 32"/>
                <a:gd name="T104" fmla="*/ 10 w 28"/>
                <a:gd name="T105" fmla="*/ 4 h 32"/>
                <a:gd name="T106" fmla="*/ 11 w 28"/>
                <a:gd name="T107" fmla="*/ 4 h 32"/>
                <a:gd name="T108" fmla="*/ 11 w 28"/>
                <a:gd name="T109" fmla="*/ 4 h 32"/>
                <a:gd name="T110" fmla="*/ 11 w 28"/>
                <a:gd name="T111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" h="32">
                  <a:moveTo>
                    <a:pt x="8" y="29"/>
                  </a:moveTo>
                  <a:cubicBezTo>
                    <a:pt x="8" y="29"/>
                    <a:pt x="8" y="29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6"/>
                    <a:pt x="5" y="25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19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1" y="3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5" y="0"/>
                    <a:pt x="19" y="1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5" y="5"/>
                    <a:pt x="28" y="7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6" y="9"/>
                    <a:pt x="14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9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11"/>
                    <a:pt x="10" y="16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21"/>
                    <a:pt x="13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29"/>
                    <a:pt x="8" y="29"/>
                    <a:pt x="8" y="29"/>
                  </a:cubicBezTo>
                  <a:close/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4"/>
                    <a:pt x="9" y="23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1"/>
                    <a:pt x="9" y="24"/>
                    <a:pt x="10" y="26"/>
                  </a:cubicBezTo>
                  <a:close/>
                  <a:moveTo>
                    <a:pt x="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lose/>
                  <a:moveTo>
                    <a:pt x="20" y="6"/>
                  </a:moveTo>
                  <a:cubicBezTo>
                    <a:pt x="21" y="7"/>
                    <a:pt x="21" y="7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1" y="7"/>
                    <a:pt x="21" y="7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19" y="6"/>
                    <a:pt x="19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6"/>
                    <a:pt x="19" y="6"/>
                    <a:pt x="20" y="6"/>
                  </a:cubicBezTo>
                  <a:close/>
                  <a:moveTo>
                    <a:pt x="4" y="8"/>
                  </a:moveTo>
                  <a:cubicBezTo>
                    <a:pt x="5" y="7"/>
                    <a:pt x="5" y="6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6"/>
                    <a:pt x="5" y="7"/>
                    <a:pt x="4" y="8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9" y="4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10" y="4"/>
                  </a:moveTo>
                  <a:cubicBezTo>
                    <a:pt x="10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753"/>
            <p:cNvSpPr/>
            <p:nvPr>
              <p:custDataLst>
                <p:tags r:id="rId19"/>
              </p:custDataLst>
            </p:nvPr>
          </p:nvSpPr>
          <p:spPr bwMode="auto">
            <a:xfrm>
              <a:off x="5251484" y="2989389"/>
              <a:ext cx="50301" cy="65392"/>
            </a:xfrm>
            <a:custGeom>
              <a:avLst/>
              <a:gdLst>
                <a:gd name="T0" fmla="*/ 0 w 10"/>
                <a:gd name="T1" fmla="*/ 3 h 13"/>
                <a:gd name="T2" fmla="*/ 5 w 10"/>
                <a:gd name="T3" fmla="*/ 0 h 13"/>
                <a:gd name="T4" fmla="*/ 10 w 10"/>
                <a:gd name="T5" fmla="*/ 10 h 13"/>
                <a:gd name="T6" fmla="*/ 7 w 10"/>
                <a:gd name="T7" fmla="*/ 13 h 13"/>
                <a:gd name="T8" fmla="*/ 0 w 10"/>
                <a:gd name="T9" fmla="*/ 3 h 13"/>
                <a:gd name="T10" fmla="*/ 0 w 10"/>
                <a:gd name="T11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3">
                  <a:moveTo>
                    <a:pt x="0" y="3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7" y="1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754"/>
            <p:cNvSpPr/>
            <p:nvPr>
              <p:custDataLst>
                <p:tags r:id="rId20"/>
              </p:custDataLst>
            </p:nvPr>
          </p:nvSpPr>
          <p:spPr bwMode="auto">
            <a:xfrm>
              <a:off x="5236395" y="2979329"/>
              <a:ext cx="85513" cy="85513"/>
            </a:xfrm>
            <a:custGeom>
              <a:avLst/>
              <a:gdLst>
                <a:gd name="T0" fmla="*/ 2 w 17"/>
                <a:gd name="T1" fmla="*/ 6 h 17"/>
                <a:gd name="T2" fmla="*/ 3 w 17"/>
                <a:gd name="T3" fmla="*/ 5 h 17"/>
                <a:gd name="T4" fmla="*/ 5 w 17"/>
                <a:gd name="T5" fmla="*/ 6 h 17"/>
                <a:gd name="T6" fmla="*/ 3 w 17"/>
                <a:gd name="T7" fmla="*/ 5 h 17"/>
                <a:gd name="T8" fmla="*/ 2 w 17"/>
                <a:gd name="T9" fmla="*/ 6 h 17"/>
                <a:gd name="T10" fmla="*/ 0 w 17"/>
                <a:gd name="T11" fmla="*/ 4 h 17"/>
                <a:gd name="T12" fmla="*/ 8 w 17"/>
                <a:gd name="T13" fmla="*/ 0 h 17"/>
                <a:gd name="T14" fmla="*/ 17 w 17"/>
                <a:gd name="T15" fmla="*/ 13 h 17"/>
                <a:gd name="T16" fmla="*/ 9 w 17"/>
                <a:gd name="T17" fmla="*/ 17 h 17"/>
                <a:gd name="T18" fmla="*/ 2 w 17"/>
                <a:gd name="T19" fmla="*/ 6 h 17"/>
                <a:gd name="T20" fmla="*/ 2 w 17"/>
                <a:gd name="T21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7">
                  <a:moveTo>
                    <a:pt x="2" y="6"/>
                  </a:moveTo>
                  <a:lnTo>
                    <a:pt x="3" y="5"/>
                  </a:lnTo>
                  <a:lnTo>
                    <a:pt x="5" y="6"/>
                  </a:lnTo>
                  <a:lnTo>
                    <a:pt x="3" y="5"/>
                  </a:lnTo>
                  <a:lnTo>
                    <a:pt x="2" y="6"/>
                  </a:lnTo>
                  <a:lnTo>
                    <a:pt x="0" y="4"/>
                  </a:lnTo>
                  <a:lnTo>
                    <a:pt x="8" y="0"/>
                  </a:lnTo>
                  <a:lnTo>
                    <a:pt x="17" y="13"/>
                  </a:lnTo>
                  <a:lnTo>
                    <a:pt x="9" y="17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75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221303" y="3019570"/>
              <a:ext cx="171022" cy="115693"/>
            </a:xfrm>
            <a:custGeom>
              <a:avLst/>
              <a:gdLst>
                <a:gd name="T0" fmla="*/ 9 w 31"/>
                <a:gd name="T1" fmla="*/ 21 h 21"/>
                <a:gd name="T2" fmla="*/ 0 w 31"/>
                <a:gd name="T3" fmla="*/ 14 h 21"/>
                <a:gd name="T4" fmla="*/ 0 w 31"/>
                <a:gd name="T5" fmla="*/ 14 h 21"/>
                <a:gd name="T6" fmla="*/ 4 w 31"/>
                <a:gd name="T7" fmla="*/ 12 h 21"/>
                <a:gd name="T8" fmla="*/ 6 w 31"/>
                <a:gd name="T9" fmla="*/ 15 h 21"/>
                <a:gd name="T10" fmla="*/ 6 w 31"/>
                <a:gd name="T11" fmla="*/ 15 h 21"/>
                <a:gd name="T12" fmla="*/ 9 w 31"/>
                <a:gd name="T13" fmla="*/ 17 h 21"/>
                <a:gd name="T14" fmla="*/ 9 w 31"/>
                <a:gd name="T15" fmla="*/ 17 h 21"/>
                <a:gd name="T16" fmla="*/ 10 w 31"/>
                <a:gd name="T17" fmla="*/ 17 h 21"/>
                <a:gd name="T18" fmla="*/ 10 w 31"/>
                <a:gd name="T19" fmla="*/ 17 h 21"/>
                <a:gd name="T20" fmla="*/ 12 w 31"/>
                <a:gd name="T21" fmla="*/ 11 h 21"/>
                <a:gd name="T22" fmla="*/ 12 w 31"/>
                <a:gd name="T23" fmla="*/ 11 h 21"/>
                <a:gd name="T24" fmla="*/ 12 w 31"/>
                <a:gd name="T25" fmla="*/ 8 h 21"/>
                <a:gd name="T26" fmla="*/ 12 w 31"/>
                <a:gd name="T27" fmla="*/ 8 h 21"/>
                <a:gd name="T28" fmla="*/ 11 w 31"/>
                <a:gd name="T29" fmla="*/ 4 h 21"/>
                <a:gd name="T30" fmla="*/ 15 w 31"/>
                <a:gd name="T31" fmla="*/ 5 h 21"/>
                <a:gd name="T32" fmla="*/ 18 w 31"/>
                <a:gd name="T33" fmla="*/ 7 h 21"/>
                <a:gd name="T34" fmla="*/ 18 w 31"/>
                <a:gd name="T35" fmla="*/ 7 h 21"/>
                <a:gd name="T36" fmla="*/ 24 w 31"/>
                <a:gd name="T37" fmla="*/ 8 h 21"/>
                <a:gd name="T38" fmla="*/ 24 w 31"/>
                <a:gd name="T39" fmla="*/ 8 h 21"/>
                <a:gd name="T40" fmla="*/ 26 w 31"/>
                <a:gd name="T41" fmla="*/ 8 h 21"/>
                <a:gd name="T42" fmla="*/ 26 w 31"/>
                <a:gd name="T43" fmla="*/ 8 h 21"/>
                <a:gd name="T44" fmla="*/ 27 w 31"/>
                <a:gd name="T45" fmla="*/ 4 h 21"/>
                <a:gd name="T46" fmla="*/ 27 w 31"/>
                <a:gd name="T47" fmla="*/ 4 h 21"/>
                <a:gd name="T48" fmla="*/ 26 w 31"/>
                <a:gd name="T49" fmla="*/ 0 h 21"/>
                <a:gd name="T50" fmla="*/ 26 w 31"/>
                <a:gd name="T51" fmla="*/ 0 h 21"/>
                <a:gd name="T52" fmla="*/ 30 w 31"/>
                <a:gd name="T53" fmla="*/ 0 h 21"/>
                <a:gd name="T54" fmla="*/ 31 w 31"/>
                <a:gd name="T55" fmla="*/ 4 h 21"/>
                <a:gd name="T56" fmla="*/ 31 w 31"/>
                <a:gd name="T57" fmla="*/ 4 h 21"/>
                <a:gd name="T58" fmla="*/ 28 w 31"/>
                <a:gd name="T59" fmla="*/ 11 h 21"/>
                <a:gd name="T60" fmla="*/ 28 w 31"/>
                <a:gd name="T61" fmla="*/ 11 h 21"/>
                <a:gd name="T62" fmla="*/ 24 w 31"/>
                <a:gd name="T63" fmla="*/ 12 h 21"/>
                <a:gd name="T64" fmla="*/ 24 w 31"/>
                <a:gd name="T65" fmla="*/ 12 h 21"/>
                <a:gd name="T66" fmla="*/ 16 w 31"/>
                <a:gd name="T67" fmla="*/ 10 h 21"/>
                <a:gd name="T68" fmla="*/ 16 w 31"/>
                <a:gd name="T69" fmla="*/ 10 h 21"/>
                <a:gd name="T70" fmla="*/ 16 w 31"/>
                <a:gd name="T71" fmla="*/ 11 h 21"/>
                <a:gd name="T72" fmla="*/ 16 w 31"/>
                <a:gd name="T73" fmla="*/ 11 h 21"/>
                <a:gd name="T74" fmla="*/ 12 w 31"/>
                <a:gd name="T75" fmla="*/ 20 h 21"/>
                <a:gd name="T76" fmla="*/ 12 w 31"/>
                <a:gd name="T77" fmla="*/ 20 h 21"/>
                <a:gd name="T78" fmla="*/ 9 w 31"/>
                <a:gd name="T79" fmla="*/ 21 h 21"/>
                <a:gd name="T80" fmla="*/ 9 w 31"/>
                <a:gd name="T81" fmla="*/ 21 h 21"/>
                <a:gd name="T82" fmla="*/ 9 w 31"/>
                <a:gd name="T83" fmla="*/ 21 h 21"/>
                <a:gd name="T84" fmla="*/ 0 w 31"/>
                <a:gd name="T85" fmla="*/ 14 h 21"/>
                <a:gd name="T86" fmla="*/ 0 w 31"/>
                <a:gd name="T87" fmla="*/ 14 h 21"/>
                <a:gd name="T88" fmla="*/ 0 w 31"/>
                <a:gd name="T89" fmla="*/ 14 h 21"/>
                <a:gd name="T90" fmla="*/ 0 w 31"/>
                <a:gd name="T91" fmla="*/ 14 h 21"/>
                <a:gd name="T92" fmla="*/ 0 w 31"/>
                <a:gd name="T93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" h="21">
                  <a:moveTo>
                    <a:pt x="9" y="21"/>
                  </a:moveTo>
                  <a:cubicBezTo>
                    <a:pt x="3" y="20"/>
                    <a:pt x="1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3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6"/>
                    <a:pt x="8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6"/>
                    <a:pt x="12" y="13"/>
                    <a:pt x="12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9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6" y="6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20" y="8"/>
                    <a:pt x="23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7" y="6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1" y="2"/>
                    <a:pt x="31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1" y="6"/>
                    <a:pt x="30" y="9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7" y="12"/>
                    <a:pt x="26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2"/>
                    <a:pt x="18" y="11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3"/>
                    <a:pt x="16" y="18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0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lose/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756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196155" y="3004481"/>
              <a:ext cx="206234" cy="145873"/>
            </a:xfrm>
            <a:custGeom>
              <a:avLst/>
              <a:gdLst>
                <a:gd name="T0" fmla="*/ 13 w 37"/>
                <a:gd name="T1" fmla="*/ 26 h 26"/>
                <a:gd name="T2" fmla="*/ 2 w 37"/>
                <a:gd name="T3" fmla="*/ 20 h 26"/>
                <a:gd name="T4" fmla="*/ 2 w 37"/>
                <a:gd name="T5" fmla="*/ 16 h 26"/>
                <a:gd name="T6" fmla="*/ 7 w 37"/>
                <a:gd name="T7" fmla="*/ 13 h 26"/>
                <a:gd name="T8" fmla="*/ 9 w 37"/>
                <a:gd name="T9" fmla="*/ 14 h 26"/>
                <a:gd name="T10" fmla="*/ 10 w 37"/>
                <a:gd name="T11" fmla="*/ 14 h 26"/>
                <a:gd name="T12" fmla="*/ 10 w 37"/>
                <a:gd name="T13" fmla="*/ 14 h 26"/>
                <a:gd name="T14" fmla="*/ 10 w 37"/>
                <a:gd name="T15" fmla="*/ 15 h 26"/>
                <a:gd name="T16" fmla="*/ 11 w 37"/>
                <a:gd name="T17" fmla="*/ 16 h 26"/>
                <a:gd name="T18" fmla="*/ 13 w 37"/>
                <a:gd name="T19" fmla="*/ 18 h 26"/>
                <a:gd name="T20" fmla="*/ 13 w 37"/>
                <a:gd name="T21" fmla="*/ 18 h 26"/>
                <a:gd name="T22" fmla="*/ 14 w 37"/>
                <a:gd name="T23" fmla="*/ 14 h 26"/>
                <a:gd name="T24" fmla="*/ 14 w 37"/>
                <a:gd name="T25" fmla="*/ 13 h 26"/>
                <a:gd name="T26" fmla="*/ 12 w 37"/>
                <a:gd name="T27" fmla="*/ 3 h 26"/>
                <a:gd name="T28" fmla="*/ 19 w 37"/>
                <a:gd name="T29" fmla="*/ 7 h 26"/>
                <a:gd name="T30" fmla="*/ 19 w 37"/>
                <a:gd name="T31" fmla="*/ 7 h 26"/>
                <a:gd name="T32" fmla="*/ 19 w 37"/>
                <a:gd name="T33" fmla="*/ 7 h 26"/>
                <a:gd name="T34" fmla="*/ 20 w 37"/>
                <a:gd name="T35" fmla="*/ 7 h 26"/>
                <a:gd name="T36" fmla="*/ 23 w 37"/>
                <a:gd name="T37" fmla="*/ 8 h 26"/>
                <a:gd name="T38" fmla="*/ 28 w 37"/>
                <a:gd name="T39" fmla="*/ 9 h 26"/>
                <a:gd name="T40" fmla="*/ 28 w 37"/>
                <a:gd name="T41" fmla="*/ 9 h 26"/>
                <a:gd name="T42" fmla="*/ 29 w 37"/>
                <a:gd name="T43" fmla="*/ 7 h 26"/>
                <a:gd name="T44" fmla="*/ 28 w 37"/>
                <a:gd name="T45" fmla="*/ 4 h 26"/>
                <a:gd name="T46" fmla="*/ 36 w 37"/>
                <a:gd name="T47" fmla="*/ 2 h 26"/>
                <a:gd name="T48" fmla="*/ 34 w 37"/>
                <a:gd name="T49" fmla="*/ 15 h 26"/>
                <a:gd name="T50" fmla="*/ 28 w 37"/>
                <a:gd name="T51" fmla="*/ 17 h 26"/>
                <a:gd name="T52" fmla="*/ 17 w 37"/>
                <a:gd name="T53" fmla="*/ 25 h 26"/>
                <a:gd name="T54" fmla="*/ 13 w 37"/>
                <a:gd name="T55" fmla="*/ 26 h 26"/>
                <a:gd name="T56" fmla="*/ 14 w 37"/>
                <a:gd name="T57" fmla="*/ 22 h 26"/>
                <a:gd name="T58" fmla="*/ 14 w 37"/>
                <a:gd name="T59" fmla="*/ 22 h 26"/>
                <a:gd name="T60" fmla="*/ 14 w 37"/>
                <a:gd name="T61" fmla="*/ 22 h 26"/>
                <a:gd name="T62" fmla="*/ 14 w 37"/>
                <a:gd name="T63" fmla="*/ 22 h 26"/>
                <a:gd name="T64" fmla="*/ 15 w 37"/>
                <a:gd name="T65" fmla="*/ 21 h 26"/>
                <a:gd name="T66" fmla="*/ 8 w 37"/>
                <a:gd name="T67" fmla="*/ 19 h 26"/>
                <a:gd name="T68" fmla="*/ 8 w 37"/>
                <a:gd name="T69" fmla="*/ 19 h 26"/>
                <a:gd name="T70" fmla="*/ 7 w 37"/>
                <a:gd name="T71" fmla="*/ 18 h 26"/>
                <a:gd name="T72" fmla="*/ 13 w 37"/>
                <a:gd name="T73" fmla="*/ 18 h 26"/>
                <a:gd name="T74" fmla="*/ 18 w 37"/>
                <a:gd name="T75" fmla="*/ 17 h 26"/>
                <a:gd name="T76" fmla="*/ 18 w 37"/>
                <a:gd name="T77" fmla="*/ 17 h 26"/>
                <a:gd name="T78" fmla="*/ 30 w 37"/>
                <a:gd name="T79" fmla="*/ 13 h 26"/>
                <a:gd name="T80" fmla="*/ 30 w 37"/>
                <a:gd name="T81" fmla="*/ 13 h 26"/>
                <a:gd name="T82" fmla="*/ 25 w 37"/>
                <a:gd name="T83" fmla="*/ 13 h 26"/>
                <a:gd name="T84" fmla="*/ 22 w 37"/>
                <a:gd name="T85" fmla="*/ 12 h 26"/>
                <a:gd name="T86" fmla="*/ 21 w 37"/>
                <a:gd name="T87" fmla="*/ 11 h 26"/>
                <a:gd name="T88" fmla="*/ 31 w 37"/>
                <a:gd name="T89" fmla="*/ 13 h 26"/>
                <a:gd name="T90" fmla="*/ 31 w 37"/>
                <a:gd name="T91" fmla="*/ 13 h 26"/>
                <a:gd name="T92" fmla="*/ 31 w 37"/>
                <a:gd name="T93" fmla="*/ 13 h 26"/>
                <a:gd name="T94" fmla="*/ 32 w 37"/>
                <a:gd name="T95" fmla="*/ 12 h 26"/>
                <a:gd name="T96" fmla="*/ 31 w 37"/>
                <a:gd name="T97" fmla="*/ 12 h 26"/>
                <a:gd name="T98" fmla="*/ 18 w 37"/>
                <a:gd name="T99" fmla="*/ 12 h 26"/>
                <a:gd name="T100" fmla="*/ 18 w 37"/>
                <a:gd name="T101" fmla="*/ 10 h 26"/>
                <a:gd name="T102" fmla="*/ 18 w 37"/>
                <a:gd name="T103" fmla="*/ 10 h 26"/>
                <a:gd name="T104" fmla="*/ 18 w 37"/>
                <a:gd name="T105" fmla="*/ 10 h 26"/>
                <a:gd name="T106" fmla="*/ 33 w 37"/>
                <a:gd name="T107" fmla="*/ 7 h 26"/>
                <a:gd name="T108" fmla="*/ 32 w 37"/>
                <a:gd name="T109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" h="26">
                  <a:moveTo>
                    <a:pt x="13" y="26"/>
                  </a:moveTo>
                  <a:cubicBezTo>
                    <a:pt x="13" y="24"/>
                    <a:pt x="13" y="24"/>
                    <a:pt x="13" y="2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8" y="25"/>
                    <a:pt x="5" y="22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4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4" y="16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2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7"/>
                    <a:pt x="22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5" y="9"/>
                    <a:pt x="27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8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5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36" y="2"/>
                    <a:pt x="37" y="4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9"/>
                    <a:pt x="36" y="13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2" y="17"/>
                    <a:pt x="30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6" y="17"/>
                    <a:pt x="24" y="17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9"/>
                    <a:pt x="20" y="22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5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lose/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4" y="22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5" y="21"/>
                  </a:moveTo>
                  <a:cubicBezTo>
                    <a:pt x="14" y="21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lose/>
                  <a:moveTo>
                    <a:pt x="8" y="19"/>
                  </a:moveTo>
                  <a:cubicBezTo>
                    <a:pt x="9" y="19"/>
                    <a:pt x="9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9" y="19"/>
                    <a:pt x="8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8"/>
                    <a:pt x="8" y="19"/>
                  </a:cubicBezTo>
                  <a:close/>
                  <a:moveTo>
                    <a:pt x="13" y="18"/>
                  </a:move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lose/>
                  <a:moveTo>
                    <a:pt x="18" y="17"/>
                  </a:moveTo>
                  <a:cubicBezTo>
                    <a:pt x="18" y="16"/>
                    <a:pt x="18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5"/>
                    <a:pt x="18" y="16"/>
                    <a:pt x="18" y="17"/>
                  </a:cubicBezTo>
                  <a:close/>
                  <a:moveTo>
                    <a:pt x="30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lose/>
                  <a:moveTo>
                    <a:pt x="21" y="11"/>
                  </a:moveTo>
                  <a:cubicBezTo>
                    <a:pt x="22" y="12"/>
                    <a:pt x="24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3"/>
                    <a:pt x="23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2"/>
                  </a:moveTo>
                  <a:cubicBezTo>
                    <a:pt x="31" y="12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18" y="10"/>
                  </a:moveTo>
                  <a:cubicBezTo>
                    <a:pt x="18" y="10"/>
                    <a:pt x="18" y="11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lose/>
                  <a:moveTo>
                    <a:pt x="18" y="10"/>
                  </a:move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lose/>
                  <a:moveTo>
                    <a:pt x="32" y="10"/>
                  </a:moveTo>
                  <a:cubicBezTo>
                    <a:pt x="33" y="9"/>
                    <a:pt x="33" y="8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9"/>
                    <a:pt x="3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757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291724" y="3064842"/>
              <a:ext cx="241443" cy="427557"/>
            </a:xfrm>
            <a:custGeom>
              <a:avLst/>
              <a:gdLst>
                <a:gd name="T0" fmla="*/ 24 w 48"/>
                <a:gd name="T1" fmla="*/ 73 h 85"/>
                <a:gd name="T2" fmla="*/ 25 w 48"/>
                <a:gd name="T3" fmla="*/ 70 h 85"/>
                <a:gd name="T4" fmla="*/ 28 w 48"/>
                <a:gd name="T5" fmla="*/ 70 h 85"/>
                <a:gd name="T6" fmla="*/ 25 w 48"/>
                <a:gd name="T7" fmla="*/ 70 h 85"/>
                <a:gd name="T8" fmla="*/ 24 w 48"/>
                <a:gd name="T9" fmla="*/ 73 h 85"/>
                <a:gd name="T10" fmla="*/ 24 w 48"/>
                <a:gd name="T11" fmla="*/ 73 h 85"/>
                <a:gd name="T12" fmla="*/ 0 w 48"/>
                <a:gd name="T13" fmla="*/ 2 h 85"/>
                <a:gd name="T14" fmla="*/ 4 w 48"/>
                <a:gd name="T15" fmla="*/ 0 h 85"/>
                <a:gd name="T16" fmla="*/ 46 w 48"/>
                <a:gd name="T17" fmla="*/ 61 h 85"/>
                <a:gd name="T18" fmla="*/ 48 w 48"/>
                <a:gd name="T19" fmla="*/ 85 h 85"/>
                <a:gd name="T20" fmla="*/ 24 w 48"/>
                <a:gd name="T21" fmla="*/ 73 h 85"/>
                <a:gd name="T22" fmla="*/ 24 w 48"/>
                <a:gd name="T23" fmla="*/ 73 h 85"/>
                <a:gd name="T24" fmla="*/ 43 w 48"/>
                <a:gd name="T25" fmla="*/ 77 h 85"/>
                <a:gd name="T26" fmla="*/ 42 w 48"/>
                <a:gd name="T27" fmla="*/ 62 h 85"/>
                <a:gd name="T28" fmla="*/ 9 w 48"/>
                <a:gd name="T29" fmla="*/ 16 h 85"/>
                <a:gd name="T30" fmla="*/ 28 w 48"/>
                <a:gd name="T31" fmla="*/ 69 h 85"/>
                <a:gd name="T32" fmla="*/ 43 w 48"/>
                <a:gd name="T33" fmla="*/ 77 h 85"/>
                <a:gd name="T34" fmla="*/ 43 w 48"/>
                <a:gd name="T35" fmla="*/ 7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85">
                  <a:moveTo>
                    <a:pt x="24" y="73"/>
                  </a:moveTo>
                  <a:lnTo>
                    <a:pt x="25" y="70"/>
                  </a:lnTo>
                  <a:lnTo>
                    <a:pt x="28" y="70"/>
                  </a:lnTo>
                  <a:lnTo>
                    <a:pt x="25" y="70"/>
                  </a:lnTo>
                  <a:lnTo>
                    <a:pt x="24" y="73"/>
                  </a:lnTo>
                  <a:lnTo>
                    <a:pt x="24" y="7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6" y="61"/>
                  </a:lnTo>
                  <a:lnTo>
                    <a:pt x="48" y="85"/>
                  </a:lnTo>
                  <a:lnTo>
                    <a:pt x="24" y="73"/>
                  </a:lnTo>
                  <a:lnTo>
                    <a:pt x="24" y="73"/>
                  </a:lnTo>
                  <a:close/>
                  <a:moveTo>
                    <a:pt x="43" y="77"/>
                  </a:moveTo>
                  <a:lnTo>
                    <a:pt x="42" y="62"/>
                  </a:lnTo>
                  <a:lnTo>
                    <a:pt x="9" y="16"/>
                  </a:lnTo>
                  <a:lnTo>
                    <a:pt x="28" y="69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758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281664" y="3054782"/>
              <a:ext cx="266595" cy="452705"/>
            </a:xfrm>
            <a:custGeom>
              <a:avLst/>
              <a:gdLst>
                <a:gd name="T0" fmla="*/ 26 w 53"/>
                <a:gd name="T1" fmla="*/ 77 h 90"/>
                <a:gd name="T2" fmla="*/ 24 w 53"/>
                <a:gd name="T3" fmla="*/ 76 h 90"/>
                <a:gd name="T4" fmla="*/ 24 w 53"/>
                <a:gd name="T5" fmla="*/ 76 h 90"/>
                <a:gd name="T6" fmla="*/ 24 w 53"/>
                <a:gd name="T7" fmla="*/ 76 h 90"/>
                <a:gd name="T8" fmla="*/ 24 w 53"/>
                <a:gd name="T9" fmla="*/ 76 h 90"/>
                <a:gd name="T10" fmla="*/ 0 w 53"/>
                <a:gd name="T11" fmla="*/ 3 h 90"/>
                <a:gd name="T12" fmla="*/ 6 w 53"/>
                <a:gd name="T13" fmla="*/ 0 h 90"/>
                <a:gd name="T14" fmla="*/ 50 w 53"/>
                <a:gd name="T15" fmla="*/ 61 h 90"/>
                <a:gd name="T16" fmla="*/ 53 w 53"/>
                <a:gd name="T17" fmla="*/ 90 h 90"/>
                <a:gd name="T18" fmla="*/ 26 w 53"/>
                <a:gd name="T19" fmla="*/ 77 h 90"/>
                <a:gd name="T20" fmla="*/ 26 w 53"/>
                <a:gd name="T21" fmla="*/ 77 h 90"/>
                <a:gd name="T22" fmla="*/ 48 w 53"/>
                <a:gd name="T23" fmla="*/ 82 h 90"/>
                <a:gd name="T24" fmla="*/ 46 w 53"/>
                <a:gd name="T25" fmla="*/ 63 h 90"/>
                <a:gd name="T26" fmla="*/ 31 w 53"/>
                <a:gd name="T27" fmla="*/ 41 h 90"/>
                <a:gd name="T28" fmla="*/ 46 w 53"/>
                <a:gd name="T29" fmla="*/ 63 h 90"/>
                <a:gd name="T30" fmla="*/ 47 w 53"/>
                <a:gd name="T31" fmla="*/ 79 h 90"/>
                <a:gd name="T32" fmla="*/ 45 w 53"/>
                <a:gd name="T33" fmla="*/ 79 h 90"/>
                <a:gd name="T34" fmla="*/ 46 w 53"/>
                <a:gd name="T35" fmla="*/ 77 h 90"/>
                <a:gd name="T36" fmla="*/ 45 w 53"/>
                <a:gd name="T37" fmla="*/ 79 h 90"/>
                <a:gd name="T38" fmla="*/ 47 w 53"/>
                <a:gd name="T39" fmla="*/ 79 h 90"/>
                <a:gd name="T40" fmla="*/ 48 w 53"/>
                <a:gd name="T41" fmla="*/ 82 h 90"/>
                <a:gd name="T42" fmla="*/ 31 w 53"/>
                <a:gd name="T43" fmla="*/ 74 h 90"/>
                <a:gd name="T44" fmla="*/ 31 w 53"/>
                <a:gd name="T45" fmla="*/ 74 h 90"/>
                <a:gd name="T46" fmla="*/ 48 w 53"/>
                <a:gd name="T47" fmla="*/ 82 h 90"/>
                <a:gd name="T48" fmla="*/ 48 w 53"/>
                <a:gd name="T49" fmla="*/ 82 h 90"/>
                <a:gd name="T50" fmla="*/ 32 w 53"/>
                <a:gd name="T51" fmla="*/ 69 h 90"/>
                <a:gd name="T52" fmla="*/ 43 w 53"/>
                <a:gd name="T53" fmla="*/ 76 h 90"/>
                <a:gd name="T54" fmla="*/ 42 w 53"/>
                <a:gd name="T55" fmla="*/ 65 h 90"/>
                <a:gd name="T56" fmla="*/ 19 w 53"/>
                <a:gd name="T57" fmla="*/ 31 h 90"/>
                <a:gd name="T58" fmla="*/ 32 w 53"/>
                <a:gd name="T59" fmla="*/ 69 h 90"/>
                <a:gd name="T60" fmla="*/ 32 w 53"/>
                <a:gd name="T61" fmla="*/ 69 h 90"/>
                <a:gd name="T62" fmla="*/ 27 w 53"/>
                <a:gd name="T63" fmla="*/ 70 h 90"/>
                <a:gd name="T64" fmla="*/ 27 w 53"/>
                <a:gd name="T65" fmla="*/ 70 h 90"/>
                <a:gd name="T66" fmla="*/ 27 w 53"/>
                <a:gd name="T67" fmla="*/ 70 h 90"/>
                <a:gd name="T68" fmla="*/ 14 w 53"/>
                <a:gd name="T69" fmla="*/ 31 h 90"/>
                <a:gd name="T70" fmla="*/ 27 w 53"/>
                <a:gd name="T71" fmla="*/ 70 h 90"/>
                <a:gd name="T72" fmla="*/ 27 w 53"/>
                <a:gd name="T73" fmla="*/ 70 h 90"/>
                <a:gd name="T74" fmla="*/ 5 w 53"/>
                <a:gd name="T75" fmla="*/ 5 h 90"/>
                <a:gd name="T76" fmla="*/ 10 w 53"/>
                <a:gd name="T77" fmla="*/ 18 h 90"/>
                <a:gd name="T78" fmla="*/ 13 w 53"/>
                <a:gd name="T79" fmla="*/ 16 h 90"/>
                <a:gd name="T80" fmla="*/ 5 w 53"/>
                <a:gd name="T81" fmla="*/ 5 h 90"/>
                <a:gd name="T82" fmla="*/ 5 w 53"/>
                <a:gd name="T83" fmla="*/ 5 h 90"/>
                <a:gd name="T84" fmla="*/ 5 w 53"/>
                <a:gd name="T85" fmla="*/ 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3" h="90">
                  <a:moveTo>
                    <a:pt x="26" y="77"/>
                  </a:moveTo>
                  <a:lnTo>
                    <a:pt x="24" y="76"/>
                  </a:lnTo>
                  <a:lnTo>
                    <a:pt x="24" y="76"/>
                  </a:lnTo>
                  <a:lnTo>
                    <a:pt x="24" y="76"/>
                  </a:lnTo>
                  <a:lnTo>
                    <a:pt x="24" y="76"/>
                  </a:lnTo>
                  <a:lnTo>
                    <a:pt x="0" y="3"/>
                  </a:lnTo>
                  <a:lnTo>
                    <a:pt x="6" y="0"/>
                  </a:lnTo>
                  <a:lnTo>
                    <a:pt x="50" y="61"/>
                  </a:lnTo>
                  <a:lnTo>
                    <a:pt x="53" y="90"/>
                  </a:lnTo>
                  <a:lnTo>
                    <a:pt x="26" y="77"/>
                  </a:lnTo>
                  <a:lnTo>
                    <a:pt x="26" y="77"/>
                  </a:lnTo>
                  <a:close/>
                  <a:moveTo>
                    <a:pt x="48" y="82"/>
                  </a:moveTo>
                  <a:lnTo>
                    <a:pt x="46" y="63"/>
                  </a:lnTo>
                  <a:lnTo>
                    <a:pt x="31" y="41"/>
                  </a:lnTo>
                  <a:lnTo>
                    <a:pt x="46" y="63"/>
                  </a:lnTo>
                  <a:lnTo>
                    <a:pt x="47" y="79"/>
                  </a:lnTo>
                  <a:lnTo>
                    <a:pt x="45" y="79"/>
                  </a:lnTo>
                  <a:lnTo>
                    <a:pt x="46" y="77"/>
                  </a:lnTo>
                  <a:lnTo>
                    <a:pt x="45" y="79"/>
                  </a:lnTo>
                  <a:lnTo>
                    <a:pt x="47" y="79"/>
                  </a:lnTo>
                  <a:lnTo>
                    <a:pt x="48" y="82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48" y="82"/>
                  </a:lnTo>
                  <a:lnTo>
                    <a:pt x="48" y="82"/>
                  </a:lnTo>
                  <a:close/>
                  <a:moveTo>
                    <a:pt x="32" y="69"/>
                  </a:moveTo>
                  <a:lnTo>
                    <a:pt x="43" y="76"/>
                  </a:lnTo>
                  <a:lnTo>
                    <a:pt x="42" y="65"/>
                  </a:lnTo>
                  <a:lnTo>
                    <a:pt x="19" y="31"/>
                  </a:lnTo>
                  <a:lnTo>
                    <a:pt x="32" y="69"/>
                  </a:lnTo>
                  <a:lnTo>
                    <a:pt x="32" y="69"/>
                  </a:lnTo>
                  <a:close/>
                  <a:moveTo>
                    <a:pt x="27" y="70"/>
                  </a:moveTo>
                  <a:lnTo>
                    <a:pt x="27" y="70"/>
                  </a:lnTo>
                  <a:lnTo>
                    <a:pt x="27" y="70"/>
                  </a:lnTo>
                  <a:lnTo>
                    <a:pt x="14" y="31"/>
                  </a:lnTo>
                  <a:lnTo>
                    <a:pt x="27" y="70"/>
                  </a:lnTo>
                  <a:lnTo>
                    <a:pt x="27" y="70"/>
                  </a:lnTo>
                  <a:close/>
                  <a:moveTo>
                    <a:pt x="5" y="5"/>
                  </a:moveTo>
                  <a:lnTo>
                    <a:pt x="10" y="18"/>
                  </a:lnTo>
                  <a:lnTo>
                    <a:pt x="13" y="1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759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150882" y="3009510"/>
              <a:ext cx="462766" cy="563367"/>
            </a:xfrm>
            <a:custGeom>
              <a:avLst/>
              <a:gdLst>
                <a:gd name="T0" fmla="*/ 60 w 84"/>
                <a:gd name="T1" fmla="*/ 102 h 102"/>
                <a:gd name="T2" fmla="*/ 4 w 84"/>
                <a:gd name="T3" fmla="*/ 57 h 102"/>
                <a:gd name="T4" fmla="*/ 4 w 84"/>
                <a:gd name="T5" fmla="*/ 57 h 102"/>
                <a:gd name="T6" fmla="*/ 0 w 84"/>
                <a:gd name="T7" fmla="*/ 39 h 102"/>
                <a:gd name="T8" fmla="*/ 0 w 84"/>
                <a:gd name="T9" fmla="*/ 39 h 102"/>
                <a:gd name="T10" fmla="*/ 27 w 84"/>
                <a:gd name="T11" fmla="*/ 2 h 102"/>
                <a:gd name="T12" fmla="*/ 27 w 84"/>
                <a:gd name="T13" fmla="*/ 2 h 102"/>
                <a:gd name="T14" fmla="*/ 38 w 84"/>
                <a:gd name="T15" fmla="*/ 0 h 102"/>
                <a:gd name="T16" fmla="*/ 38 w 84"/>
                <a:gd name="T17" fmla="*/ 0 h 102"/>
                <a:gd name="T18" fmla="*/ 76 w 84"/>
                <a:gd name="T19" fmla="*/ 36 h 102"/>
                <a:gd name="T20" fmla="*/ 76 w 84"/>
                <a:gd name="T21" fmla="*/ 36 h 102"/>
                <a:gd name="T22" fmla="*/ 74 w 84"/>
                <a:gd name="T23" fmla="*/ 37 h 102"/>
                <a:gd name="T24" fmla="*/ 76 w 84"/>
                <a:gd name="T25" fmla="*/ 36 h 102"/>
                <a:gd name="T26" fmla="*/ 84 w 84"/>
                <a:gd name="T27" fmla="*/ 72 h 102"/>
                <a:gd name="T28" fmla="*/ 84 w 84"/>
                <a:gd name="T29" fmla="*/ 72 h 102"/>
                <a:gd name="T30" fmla="*/ 69 w 84"/>
                <a:gd name="T31" fmla="*/ 100 h 102"/>
                <a:gd name="T32" fmla="*/ 69 w 84"/>
                <a:gd name="T33" fmla="*/ 100 h 102"/>
                <a:gd name="T34" fmla="*/ 60 w 84"/>
                <a:gd name="T35" fmla="*/ 102 h 102"/>
                <a:gd name="T36" fmla="*/ 60 w 84"/>
                <a:gd name="T37" fmla="*/ 102 h 102"/>
                <a:gd name="T38" fmla="*/ 60 w 84"/>
                <a:gd name="T39" fmla="*/ 102 h 102"/>
                <a:gd name="T40" fmla="*/ 38 w 84"/>
                <a:gd name="T41" fmla="*/ 4 h 102"/>
                <a:gd name="T42" fmla="*/ 29 w 84"/>
                <a:gd name="T43" fmla="*/ 6 h 102"/>
                <a:gd name="T44" fmla="*/ 29 w 84"/>
                <a:gd name="T45" fmla="*/ 6 h 102"/>
                <a:gd name="T46" fmla="*/ 4 w 84"/>
                <a:gd name="T47" fmla="*/ 39 h 102"/>
                <a:gd name="T48" fmla="*/ 4 w 84"/>
                <a:gd name="T49" fmla="*/ 39 h 102"/>
                <a:gd name="T50" fmla="*/ 8 w 84"/>
                <a:gd name="T51" fmla="*/ 55 h 102"/>
                <a:gd name="T52" fmla="*/ 8 w 84"/>
                <a:gd name="T53" fmla="*/ 55 h 102"/>
                <a:gd name="T54" fmla="*/ 60 w 84"/>
                <a:gd name="T55" fmla="*/ 98 h 102"/>
                <a:gd name="T56" fmla="*/ 60 w 84"/>
                <a:gd name="T57" fmla="*/ 98 h 102"/>
                <a:gd name="T58" fmla="*/ 67 w 84"/>
                <a:gd name="T59" fmla="*/ 97 h 102"/>
                <a:gd name="T60" fmla="*/ 67 w 84"/>
                <a:gd name="T61" fmla="*/ 97 h 102"/>
                <a:gd name="T62" fmla="*/ 80 w 84"/>
                <a:gd name="T63" fmla="*/ 72 h 102"/>
                <a:gd name="T64" fmla="*/ 80 w 84"/>
                <a:gd name="T65" fmla="*/ 72 h 102"/>
                <a:gd name="T66" fmla="*/ 72 w 84"/>
                <a:gd name="T67" fmla="*/ 37 h 102"/>
                <a:gd name="T68" fmla="*/ 72 w 84"/>
                <a:gd name="T69" fmla="*/ 37 h 102"/>
                <a:gd name="T70" fmla="*/ 72 w 84"/>
                <a:gd name="T71" fmla="*/ 37 h 102"/>
                <a:gd name="T72" fmla="*/ 38 w 84"/>
                <a:gd name="T73" fmla="*/ 4 h 102"/>
                <a:gd name="T74" fmla="*/ 38 w 84"/>
                <a:gd name="T75" fmla="*/ 4 h 102"/>
                <a:gd name="T76" fmla="*/ 38 w 84"/>
                <a:gd name="T7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4" h="102">
                  <a:moveTo>
                    <a:pt x="60" y="102"/>
                  </a:moveTo>
                  <a:cubicBezTo>
                    <a:pt x="40" y="102"/>
                    <a:pt x="14" y="80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1" y="51"/>
                    <a:pt x="0" y="45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21"/>
                    <a:pt x="13" y="8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1" y="1"/>
                    <a:pt x="35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54" y="0"/>
                    <a:pt x="66" y="14"/>
                    <a:pt x="76" y="36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81" y="48"/>
                    <a:pt x="84" y="61"/>
                    <a:pt x="84" y="72"/>
                  </a:cubicBezTo>
                  <a:cubicBezTo>
                    <a:pt x="84" y="72"/>
                    <a:pt x="84" y="72"/>
                    <a:pt x="84" y="72"/>
                  </a:cubicBezTo>
                  <a:cubicBezTo>
                    <a:pt x="84" y="85"/>
                    <a:pt x="79" y="96"/>
                    <a:pt x="69" y="100"/>
                  </a:cubicBezTo>
                  <a:cubicBezTo>
                    <a:pt x="69" y="100"/>
                    <a:pt x="69" y="100"/>
                    <a:pt x="69" y="100"/>
                  </a:cubicBezTo>
                  <a:cubicBezTo>
                    <a:pt x="66" y="101"/>
                    <a:pt x="63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38" y="4"/>
                  </a:moveTo>
                  <a:cubicBezTo>
                    <a:pt x="35" y="4"/>
                    <a:pt x="32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15" y="12"/>
                    <a:pt x="4" y="23"/>
                    <a:pt x="4" y="39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4"/>
                    <a:pt x="5" y="49"/>
                    <a:pt x="8" y="55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17" y="77"/>
                    <a:pt x="43" y="98"/>
                    <a:pt x="60" y="98"/>
                  </a:cubicBezTo>
                  <a:cubicBezTo>
                    <a:pt x="60" y="98"/>
                    <a:pt x="60" y="98"/>
                    <a:pt x="60" y="98"/>
                  </a:cubicBezTo>
                  <a:cubicBezTo>
                    <a:pt x="63" y="98"/>
                    <a:pt x="65" y="97"/>
                    <a:pt x="67" y="97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76" y="93"/>
                    <a:pt x="80" y="84"/>
                    <a:pt x="80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61"/>
                    <a:pt x="77" y="49"/>
                    <a:pt x="72" y="37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63" y="16"/>
                    <a:pt x="51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760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135794" y="2999449"/>
              <a:ext cx="487917" cy="583487"/>
            </a:xfrm>
            <a:custGeom>
              <a:avLst/>
              <a:gdLst>
                <a:gd name="T0" fmla="*/ 62 w 88"/>
                <a:gd name="T1" fmla="*/ 104 h 106"/>
                <a:gd name="T2" fmla="*/ 4 w 88"/>
                <a:gd name="T3" fmla="*/ 60 h 106"/>
                <a:gd name="T4" fmla="*/ 0 w 88"/>
                <a:gd name="T5" fmla="*/ 41 h 106"/>
                <a:gd name="T6" fmla="*/ 0 w 88"/>
                <a:gd name="T7" fmla="*/ 41 h 106"/>
                <a:gd name="T8" fmla="*/ 0 w 88"/>
                <a:gd name="T9" fmla="*/ 41 h 106"/>
                <a:gd name="T10" fmla="*/ 40 w 88"/>
                <a:gd name="T11" fmla="*/ 0 h 106"/>
                <a:gd name="T12" fmla="*/ 79 w 88"/>
                <a:gd name="T13" fmla="*/ 35 h 106"/>
                <a:gd name="T14" fmla="*/ 80 w 88"/>
                <a:gd name="T15" fmla="*/ 39 h 106"/>
                <a:gd name="T16" fmla="*/ 88 w 88"/>
                <a:gd name="T17" fmla="*/ 74 h 106"/>
                <a:gd name="T18" fmla="*/ 71 w 88"/>
                <a:gd name="T19" fmla="*/ 104 h 106"/>
                <a:gd name="T20" fmla="*/ 62 w 88"/>
                <a:gd name="T21" fmla="*/ 106 h 106"/>
                <a:gd name="T22" fmla="*/ 68 w 88"/>
                <a:gd name="T23" fmla="*/ 101 h 106"/>
                <a:gd name="T24" fmla="*/ 62 w 88"/>
                <a:gd name="T25" fmla="*/ 102 h 106"/>
                <a:gd name="T26" fmla="*/ 62 w 88"/>
                <a:gd name="T27" fmla="*/ 102 h 106"/>
                <a:gd name="T28" fmla="*/ 61 w 88"/>
                <a:gd name="T29" fmla="*/ 102 h 106"/>
                <a:gd name="T30" fmla="*/ 60 w 88"/>
                <a:gd name="T31" fmla="*/ 102 h 106"/>
                <a:gd name="T32" fmla="*/ 60 w 88"/>
                <a:gd name="T33" fmla="*/ 102 h 106"/>
                <a:gd name="T34" fmla="*/ 60 w 88"/>
                <a:gd name="T35" fmla="*/ 102 h 106"/>
                <a:gd name="T36" fmla="*/ 59 w 88"/>
                <a:gd name="T37" fmla="*/ 102 h 106"/>
                <a:gd name="T38" fmla="*/ 33 w 88"/>
                <a:gd name="T39" fmla="*/ 90 h 106"/>
                <a:gd name="T40" fmla="*/ 8 w 88"/>
                <a:gd name="T41" fmla="*/ 41 h 106"/>
                <a:gd name="T42" fmla="*/ 62 w 88"/>
                <a:gd name="T43" fmla="*/ 98 h 106"/>
                <a:gd name="T44" fmla="*/ 62 w 88"/>
                <a:gd name="T45" fmla="*/ 98 h 106"/>
                <a:gd name="T46" fmla="*/ 80 w 88"/>
                <a:gd name="T47" fmla="*/ 74 h 106"/>
                <a:gd name="T48" fmla="*/ 73 w 88"/>
                <a:gd name="T49" fmla="*/ 41 h 106"/>
                <a:gd name="T50" fmla="*/ 40 w 88"/>
                <a:gd name="T51" fmla="*/ 8 h 106"/>
                <a:gd name="T52" fmla="*/ 40 w 88"/>
                <a:gd name="T53" fmla="*/ 4 h 106"/>
                <a:gd name="T54" fmla="*/ 40 w 88"/>
                <a:gd name="T55" fmla="*/ 4 h 106"/>
                <a:gd name="T56" fmla="*/ 40 w 88"/>
                <a:gd name="T57" fmla="*/ 4 h 106"/>
                <a:gd name="T58" fmla="*/ 40 w 88"/>
                <a:gd name="T59" fmla="*/ 8 h 106"/>
                <a:gd name="T60" fmla="*/ 8 w 88"/>
                <a:gd name="T61" fmla="*/ 41 h 106"/>
                <a:gd name="T62" fmla="*/ 8 w 88"/>
                <a:gd name="T63" fmla="*/ 41 h 106"/>
                <a:gd name="T64" fmla="*/ 33 w 88"/>
                <a:gd name="T65" fmla="*/ 90 h 106"/>
                <a:gd name="T66" fmla="*/ 33 w 88"/>
                <a:gd name="T67" fmla="*/ 89 h 106"/>
                <a:gd name="T68" fmla="*/ 33 w 88"/>
                <a:gd name="T69" fmla="*/ 89 h 106"/>
                <a:gd name="T70" fmla="*/ 32 w 88"/>
                <a:gd name="T71" fmla="*/ 89 h 106"/>
                <a:gd name="T72" fmla="*/ 31 w 88"/>
                <a:gd name="T73" fmla="*/ 89 h 106"/>
                <a:gd name="T74" fmla="*/ 84 w 88"/>
                <a:gd name="T75" fmla="*/ 74 h 106"/>
                <a:gd name="T76" fmla="*/ 84 w 88"/>
                <a:gd name="T77" fmla="*/ 74 h 106"/>
                <a:gd name="T78" fmla="*/ 6 w 88"/>
                <a:gd name="T79" fmla="*/ 53 h 106"/>
                <a:gd name="T80" fmla="*/ 4 w 88"/>
                <a:gd name="T81" fmla="*/ 41 h 106"/>
                <a:gd name="T82" fmla="*/ 4 w 88"/>
                <a:gd name="T83" fmla="*/ 41 h 106"/>
                <a:gd name="T84" fmla="*/ 4 w 88"/>
                <a:gd name="T85" fmla="*/ 41 h 106"/>
                <a:gd name="T86" fmla="*/ 76 w 88"/>
                <a:gd name="T87" fmla="*/ 39 h 106"/>
                <a:gd name="T88" fmla="*/ 69 w 88"/>
                <a:gd name="T89" fmla="*/ 26 h 106"/>
                <a:gd name="T90" fmla="*/ 69 w 88"/>
                <a:gd name="T91" fmla="*/ 26 h 106"/>
                <a:gd name="T92" fmla="*/ 69 w 88"/>
                <a:gd name="T93" fmla="*/ 25 h 106"/>
                <a:gd name="T94" fmla="*/ 69 w 88"/>
                <a:gd name="T95" fmla="*/ 25 h 106"/>
                <a:gd name="T96" fmla="*/ 69 w 88"/>
                <a:gd name="T97" fmla="*/ 25 h 106"/>
                <a:gd name="T98" fmla="*/ 69 w 88"/>
                <a:gd name="T99" fmla="*/ 25 h 106"/>
                <a:gd name="T100" fmla="*/ 41 w 88"/>
                <a:gd name="T101" fmla="*/ 4 h 106"/>
                <a:gd name="T102" fmla="*/ 24 w 88"/>
                <a:gd name="T103" fmla="*/ 9 h 106"/>
                <a:gd name="T104" fmla="*/ 30 w 88"/>
                <a:gd name="T105" fmla="*/ 6 h 106"/>
                <a:gd name="T106" fmla="*/ 30 w 88"/>
                <a:gd name="T107" fmla="*/ 6 h 106"/>
                <a:gd name="T108" fmla="*/ 34 w 88"/>
                <a:gd name="T109" fmla="*/ 5 h 106"/>
                <a:gd name="T110" fmla="*/ 34 w 88"/>
                <a:gd name="T111" fmla="*/ 5 h 106"/>
                <a:gd name="T112" fmla="*/ 41 w 88"/>
                <a:gd name="T113" fmla="*/ 4 h 106"/>
                <a:gd name="T114" fmla="*/ 41 w 88"/>
                <a:gd name="T115" fmla="*/ 4 h 106"/>
                <a:gd name="T116" fmla="*/ 41 w 88"/>
                <a:gd name="T117" fmla="*/ 4 h 106"/>
                <a:gd name="T118" fmla="*/ 40 w 88"/>
                <a:gd name="T119" fmla="*/ 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8" h="106">
                  <a:moveTo>
                    <a:pt x="62" y="106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62" y="104"/>
                    <a:pt x="62" y="104"/>
                    <a:pt x="62" y="104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41" y="106"/>
                    <a:pt x="15" y="84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1" y="53"/>
                    <a:pt x="0" y="47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2"/>
                    <a:pt x="14" y="9"/>
                    <a:pt x="29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2" y="1"/>
                    <a:pt x="36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7" y="0"/>
                    <a:pt x="69" y="14"/>
                    <a:pt x="79" y="35"/>
                  </a:cubicBezTo>
                  <a:cubicBezTo>
                    <a:pt x="79" y="35"/>
                    <a:pt x="79" y="35"/>
                    <a:pt x="79" y="35"/>
                  </a:cubicBezTo>
                  <a:cubicBezTo>
                    <a:pt x="79" y="35"/>
                    <a:pt x="79" y="35"/>
                    <a:pt x="79" y="35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5" y="51"/>
                    <a:pt x="88" y="63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74"/>
                    <a:pt x="88" y="74"/>
                    <a:pt x="88" y="74"/>
                  </a:cubicBezTo>
                  <a:cubicBezTo>
                    <a:pt x="88" y="87"/>
                    <a:pt x="83" y="99"/>
                    <a:pt x="71" y="104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68" y="105"/>
                    <a:pt x="65" y="106"/>
                    <a:pt x="62" y="106"/>
                  </a:cubicBezTo>
                  <a:cubicBezTo>
                    <a:pt x="62" y="106"/>
                    <a:pt x="62" y="106"/>
                    <a:pt x="62" y="106"/>
                  </a:cubicBezTo>
                  <a:cubicBezTo>
                    <a:pt x="62" y="106"/>
                    <a:pt x="62" y="106"/>
                    <a:pt x="62" y="106"/>
                  </a:cubicBezTo>
                  <a:close/>
                  <a:moveTo>
                    <a:pt x="62" y="102"/>
                  </a:moveTo>
                  <a:cubicBezTo>
                    <a:pt x="64" y="102"/>
                    <a:pt x="66" y="102"/>
                    <a:pt x="68" y="101"/>
                  </a:cubicBezTo>
                  <a:cubicBezTo>
                    <a:pt x="68" y="101"/>
                    <a:pt x="68" y="101"/>
                    <a:pt x="68" y="101"/>
                  </a:cubicBezTo>
                  <a:cubicBezTo>
                    <a:pt x="66" y="102"/>
                    <a:pt x="64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2" y="102"/>
                    <a:pt x="62" y="102"/>
                    <a:pt x="62" y="102"/>
                  </a:cubicBezTo>
                  <a:close/>
                  <a:moveTo>
                    <a:pt x="61" y="102"/>
                  </a:move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1" y="102"/>
                    <a:pt x="61" y="102"/>
                    <a:pt x="61" y="102"/>
                  </a:cubicBezTo>
                  <a:close/>
                  <a:moveTo>
                    <a:pt x="60" y="102"/>
                  </a:move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60" y="102"/>
                  </a:move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2"/>
                    <a:pt x="60" y="102"/>
                    <a:pt x="60" y="102"/>
                  </a:cubicBezTo>
                  <a:close/>
                  <a:moveTo>
                    <a:pt x="59" y="102"/>
                  </a:moveTo>
                  <a:cubicBezTo>
                    <a:pt x="59" y="102"/>
                    <a:pt x="59" y="102"/>
                    <a:pt x="59" y="102"/>
                  </a:cubicBezTo>
                  <a:cubicBezTo>
                    <a:pt x="59" y="102"/>
                    <a:pt x="59" y="102"/>
                    <a:pt x="59" y="102"/>
                  </a:cubicBezTo>
                  <a:cubicBezTo>
                    <a:pt x="59" y="102"/>
                    <a:pt x="59" y="102"/>
                    <a:pt x="59" y="102"/>
                  </a:cubicBezTo>
                  <a:close/>
                  <a:moveTo>
                    <a:pt x="59" y="102"/>
                  </a:moveTo>
                  <a:cubicBezTo>
                    <a:pt x="51" y="101"/>
                    <a:pt x="42" y="96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42" y="96"/>
                    <a:pt x="51" y="101"/>
                    <a:pt x="59" y="102"/>
                  </a:cubicBezTo>
                  <a:close/>
                  <a:moveTo>
                    <a:pt x="8" y="41"/>
                  </a:moveTo>
                  <a:cubicBezTo>
                    <a:pt x="8" y="46"/>
                    <a:pt x="9" y="51"/>
                    <a:pt x="12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20" y="78"/>
                    <a:pt x="46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2" y="98"/>
                    <a:pt x="62" y="98"/>
                    <a:pt x="62" y="98"/>
                  </a:cubicBezTo>
                  <a:cubicBezTo>
                    <a:pt x="64" y="98"/>
                    <a:pt x="66" y="98"/>
                    <a:pt x="68" y="97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76" y="93"/>
                    <a:pt x="80" y="86"/>
                    <a:pt x="80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0" y="64"/>
                    <a:pt x="77" y="53"/>
                    <a:pt x="73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63" y="19"/>
                    <a:pt x="52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39" y="4"/>
                    <a:pt x="38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9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7" y="8"/>
                    <a:pt x="35" y="9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19" y="15"/>
                    <a:pt x="8" y="26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lose/>
                  <a:moveTo>
                    <a:pt x="33" y="90"/>
                  </a:move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lose/>
                  <a:moveTo>
                    <a:pt x="33" y="89"/>
                  </a:moveTo>
                  <a:cubicBezTo>
                    <a:pt x="33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3" y="89"/>
                    <a:pt x="33" y="89"/>
                  </a:cubicBezTo>
                  <a:close/>
                  <a:moveTo>
                    <a:pt x="32" y="89"/>
                  </a:move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32" y="89"/>
                    <a:pt x="32" y="89"/>
                    <a:pt x="32" y="89"/>
                  </a:cubicBezTo>
                  <a:close/>
                  <a:moveTo>
                    <a:pt x="32" y="89"/>
                  </a:moveTo>
                  <a:cubicBezTo>
                    <a:pt x="32" y="89"/>
                    <a:pt x="31" y="89"/>
                    <a:pt x="31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1" y="89"/>
                    <a:pt x="32" y="89"/>
                    <a:pt x="32" y="89"/>
                  </a:cubicBezTo>
                  <a:close/>
                  <a:moveTo>
                    <a:pt x="84" y="74"/>
                  </a:moveTo>
                  <a:cubicBezTo>
                    <a:pt x="84" y="66"/>
                    <a:pt x="82" y="57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82" y="57"/>
                    <a:pt x="84" y="66"/>
                    <a:pt x="84" y="74"/>
                  </a:cubicBezTo>
                  <a:close/>
                  <a:moveTo>
                    <a:pt x="6" y="53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6" y="53"/>
                    <a:pt x="6" y="53"/>
                    <a:pt x="6" y="53"/>
                  </a:cubicBezTo>
                  <a:close/>
                  <a:moveTo>
                    <a:pt x="6" y="53"/>
                  </a:moveTo>
                  <a:cubicBezTo>
                    <a:pt x="5" y="49"/>
                    <a:pt x="4" y="45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4" y="45"/>
                    <a:pt x="5" y="49"/>
                    <a:pt x="6" y="53"/>
                  </a:cubicBezTo>
                  <a:close/>
                  <a:moveTo>
                    <a:pt x="76" y="39"/>
                  </a:moveTo>
                  <a:cubicBezTo>
                    <a:pt x="76" y="39"/>
                    <a:pt x="76" y="39"/>
                    <a:pt x="76" y="39"/>
                  </a:cubicBezTo>
                  <a:cubicBezTo>
                    <a:pt x="76" y="39"/>
                    <a:pt x="76" y="39"/>
                    <a:pt x="76" y="39"/>
                  </a:cubicBezTo>
                  <a:close/>
                  <a:moveTo>
                    <a:pt x="69" y="26"/>
                  </a:moveTo>
                  <a:cubicBezTo>
                    <a:pt x="69" y="26"/>
                    <a:pt x="69" y="26"/>
                    <a:pt x="69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9" y="26"/>
                    <a:pt x="69" y="26"/>
                    <a:pt x="69" y="26"/>
                  </a:cubicBezTo>
                  <a:close/>
                  <a:moveTo>
                    <a:pt x="69" y="25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69" y="25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69" y="25"/>
                  </a:moveTo>
                  <a:cubicBezTo>
                    <a:pt x="69" y="25"/>
                    <a:pt x="68" y="24"/>
                    <a:pt x="68" y="24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8" y="24"/>
                    <a:pt x="69" y="25"/>
                    <a:pt x="69" y="25"/>
                  </a:cubicBezTo>
                  <a:close/>
                  <a:moveTo>
                    <a:pt x="68" y="24"/>
                  </a:moveTo>
                  <a:cubicBezTo>
                    <a:pt x="61" y="12"/>
                    <a:pt x="51" y="5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51" y="5"/>
                    <a:pt x="61" y="12"/>
                    <a:pt x="68" y="24"/>
                  </a:cubicBezTo>
                  <a:close/>
                  <a:moveTo>
                    <a:pt x="24" y="9"/>
                  </a:move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lose/>
                  <a:moveTo>
                    <a:pt x="30" y="6"/>
                  </a:moveTo>
                  <a:cubicBezTo>
                    <a:pt x="28" y="7"/>
                    <a:pt x="26" y="8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6" y="8"/>
                    <a:pt x="28" y="7"/>
                    <a:pt x="30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3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1" y="6"/>
                    <a:pt x="30" y="6"/>
                  </a:cubicBezTo>
                  <a:close/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lose/>
                  <a:moveTo>
                    <a:pt x="41" y="4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lose/>
                  <a:moveTo>
                    <a:pt x="41" y="4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lose/>
                  <a:moveTo>
                    <a:pt x="40" y="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61"/>
            <p:cNvSpPr/>
            <p:nvPr>
              <p:custDataLst>
                <p:tags r:id="rId27"/>
              </p:custDataLst>
            </p:nvPr>
          </p:nvSpPr>
          <p:spPr bwMode="auto">
            <a:xfrm>
              <a:off x="4999981" y="3145323"/>
              <a:ext cx="191142" cy="548278"/>
            </a:xfrm>
            <a:custGeom>
              <a:avLst/>
              <a:gdLst>
                <a:gd name="T0" fmla="*/ 17 w 35"/>
                <a:gd name="T1" fmla="*/ 99 h 100"/>
                <a:gd name="T2" fmla="*/ 11 w 35"/>
                <a:gd name="T3" fmla="*/ 93 h 100"/>
                <a:gd name="T4" fmla="*/ 11 w 35"/>
                <a:gd name="T5" fmla="*/ 93 h 100"/>
                <a:gd name="T6" fmla="*/ 7 w 35"/>
                <a:gd name="T7" fmla="*/ 80 h 100"/>
                <a:gd name="T8" fmla="*/ 7 w 35"/>
                <a:gd name="T9" fmla="*/ 80 h 100"/>
                <a:gd name="T10" fmla="*/ 0 w 35"/>
                <a:gd name="T11" fmla="*/ 52 h 100"/>
                <a:gd name="T12" fmla="*/ 0 w 35"/>
                <a:gd name="T13" fmla="*/ 52 h 100"/>
                <a:gd name="T14" fmla="*/ 0 w 35"/>
                <a:gd name="T15" fmla="*/ 50 h 100"/>
                <a:gd name="T16" fmla="*/ 0 w 35"/>
                <a:gd name="T17" fmla="*/ 50 h 100"/>
                <a:gd name="T18" fmla="*/ 31 w 35"/>
                <a:gd name="T19" fmla="*/ 0 h 100"/>
                <a:gd name="T20" fmla="*/ 31 w 35"/>
                <a:gd name="T21" fmla="*/ 0 h 100"/>
                <a:gd name="T22" fmla="*/ 31 w 35"/>
                <a:gd name="T23" fmla="*/ 0 h 100"/>
                <a:gd name="T24" fmla="*/ 34 w 35"/>
                <a:gd name="T25" fmla="*/ 2 h 100"/>
                <a:gd name="T26" fmla="*/ 19 w 35"/>
                <a:gd name="T27" fmla="*/ 21 h 100"/>
                <a:gd name="T28" fmla="*/ 19 w 35"/>
                <a:gd name="T29" fmla="*/ 21 h 100"/>
                <a:gd name="T30" fmla="*/ 4 w 35"/>
                <a:gd name="T31" fmla="*/ 50 h 100"/>
                <a:gd name="T32" fmla="*/ 4 w 35"/>
                <a:gd name="T33" fmla="*/ 50 h 100"/>
                <a:gd name="T34" fmla="*/ 4 w 35"/>
                <a:gd name="T35" fmla="*/ 51 h 100"/>
                <a:gd name="T36" fmla="*/ 4 w 35"/>
                <a:gd name="T37" fmla="*/ 51 h 100"/>
                <a:gd name="T38" fmla="*/ 10 w 35"/>
                <a:gd name="T39" fmla="*/ 77 h 100"/>
                <a:gd name="T40" fmla="*/ 10 w 35"/>
                <a:gd name="T41" fmla="*/ 77 h 100"/>
                <a:gd name="T42" fmla="*/ 18 w 35"/>
                <a:gd name="T43" fmla="*/ 95 h 100"/>
                <a:gd name="T44" fmla="*/ 18 w 35"/>
                <a:gd name="T45" fmla="*/ 95 h 100"/>
                <a:gd name="T46" fmla="*/ 18 w 35"/>
                <a:gd name="T47" fmla="*/ 95 h 100"/>
                <a:gd name="T48" fmla="*/ 18 w 35"/>
                <a:gd name="T49" fmla="*/ 95 h 100"/>
                <a:gd name="T50" fmla="*/ 24 w 35"/>
                <a:gd name="T51" fmla="*/ 96 h 100"/>
                <a:gd name="T52" fmla="*/ 24 w 35"/>
                <a:gd name="T53" fmla="*/ 96 h 100"/>
                <a:gd name="T54" fmla="*/ 34 w 35"/>
                <a:gd name="T55" fmla="*/ 95 h 100"/>
                <a:gd name="T56" fmla="*/ 34 w 35"/>
                <a:gd name="T57" fmla="*/ 95 h 100"/>
                <a:gd name="T58" fmla="*/ 35 w 35"/>
                <a:gd name="T59" fmla="*/ 99 h 100"/>
                <a:gd name="T60" fmla="*/ 24 w 35"/>
                <a:gd name="T61" fmla="*/ 100 h 100"/>
                <a:gd name="T62" fmla="*/ 24 w 35"/>
                <a:gd name="T63" fmla="*/ 100 h 100"/>
                <a:gd name="T64" fmla="*/ 17 w 35"/>
                <a:gd name="T65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" h="100">
                  <a:moveTo>
                    <a:pt x="17" y="99"/>
                  </a:moveTo>
                  <a:cubicBezTo>
                    <a:pt x="14" y="98"/>
                    <a:pt x="13" y="96"/>
                    <a:pt x="11" y="93"/>
                  </a:cubicBezTo>
                  <a:cubicBezTo>
                    <a:pt x="11" y="93"/>
                    <a:pt x="11" y="93"/>
                    <a:pt x="11" y="93"/>
                  </a:cubicBezTo>
                  <a:cubicBezTo>
                    <a:pt x="10" y="89"/>
                    <a:pt x="8" y="85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4" y="71"/>
                    <a:pt x="1" y="59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1"/>
                    <a:pt x="0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32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4" y="2"/>
                    <a:pt x="26" y="10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1" y="30"/>
                    <a:pt x="4" y="43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0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8"/>
                    <a:pt x="8" y="68"/>
                    <a:pt x="10" y="77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3" y="86"/>
                    <a:pt x="16" y="94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9" y="96"/>
                    <a:pt x="21" y="96"/>
                    <a:pt x="24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9" y="96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9"/>
                    <a:pt x="35" y="99"/>
                    <a:pt x="35" y="99"/>
                  </a:cubicBezTo>
                  <a:cubicBezTo>
                    <a:pt x="35" y="99"/>
                    <a:pt x="29" y="100"/>
                    <a:pt x="24" y="100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1" y="100"/>
                    <a:pt x="19" y="100"/>
                    <a:pt x="17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762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4989920" y="3130231"/>
              <a:ext cx="216294" cy="573427"/>
            </a:xfrm>
            <a:custGeom>
              <a:avLst/>
              <a:gdLst>
                <a:gd name="T0" fmla="*/ 19 w 39"/>
                <a:gd name="T1" fmla="*/ 101 h 104"/>
                <a:gd name="T2" fmla="*/ 12 w 39"/>
                <a:gd name="T3" fmla="*/ 95 h 104"/>
                <a:gd name="T4" fmla="*/ 7 w 39"/>
                <a:gd name="T5" fmla="*/ 83 h 104"/>
                <a:gd name="T6" fmla="*/ 0 w 39"/>
                <a:gd name="T7" fmla="*/ 54 h 104"/>
                <a:gd name="T8" fmla="*/ 0 w 39"/>
                <a:gd name="T9" fmla="*/ 52 h 104"/>
                <a:gd name="T10" fmla="*/ 31 w 39"/>
                <a:gd name="T11" fmla="*/ 1 h 104"/>
                <a:gd name="T12" fmla="*/ 31 w 39"/>
                <a:gd name="T13" fmla="*/ 0 h 104"/>
                <a:gd name="T14" fmla="*/ 33 w 39"/>
                <a:gd name="T15" fmla="*/ 0 h 104"/>
                <a:gd name="T16" fmla="*/ 37 w 39"/>
                <a:gd name="T17" fmla="*/ 5 h 104"/>
                <a:gd name="T18" fmla="*/ 37 w 39"/>
                <a:gd name="T19" fmla="*/ 6 h 104"/>
                <a:gd name="T20" fmla="*/ 37 w 39"/>
                <a:gd name="T21" fmla="*/ 6 h 104"/>
                <a:gd name="T22" fmla="*/ 37 w 39"/>
                <a:gd name="T23" fmla="*/ 6 h 104"/>
                <a:gd name="T24" fmla="*/ 37 w 39"/>
                <a:gd name="T25" fmla="*/ 6 h 104"/>
                <a:gd name="T26" fmla="*/ 36 w 39"/>
                <a:gd name="T27" fmla="*/ 7 h 104"/>
                <a:gd name="T28" fmla="*/ 32 w 39"/>
                <a:gd name="T29" fmla="*/ 11 h 104"/>
                <a:gd name="T30" fmla="*/ 22 w 39"/>
                <a:gd name="T31" fmla="*/ 24 h 104"/>
                <a:gd name="T32" fmla="*/ 8 w 39"/>
                <a:gd name="T33" fmla="*/ 51 h 104"/>
                <a:gd name="T34" fmla="*/ 8 w 39"/>
                <a:gd name="T35" fmla="*/ 52 h 104"/>
                <a:gd name="T36" fmla="*/ 8 w 39"/>
                <a:gd name="T37" fmla="*/ 53 h 104"/>
                <a:gd name="T38" fmla="*/ 14 w 39"/>
                <a:gd name="T39" fmla="*/ 79 h 104"/>
                <a:gd name="T40" fmla="*/ 18 w 39"/>
                <a:gd name="T41" fmla="*/ 90 h 104"/>
                <a:gd name="T42" fmla="*/ 21 w 39"/>
                <a:gd name="T43" fmla="*/ 95 h 104"/>
                <a:gd name="T44" fmla="*/ 26 w 39"/>
                <a:gd name="T45" fmla="*/ 96 h 104"/>
                <a:gd name="T46" fmla="*/ 26 w 39"/>
                <a:gd name="T47" fmla="*/ 96 h 104"/>
                <a:gd name="T48" fmla="*/ 26 w 39"/>
                <a:gd name="T49" fmla="*/ 96 h 104"/>
                <a:gd name="T50" fmla="*/ 36 w 39"/>
                <a:gd name="T51" fmla="*/ 95 h 104"/>
                <a:gd name="T52" fmla="*/ 39 w 39"/>
                <a:gd name="T53" fmla="*/ 103 h 104"/>
                <a:gd name="T54" fmla="*/ 37 w 39"/>
                <a:gd name="T55" fmla="*/ 103 h 104"/>
                <a:gd name="T56" fmla="*/ 36 w 39"/>
                <a:gd name="T57" fmla="*/ 103 h 104"/>
                <a:gd name="T58" fmla="*/ 33 w 39"/>
                <a:gd name="T59" fmla="*/ 104 h 104"/>
                <a:gd name="T60" fmla="*/ 26 w 39"/>
                <a:gd name="T61" fmla="*/ 104 h 104"/>
                <a:gd name="T62" fmla="*/ 26 w 39"/>
                <a:gd name="T63" fmla="*/ 100 h 104"/>
                <a:gd name="T64" fmla="*/ 19 w 39"/>
                <a:gd name="T65" fmla="*/ 99 h 104"/>
                <a:gd name="T66" fmla="*/ 19 w 39"/>
                <a:gd name="T67" fmla="*/ 99 h 104"/>
                <a:gd name="T68" fmla="*/ 26 w 39"/>
                <a:gd name="T69" fmla="*/ 100 h 104"/>
                <a:gd name="T70" fmla="*/ 30 w 39"/>
                <a:gd name="T71" fmla="*/ 100 h 104"/>
                <a:gd name="T72" fmla="*/ 33 w 39"/>
                <a:gd name="T73" fmla="*/ 100 h 104"/>
                <a:gd name="T74" fmla="*/ 33 w 39"/>
                <a:gd name="T75" fmla="*/ 100 h 104"/>
                <a:gd name="T76" fmla="*/ 17 w 39"/>
                <a:gd name="T77" fmla="*/ 97 h 104"/>
                <a:gd name="T78" fmla="*/ 18 w 39"/>
                <a:gd name="T79" fmla="*/ 99 h 104"/>
                <a:gd name="T80" fmla="*/ 15 w 39"/>
                <a:gd name="T81" fmla="*/ 94 h 104"/>
                <a:gd name="T82" fmla="*/ 14 w 39"/>
                <a:gd name="T83" fmla="*/ 92 h 104"/>
                <a:gd name="T84" fmla="*/ 13 w 39"/>
                <a:gd name="T85" fmla="*/ 89 h 104"/>
                <a:gd name="T86" fmla="*/ 15 w 39"/>
                <a:gd name="T87" fmla="*/ 94 h 104"/>
                <a:gd name="T88" fmla="*/ 10 w 39"/>
                <a:gd name="T89" fmla="*/ 80 h 104"/>
                <a:gd name="T90" fmla="*/ 10 w 39"/>
                <a:gd name="T91" fmla="*/ 80 h 104"/>
                <a:gd name="T92" fmla="*/ 4 w 39"/>
                <a:gd name="T93" fmla="*/ 53 h 104"/>
                <a:gd name="T94" fmla="*/ 4 w 39"/>
                <a:gd name="T95" fmla="*/ 53 h 104"/>
                <a:gd name="T96" fmla="*/ 4 w 39"/>
                <a:gd name="T97" fmla="*/ 53 h 104"/>
                <a:gd name="T98" fmla="*/ 10 w 39"/>
                <a:gd name="T99" fmla="*/ 35 h 104"/>
                <a:gd name="T100" fmla="*/ 19 w 39"/>
                <a:gd name="T101" fmla="*/ 21 h 104"/>
                <a:gd name="T102" fmla="*/ 27 w 39"/>
                <a:gd name="T103" fmla="*/ 12 h 104"/>
                <a:gd name="T104" fmla="*/ 19 w 39"/>
                <a:gd name="T105" fmla="*/ 2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9" h="104">
                  <a:moveTo>
                    <a:pt x="18" y="103"/>
                  </a:moveTo>
                  <a:cubicBezTo>
                    <a:pt x="19" y="101"/>
                    <a:pt x="19" y="101"/>
                    <a:pt x="19" y="101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4" y="102"/>
                    <a:pt x="13" y="99"/>
                    <a:pt x="12" y="95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0" y="92"/>
                    <a:pt x="8" y="88"/>
                    <a:pt x="7" y="83"/>
                  </a:cubicBezTo>
                  <a:cubicBezTo>
                    <a:pt x="7" y="83"/>
                    <a:pt x="7" y="83"/>
                    <a:pt x="7" y="83"/>
                  </a:cubicBezTo>
                  <a:cubicBezTo>
                    <a:pt x="4" y="73"/>
                    <a:pt x="1" y="62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33"/>
                    <a:pt x="28" y="5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6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8"/>
                    <a:pt x="34" y="9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0" y="14"/>
                    <a:pt x="26" y="19"/>
                    <a:pt x="22" y="24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15" y="33"/>
                    <a:pt x="8" y="46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9" y="60"/>
                    <a:pt x="11" y="70"/>
                    <a:pt x="14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5" y="83"/>
                    <a:pt x="17" y="87"/>
                    <a:pt x="18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3"/>
                    <a:pt x="20" y="95"/>
                    <a:pt x="21" y="95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22" y="96"/>
                    <a:pt x="24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31" y="96"/>
                    <a:pt x="36" y="95"/>
                    <a:pt x="36" y="95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9" y="103"/>
                    <a:pt x="39" y="103"/>
                    <a:pt x="39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5" y="103"/>
                    <a:pt x="34" y="103"/>
                    <a:pt x="33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1" y="104"/>
                    <a:pt x="29" y="104"/>
                    <a:pt x="26" y="104"/>
                  </a:cubicBezTo>
                  <a:cubicBezTo>
                    <a:pt x="26" y="104"/>
                    <a:pt x="26" y="104"/>
                    <a:pt x="26" y="104"/>
                  </a:cubicBezTo>
                  <a:cubicBezTo>
                    <a:pt x="23" y="104"/>
                    <a:pt x="20" y="104"/>
                    <a:pt x="18" y="103"/>
                  </a:cubicBezTo>
                  <a:close/>
                  <a:moveTo>
                    <a:pt x="26" y="100"/>
                  </a:moveTo>
                  <a:cubicBezTo>
                    <a:pt x="26" y="100"/>
                    <a:pt x="26" y="100"/>
                    <a:pt x="26" y="100"/>
                  </a:cubicBezTo>
                  <a:cubicBezTo>
                    <a:pt x="23" y="100"/>
                    <a:pt x="21" y="100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19" y="99"/>
                    <a:pt x="19" y="99"/>
                    <a:pt x="19" y="99"/>
                  </a:cubicBezTo>
                  <a:cubicBezTo>
                    <a:pt x="21" y="100"/>
                    <a:pt x="23" y="100"/>
                    <a:pt x="26" y="100"/>
                  </a:cubicBezTo>
                  <a:close/>
                  <a:moveTo>
                    <a:pt x="33" y="100"/>
                  </a:moveTo>
                  <a:cubicBezTo>
                    <a:pt x="32" y="100"/>
                    <a:pt x="31" y="100"/>
                    <a:pt x="30" y="100"/>
                  </a:cubicBezTo>
                  <a:cubicBezTo>
                    <a:pt x="30" y="100"/>
                    <a:pt x="30" y="100"/>
                    <a:pt x="30" y="100"/>
                  </a:cubicBezTo>
                  <a:cubicBezTo>
                    <a:pt x="31" y="100"/>
                    <a:pt x="32" y="100"/>
                    <a:pt x="33" y="100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3" y="100"/>
                    <a:pt x="33" y="100"/>
                    <a:pt x="33" y="100"/>
                  </a:cubicBezTo>
                  <a:close/>
                  <a:moveTo>
                    <a:pt x="18" y="99"/>
                  </a:moveTo>
                  <a:cubicBezTo>
                    <a:pt x="18" y="98"/>
                    <a:pt x="17" y="98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8"/>
                    <a:pt x="18" y="98"/>
                    <a:pt x="18" y="99"/>
                  </a:cubicBezTo>
                  <a:close/>
                  <a:moveTo>
                    <a:pt x="15" y="94"/>
                  </a:move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4"/>
                    <a:pt x="15" y="93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1"/>
                    <a:pt x="14" y="90"/>
                    <a:pt x="13" y="8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4" y="91"/>
                    <a:pt x="14" y="92"/>
                    <a:pt x="15" y="94"/>
                  </a:cubicBezTo>
                  <a:close/>
                  <a:moveTo>
                    <a:pt x="4" y="53"/>
                  </a:moveTo>
                  <a:cubicBezTo>
                    <a:pt x="5" y="61"/>
                    <a:pt x="8" y="71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1"/>
                    <a:pt x="5" y="61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lose/>
                  <a:moveTo>
                    <a:pt x="19" y="21"/>
                  </a:moveTo>
                  <a:cubicBezTo>
                    <a:pt x="16" y="25"/>
                    <a:pt x="13" y="30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3" y="30"/>
                    <a:pt x="16" y="26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22" y="18"/>
                    <a:pt x="24" y="15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4" y="15"/>
                    <a:pt x="22" y="18"/>
                    <a:pt x="19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763"/>
            <p:cNvSpPr/>
            <p:nvPr>
              <p:custDataLst>
                <p:tags r:id="rId29"/>
              </p:custDataLst>
            </p:nvPr>
          </p:nvSpPr>
          <p:spPr bwMode="auto">
            <a:xfrm>
              <a:off x="5095553" y="3668449"/>
              <a:ext cx="95573" cy="55332"/>
            </a:xfrm>
            <a:custGeom>
              <a:avLst/>
              <a:gdLst>
                <a:gd name="T0" fmla="*/ 0 w 19"/>
                <a:gd name="T1" fmla="*/ 4 h 11"/>
                <a:gd name="T2" fmla="*/ 1 w 19"/>
                <a:gd name="T3" fmla="*/ 0 h 11"/>
                <a:gd name="T4" fmla="*/ 19 w 19"/>
                <a:gd name="T5" fmla="*/ 7 h 11"/>
                <a:gd name="T6" fmla="*/ 18 w 19"/>
                <a:gd name="T7" fmla="*/ 11 h 11"/>
                <a:gd name="T8" fmla="*/ 0 w 19"/>
                <a:gd name="T9" fmla="*/ 4 h 11"/>
                <a:gd name="T10" fmla="*/ 0 w 19"/>
                <a:gd name="T11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0" y="4"/>
                  </a:moveTo>
                  <a:lnTo>
                    <a:pt x="1" y="0"/>
                  </a:lnTo>
                  <a:lnTo>
                    <a:pt x="19" y="7"/>
                  </a:lnTo>
                  <a:lnTo>
                    <a:pt x="18" y="11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764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075433" y="3658389"/>
              <a:ext cx="135813" cy="80481"/>
            </a:xfrm>
            <a:custGeom>
              <a:avLst/>
              <a:gdLst>
                <a:gd name="T0" fmla="*/ 2 w 27"/>
                <a:gd name="T1" fmla="*/ 8 h 16"/>
                <a:gd name="T2" fmla="*/ 4 w 27"/>
                <a:gd name="T3" fmla="*/ 6 h 16"/>
                <a:gd name="T4" fmla="*/ 5 w 27"/>
                <a:gd name="T5" fmla="*/ 7 h 16"/>
                <a:gd name="T6" fmla="*/ 4 w 27"/>
                <a:gd name="T7" fmla="*/ 6 h 16"/>
                <a:gd name="T8" fmla="*/ 2 w 27"/>
                <a:gd name="T9" fmla="*/ 8 h 16"/>
                <a:gd name="T10" fmla="*/ 0 w 27"/>
                <a:gd name="T11" fmla="*/ 7 h 16"/>
                <a:gd name="T12" fmla="*/ 4 w 27"/>
                <a:gd name="T13" fmla="*/ 0 h 16"/>
                <a:gd name="T14" fmla="*/ 27 w 27"/>
                <a:gd name="T15" fmla="*/ 8 h 16"/>
                <a:gd name="T16" fmla="*/ 23 w 27"/>
                <a:gd name="T17" fmla="*/ 16 h 16"/>
                <a:gd name="T18" fmla="*/ 2 w 27"/>
                <a:gd name="T19" fmla="*/ 8 h 16"/>
                <a:gd name="T20" fmla="*/ 2 w 27"/>
                <a:gd name="T21" fmla="*/ 8 h 16"/>
                <a:gd name="T22" fmla="*/ 20 w 27"/>
                <a:gd name="T23" fmla="*/ 11 h 16"/>
                <a:gd name="T24" fmla="*/ 20 w 27"/>
                <a:gd name="T25" fmla="*/ 11 h 16"/>
                <a:gd name="T26" fmla="*/ 6 w 27"/>
                <a:gd name="T27" fmla="*/ 5 h 16"/>
                <a:gd name="T28" fmla="*/ 6 w 27"/>
                <a:gd name="T29" fmla="*/ 5 h 16"/>
                <a:gd name="T30" fmla="*/ 20 w 27"/>
                <a:gd name="T31" fmla="*/ 11 h 16"/>
                <a:gd name="T32" fmla="*/ 20 w 27"/>
                <a:gd name="T33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16">
                  <a:moveTo>
                    <a:pt x="2" y="8"/>
                  </a:moveTo>
                  <a:lnTo>
                    <a:pt x="4" y="6"/>
                  </a:lnTo>
                  <a:lnTo>
                    <a:pt x="5" y="7"/>
                  </a:lnTo>
                  <a:lnTo>
                    <a:pt x="4" y="6"/>
                  </a:lnTo>
                  <a:lnTo>
                    <a:pt x="2" y="8"/>
                  </a:lnTo>
                  <a:lnTo>
                    <a:pt x="0" y="7"/>
                  </a:lnTo>
                  <a:lnTo>
                    <a:pt x="4" y="0"/>
                  </a:lnTo>
                  <a:lnTo>
                    <a:pt x="27" y="8"/>
                  </a:lnTo>
                  <a:lnTo>
                    <a:pt x="23" y="16"/>
                  </a:lnTo>
                  <a:lnTo>
                    <a:pt x="2" y="8"/>
                  </a:lnTo>
                  <a:lnTo>
                    <a:pt x="2" y="8"/>
                  </a:lnTo>
                  <a:close/>
                  <a:moveTo>
                    <a:pt x="20" y="11"/>
                  </a:moveTo>
                  <a:lnTo>
                    <a:pt x="20" y="11"/>
                  </a:lnTo>
                  <a:lnTo>
                    <a:pt x="6" y="5"/>
                  </a:lnTo>
                  <a:lnTo>
                    <a:pt x="6" y="5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765"/>
            <p:cNvSpPr/>
            <p:nvPr>
              <p:custDataLst>
                <p:tags r:id="rId31"/>
              </p:custDataLst>
            </p:nvPr>
          </p:nvSpPr>
          <p:spPr bwMode="auto">
            <a:xfrm>
              <a:off x="5362145" y="2511535"/>
              <a:ext cx="417497" cy="518098"/>
            </a:xfrm>
            <a:custGeom>
              <a:avLst/>
              <a:gdLst>
                <a:gd name="T0" fmla="*/ 0 w 75"/>
                <a:gd name="T1" fmla="*/ 89 h 93"/>
                <a:gd name="T2" fmla="*/ 33 w 75"/>
                <a:gd name="T3" fmla="*/ 80 h 93"/>
                <a:gd name="T4" fmla="*/ 33 w 75"/>
                <a:gd name="T5" fmla="*/ 80 h 93"/>
                <a:gd name="T6" fmla="*/ 69 w 75"/>
                <a:gd name="T7" fmla="*/ 52 h 93"/>
                <a:gd name="T8" fmla="*/ 69 w 75"/>
                <a:gd name="T9" fmla="*/ 52 h 93"/>
                <a:gd name="T10" fmla="*/ 71 w 75"/>
                <a:gd name="T11" fmla="*/ 40 h 93"/>
                <a:gd name="T12" fmla="*/ 71 w 75"/>
                <a:gd name="T13" fmla="*/ 40 h 93"/>
                <a:gd name="T14" fmla="*/ 65 w 75"/>
                <a:gd name="T15" fmla="*/ 15 h 93"/>
                <a:gd name="T16" fmla="*/ 65 w 75"/>
                <a:gd name="T17" fmla="*/ 15 h 93"/>
                <a:gd name="T18" fmla="*/ 58 w 75"/>
                <a:gd name="T19" fmla="*/ 5 h 93"/>
                <a:gd name="T20" fmla="*/ 58 w 75"/>
                <a:gd name="T21" fmla="*/ 5 h 93"/>
                <a:gd name="T22" fmla="*/ 41 w 75"/>
                <a:gd name="T23" fmla="*/ 4 h 93"/>
                <a:gd name="T24" fmla="*/ 42 w 75"/>
                <a:gd name="T25" fmla="*/ 0 h 93"/>
                <a:gd name="T26" fmla="*/ 60 w 75"/>
                <a:gd name="T27" fmla="*/ 1 h 93"/>
                <a:gd name="T28" fmla="*/ 60 w 75"/>
                <a:gd name="T29" fmla="*/ 2 h 93"/>
                <a:gd name="T30" fmla="*/ 68 w 75"/>
                <a:gd name="T31" fmla="*/ 13 h 93"/>
                <a:gd name="T32" fmla="*/ 68 w 75"/>
                <a:gd name="T33" fmla="*/ 13 h 93"/>
                <a:gd name="T34" fmla="*/ 75 w 75"/>
                <a:gd name="T35" fmla="*/ 40 h 93"/>
                <a:gd name="T36" fmla="*/ 75 w 75"/>
                <a:gd name="T37" fmla="*/ 40 h 93"/>
                <a:gd name="T38" fmla="*/ 73 w 75"/>
                <a:gd name="T39" fmla="*/ 53 h 93"/>
                <a:gd name="T40" fmla="*/ 73 w 75"/>
                <a:gd name="T41" fmla="*/ 53 h 93"/>
                <a:gd name="T42" fmla="*/ 34 w 75"/>
                <a:gd name="T43" fmla="*/ 84 h 93"/>
                <a:gd name="T44" fmla="*/ 34 w 75"/>
                <a:gd name="T45" fmla="*/ 84 h 93"/>
                <a:gd name="T46" fmla="*/ 1 w 75"/>
                <a:gd name="T47" fmla="*/ 93 h 93"/>
                <a:gd name="T48" fmla="*/ 1 w 75"/>
                <a:gd name="T49" fmla="*/ 93 h 93"/>
                <a:gd name="T50" fmla="*/ 0 w 75"/>
                <a:gd name="T51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" h="93">
                  <a:moveTo>
                    <a:pt x="0" y="89"/>
                  </a:moveTo>
                  <a:cubicBezTo>
                    <a:pt x="0" y="89"/>
                    <a:pt x="16" y="86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50" y="74"/>
                    <a:pt x="67" y="64"/>
                    <a:pt x="69" y="52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70" y="48"/>
                    <a:pt x="71" y="44"/>
                    <a:pt x="71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1" y="30"/>
                    <a:pt x="68" y="21"/>
                    <a:pt x="65" y="15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2" y="10"/>
                    <a:pt x="59" y="6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2" y="3"/>
                    <a:pt x="65" y="7"/>
                    <a:pt x="68" y="13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72" y="20"/>
                    <a:pt x="75" y="29"/>
                    <a:pt x="75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5" y="44"/>
                    <a:pt x="74" y="48"/>
                    <a:pt x="73" y="53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70" y="68"/>
                    <a:pt x="51" y="77"/>
                    <a:pt x="34" y="84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17" y="90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89"/>
                    <a:pt x="0" y="89"/>
                    <a:pt x="0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766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5352085" y="2496443"/>
              <a:ext cx="437617" cy="548278"/>
            </a:xfrm>
            <a:custGeom>
              <a:avLst/>
              <a:gdLst>
                <a:gd name="T0" fmla="*/ 0 w 79"/>
                <a:gd name="T1" fmla="*/ 92 h 99"/>
                <a:gd name="T2" fmla="*/ 0 w 79"/>
                <a:gd name="T3" fmla="*/ 92 h 99"/>
                <a:gd name="T4" fmla="*/ 1 w 79"/>
                <a:gd name="T5" fmla="*/ 91 h 99"/>
                <a:gd name="T6" fmla="*/ 1 w 79"/>
                <a:gd name="T7" fmla="*/ 90 h 99"/>
                <a:gd name="T8" fmla="*/ 2 w 79"/>
                <a:gd name="T9" fmla="*/ 90 h 99"/>
                <a:gd name="T10" fmla="*/ 2 w 79"/>
                <a:gd name="T11" fmla="*/ 90 h 99"/>
                <a:gd name="T12" fmla="*/ 2 w 79"/>
                <a:gd name="T13" fmla="*/ 90 h 99"/>
                <a:gd name="T14" fmla="*/ 2 w 79"/>
                <a:gd name="T15" fmla="*/ 90 h 99"/>
                <a:gd name="T16" fmla="*/ 4 w 79"/>
                <a:gd name="T17" fmla="*/ 90 h 99"/>
                <a:gd name="T18" fmla="*/ 12 w 79"/>
                <a:gd name="T19" fmla="*/ 88 h 99"/>
                <a:gd name="T20" fmla="*/ 34 w 79"/>
                <a:gd name="T21" fmla="*/ 81 h 99"/>
                <a:gd name="T22" fmla="*/ 69 w 79"/>
                <a:gd name="T23" fmla="*/ 54 h 99"/>
                <a:gd name="T24" fmla="*/ 71 w 79"/>
                <a:gd name="T25" fmla="*/ 43 h 99"/>
                <a:gd name="T26" fmla="*/ 65 w 79"/>
                <a:gd name="T27" fmla="*/ 19 h 99"/>
                <a:gd name="T28" fmla="*/ 59 w 79"/>
                <a:gd name="T29" fmla="*/ 10 h 99"/>
                <a:gd name="T30" fmla="*/ 41 w 79"/>
                <a:gd name="T31" fmla="*/ 8 h 99"/>
                <a:gd name="T32" fmla="*/ 62 w 79"/>
                <a:gd name="T33" fmla="*/ 2 h 99"/>
                <a:gd name="T34" fmla="*/ 63 w 79"/>
                <a:gd name="T35" fmla="*/ 3 h 99"/>
                <a:gd name="T36" fmla="*/ 72 w 79"/>
                <a:gd name="T37" fmla="*/ 15 h 99"/>
                <a:gd name="T38" fmla="*/ 79 w 79"/>
                <a:gd name="T39" fmla="*/ 43 h 99"/>
                <a:gd name="T40" fmla="*/ 79 w 79"/>
                <a:gd name="T41" fmla="*/ 43 h 99"/>
                <a:gd name="T42" fmla="*/ 77 w 79"/>
                <a:gd name="T43" fmla="*/ 56 h 99"/>
                <a:gd name="T44" fmla="*/ 37 w 79"/>
                <a:gd name="T45" fmla="*/ 89 h 99"/>
                <a:gd name="T46" fmla="*/ 3 w 79"/>
                <a:gd name="T47" fmla="*/ 98 h 99"/>
                <a:gd name="T48" fmla="*/ 1 w 79"/>
                <a:gd name="T49" fmla="*/ 96 h 99"/>
                <a:gd name="T50" fmla="*/ 5 w 79"/>
                <a:gd name="T51" fmla="*/ 93 h 99"/>
                <a:gd name="T52" fmla="*/ 13 w 79"/>
                <a:gd name="T53" fmla="*/ 92 h 99"/>
                <a:gd name="T54" fmla="*/ 28 w 79"/>
                <a:gd name="T55" fmla="*/ 88 h 99"/>
                <a:gd name="T56" fmla="*/ 4 w 79"/>
                <a:gd name="T57" fmla="*/ 94 h 99"/>
                <a:gd name="T58" fmla="*/ 4 w 79"/>
                <a:gd name="T59" fmla="*/ 94 h 99"/>
                <a:gd name="T60" fmla="*/ 28 w 79"/>
                <a:gd name="T61" fmla="*/ 87 h 99"/>
                <a:gd name="T62" fmla="*/ 28 w 79"/>
                <a:gd name="T63" fmla="*/ 88 h 99"/>
                <a:gd name="T64" fmla="*/ 43 w 79"/>
                <a:gd name="T65" fmla="*/ 82 h 99"/>
                <a:gd name="T66" fmla="*/ 73 w 79"/>
                <a:gd name="T67" fmla="*/ 55 h 99"/>
                <a:gd name="T68" fmla="*/ 74 w 79"/>
                <a:gd name="T69" fmla="*/ 53 h 99"/>
                <a:gd name="T70" fmla="*/ 73 w 79"/>
                <a:gd name="T71" fmla="*/ 55 h 99"/>
                <a:gd name="T72" fmla="*/ 70 w 79"/>
                <a:gd name="T73" fmla="*/ 20 h 99"/>
                <a:gd name="T74" fmla="*/ 75 w 79"/>
                <a:gd name="T75" fmla="*/ 42 h 99"/>
                <a:gd name="T76" fmla="*/ 62 w 79"/>
                <a:gd name="T77" fmla="*/ 7 h 99"/>
                <a:gd name="T78" fmla="*/ 65 w 79"/>
                <a:gd name="T79" fmla="*/ 11 h 99"/>
                <a:gd name="T80" fmla="*/ 61 w 79"/>
                <a:gd name="T81" fmla="*/ 6 h 99"/>
                <a:gd name="T82" fmla="*/ 45 w 79"/>
                <a:gd name="T83" fmla="*/ 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9" h="99">
                  <a:moveTo>
                    <a:pt x="1" y="96"/>
                  </a:moveTo>
                  <a:cubicBezTo>
                    <a:pt x="0" y="92"/>
                    <a:pt x="0" y="92"/>
                    <a:pt x="0" y="92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3" y="90"/>
                    <a:pt x="4" y="90"/>
                    <a:pt x="4" y="90"/>
                  </a:cubicBezTo>
                  <a:cubicBezTo>
                    <a:pt x="4" y="90"/>
                    <a:pt x="4" y="90"/>
                    <a:pt x="4" y="90"/>
                  </a:cubicBezTo>
                  <a:cubicBezTo>
                    <a:pt x="6" y="89"/>
                    <a:pt x="9" y="89"/>
                    <a:pt x="12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8" y="86"/>
                    <a:pt x="26" y="84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51" y="75"/>
                    <a:pt x="68" y="65"/>
                    <a:pt x="69" y="54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0"/>
                    <a:pt x="71" y="46"/>
                    <a:pt x="71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1" y="33"/>
                    <a:pt x="68" y="25"/>
                    <a:pt x="65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5"/>
                    <a:pt x="60" y="11"/>
                    <a:pt x="59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5" y="5"/>
                    <a:pt x="69" y="9"/>
                    <a:pt x="72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6" y="22"/>
                    <a:pt x="79" y="32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79" y="47"/>
                    <a:pt x="78" y="51"/>
                    <a:pt x="77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3" y="73"/>
                    <a:pt x="54" y="82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20" y="95"/>
                    <a:pt x="5" y="98"/>
                    <a:pt x="3" y="98"/>
                  </a:cubicBezTo>
                  <a:cubicBezTo>
                    <a:pt x="3" y="98"/>
                    <a:pt x="3" y="98"/>
                    <a:pt x="3" y="98"/>
                  </a:cubicBezTo>
                  <a:cubicBezTo>
                    <a:pt x="1" y="99"/>
                    <a:pt x="1" y="99"/>
                    <a:pt x="1" y="99"/>
                  </a:cubicBezTo>
                  <a:cubicBezTo>
                    <a:pt x="1" y="96"/>
                    <a:pt x="1" y="96"/>
                    <a:pt x="1" y="96"/>
                  </a:cubicBezTo>
                  <a:close/>
                  <a:moveTo>
                    <a:pt x="4" y="94"/>
                  </a:moveTo>
                  <a:cubicBezTo>
                    <a:pt x="5" y="94"/>
                    <a:pt x="5" y="94"/>
                    <a:pt x="5" y="93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7" y="93"/>
                    <a:pt x="10" y="93"/>
                    <a:pt x="13" y="92"/>
                  </a:cubicBezTo>
                  <a:cubicBezTo>
                    <a:pt x="13" y="92"/>
                    <a:pt x="13" y="92"/>
                    <a:pt x="13" y="92"/>
                  </a:cubicBezTo>
                  <a:cubicBezTo>
                    <a:pt x="17" y="91"/>
                    <a:pt x="22" y="8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17" y="91"/>
                    <a:pt x="8" y="93"/>
                    <a:pt x="4" y="94"/>
                  </a:cubicBezTo>
                  <a:cubicBezTo>
                    <a:pt x="4" y="94"/>
                    <a:pt x="4" y="94"/>
                    <a:pt x="4" y="94"/>
                  </a:cubicBezTo>
                  <a:cubicBezTo>
                    <a:pt x="4" y="94"/>
                    <a:pt x="4" y="94"/>
                    <a:pt x="4" y="94"/>
                  </a:cubicBezTo>
                  <a:close/>
                  <a:moveTo>
                    <a:pt x="28" y="88"/>
                  </a:move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8"/>
                  </a:cubicBezTo>
                  <a:close/>
                  <a:moveTo>
                    <a:pt x="73" y="55"/>
                  </a:moveTo>
                  <a:cubicBezTo>
                    <a:pt x="71" y="67"/>
                    <a:pt x="57" y="76"/>
                    <a:pt x="43" y="82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57" y="76"/>
                    <a:pt x="71" y="67"/>
                    <a:pt x="73" y="55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74" y="54"/>
                    <a:pt x="74" y="54"/>
                    <a:pt x="74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4"/>
                    <a:pt x="74" y="54"/>
                    <a:pt x="73" y="55"/>
                  </a:cubicBezTo>
                  <a:close/>
                  <a:moveTo>
                    <a:pt x="75" y="42"/>
                  </a:moveTo>
                  <a:cubicBezTo>
                    <a:pt x="75" y="33"/>
                    <a:pt x="72" y="26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2" y="26"/>
                    <a:pt x="75" y="33"/>
                    <a:pt x="75" y="42"/>
                  </a:cubicBezTo>
                  <a:close/>
                  <a:moveTo>
                    <a:pt x="65" y="11"/>
                  </a:moveTo>
                  <a:cubicBezTo>
                    <a:pt x="64" y="9"/>
                    <a:pt x="63" y="8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3" y="8"/>
                    <a:pt x="64" y="9"/>
                    <a:pt x="65" y="11"/>
                  </a:cubicBezTo>
                  <a:close/>
                  <a:moveTo>
                    <a:pt x="45" y="5"/>
                  </a:move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767"/>
            <p:cNvSpPr/>
            <p:nvPr>
              <p:custDataLst>
                <p:tags r:id="rId33"/>
              </p:custDataLst>
            </p:nvPr>
          </p:nvSpPr>
          <p:spPr bwMode="auto">
            <a:xfrm>
              <a:off x="5623708" y="2431054"/>
              <a:ext cx="45272" cy="100601"/>
            </a:xfrm>
            <a:custGeom>
              <a:avLst/>
              <a:gdLst>
                <a:gd name="T0" fmla="*/ 0 w 9"/>
                <a:gd name="T1" fmla="*/ 0 h 20"/>
                <a:gd name="T2" fmla="*/ 4 w 9"/>
                <a:gd name="T3" fmla="*/ 0 h 20"/>
                <a:gd name="T4" fmla="*/ 9 w 9"/>
                <a:gd name="T5" fmla="*/ 19 h 20"/>
                <a:gd name="T6" fmla="*/ 4 w 9"/>
                <a:gd name="T7" fmla="*/ 20 h 20"/>
                <a:gd name="T8" fmla="*/ 0 w 9"/>
                <a:gd name="T9" fmla="*/ 0 h 20"/>
                <a:gd name="T10" fmla="*/ 0 w 9"/>
                <a:gd name="T1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20">
                  <a:moveTo>
                    <a:pt x="0" y="0"/>
                  </a:moveTo>
                  <a:lnTo>
                    <a:pt x="4" y="0"/>
                  </a:lnTo>
                  <a:lnTo>
                    <a:pt x="9" y="19"/>
                  </a:lnTo>
                  <a:lnTo>
                    <a:pt x="4" y="2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3768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5613648" y="2415962"/>
              <a:ext cx="65392" cy="125753"/>
            </a:xfrm>
            <a:custGeom>
              <a:avLst/>
              <a:gdLst>
                <a:gd name="T0" fmla="*/ 0 w 13"/>
                <a:gd name="T1" fmla="*/ 4 h 25"/>
                <a:gd name="T2" fmla="*/ 2 w 13"/>
                <a:gd name="T3" fmla="*/ 3 h 25"/>
                <a:gd name="T4" fmla="*/ 3 w 13"/>
                <a:gd name="T5" fmla="*/ 5 h 25"/>
                <a:gd name="T6" fmla="*/ 2 w 13"/>
                <a:gd name="T7" fmla="*/ 3 h 25"/>
                <a:gd name="T8" fmla="*/ 0 w 13"/>
                <a:gd name="T9" fmla="*/ 4 h 25"/>
                <a:gd name="T10" fmla="*/ 0 w 13"/>
                <a:gd name="T11" fmla="*/ 2 h 25"/>
                <a:gd name="T12" fmla="*/ 8 w 13"/>
                <a:gd name="T13" fmla="*/ 0 h 25"/>
                <a:gd name="T14" fmla="*/ 13 w 13"/>
                <a:gd name="T15" fmla="*/ 24 h 25"/>
                <a:gd name="T16" fmla="*/ 4 w 13"/>
                <a:gd name="T17" fmla="*/ 25 h 25"/>
                <a:gd name="T18" fmla="*/ 0 w 13"/>
                <a:gd name="T19" fmla="*/ 4 h 25"/>
                <a:gd name="T20" fmla="*/ 0 w 13"/>
                <a:gd name="T21" fmla="*/ 4 h 25"/>
                <a:gd name="T22" fmla="*/ 7 w 13"/>
                <a:gd name="T23" fmla="*/ 21 h 25"/>
                <a:gd name="T24" fmla="*/ 7 w 13"/>
                <a:gd name="T25" fmla="*/ 21 h 25"/>
                <a:gd name="T26" fmla="*/ 5 w 13"/>
                <a:gd name="T27" fmla="*/ 5 h 25"/>
                <a:gd name="T28" fmla="*/ 5 w 13"/>
                <a:gd name="T29" fmla="*/ 5 h 25"/>
                <a:gd name="T30" fmla="*/ 7 w 13"/>
                <a:gd name="T31" fmla="*/ 21 h 25"/>
                <a:gd name="T32" fmla="*/ 7 w 13"/>
                <a:gd name="T33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5">
                  <a:moveTo>
                    <a:pt x="0" y="4"/>
                  </a:moveTo>
                  <a:lnTo>
                    <a:pt x="2" y="3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4"/>
                  </a:lnTo>
                  <a:lnTo>
                    <a:pt x="0" y="2"/>
                  </a:lnTo>
                  <a:lnTo>
                    <a:pt x="8" y="0"/>
                  </a:lnTo>
                  <a:lnTo>
                    <a:pt x="13" y="24"/>
                  </a:lnTo>
                  <a:lnTo>
                    <a:pt x="4" y="25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7" y="21"/>
                  </a:moveTo>
                  <a:lnTo>
                    <a:pt x="7" y="21"/>
                  </a:lnTo>
                  <a:lnTo>
                    <a:pt x="5" y="5"/>
                  </a:lnTo>
                  <a:lnTo>
                    <a:pt x="5" y="5"/>
                  </a:lnTo>
                  <a:lnTo>
                    <a:pt x="7" y="21"/>
                  </a:ln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3769"/>
            <p:cNvSpPr/>
            <p:nvPr>
              <p:custDataLst>
                <p:tags r:id="rId35"/>
              </p:custDataLst>
            </p:nvPr>
          </p:nvSpPr>
          <p:spPr bwMode="auto">
            <a:xfrm>
              <a:off x="5653888" y="2441114"/>
              <a:ext cx="25152" cy="85513"/>
            </a:xfrm>
            <a:custGeom>
              <a:avLst/>
              <a:gdLst>
                <a:gd name="T0" fmla="*/ 0 w 5"/>
                <a:gd name="T1" fmla="*/ 17 h 17"/>
                <a:gd name="T2" fmla="*/ 0 w 5"/>
                <a:gd name="T3" fmla="*/ 0 h 17"/>
                <a:gd name="T4" fmla="*/ 5 w 5"/>
                <a:gd name="T5" fmla="*/ 0 h 17"/>
                <a:gd name="T6" fmla="*/ 5 w 5"/>
                <a:gd name="T7" fmla="*/ 17 h 17"/>
                <a:gd name="T8" fmla="*/ 0 w 5"/>
                <a:gd name="T9" fmla="*/ 17 h 17"/>
                <a:gd name="T10" fmla="*/ 0 w 5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7">
                  <a:moveTo>
                    <a:pt x="0" y="1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7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3770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5643828" y="2431054"/>
              <a:ext cx="45272" cy="105633"/>
            </a:xfrm>
            <a:custGeom>
              <a:avLst/>
              <a:gdLst>
                <a:gd name="T0" fmla="*/ 7 w 9"/>
                <a:gd name="T1" fmla="*/ 21 h 21"/>
                <a:gd name="T2" fmla="*/ 2 w 9"/>
                <a:gd name="T3" fmla="*/ 21 h 21"/>
                <a:gd name="T4" fmla="*/ 2 w 9"/>
                <a:gd name="T5" fmla="*/ 19 h 21"/>
                <a:gd name="T6" fmla="*/ 5 w 9"/>
                <a:gd name="T7" fmla="*/ 19 h 21"/>
                <a:gd name="T8" fmla="*/ 2 w 9"/>
                <a:gd name="T9" fmla="*/ 19 h 21"/>
                <a:gd name="T10" fmla="*/ 2 w 9"/>
                <a:gd name="T11" fmla="*/ 21 h 21"/>
                <a:gd name="T12" fmla="*/ 0 w 9"/>
                <a:gd name="T13" fmla="*/ 21 h 21"/>
                <a:gd name="T14" fmla="*/ 0 w 9"/>
                <a:gd name="T15" fmla="*/ 0 h 21"/>
                <a:gd name="T16" fmla="*/ 9 w 9"/>
                <a:gd name="T17" fmla="*/ 0 h 21"/>
                <a:gd name="T18" fmla="*/ 9 w 9"/>
                <a:gd name="T19" fmla="*/ 21 h 21"/>
                <a:gd name="T20" fmla="*/ 7 w 9"/>
                <a:gd name="T21" fmla="*/ 21 h 21"/>
                <a:gd name="T22" fmla="*/ 7 w 9"/>
                <a:gd name="T23" fmla="*/ 21 h 21"/>
                <a:gd name="T24" fmla="*/ 5 w 9"/>
                <a:gd name="T25" fmla="*/ 16 h 21"/>
                <a:gd name="T26" fmla="*/ 5 w 9"/>
                <a:gd name="T27" fmla="*/ 16 h 21"/>
                <a:gd name="T28" fmla="*/ 5 w 9"/>
                <a:gd name="T29" fmla="*/ 4 h 21"/>
                <a:gd name="T30" fmla="*/ 5 w 9"/>
                <a:gd name="T31" fmla="*/ 4 h 21"/>
                <a:gd name="T32" fmla="*/ 5 w 9"/>
                <a:gd name="T33" fmla="*/ 16 h 21"/>
                <a:gd name="T34" fmla="*/ 5 w 9"/>
                <a:gd name="T35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" h="21">
                  <a:moveTo>
                    <a:pt x="7" y="21"/>
                  </a:moveTo>
                  <a:lnTo>
                    <a:pt x="2" y="21"/>
                  </a:lnTo>
                  <a:lnTo>
                    <a:pt x="2" y="19"/>
                  </a:lnTo>
                  <a:lnTo>
                    <a:pt x="5" y="19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7" y="21"/>
                  </a:lnTo>
                  <a:close/>
                  <a:moveTo>
                    <a:pt x="5" y="16"/>
                  </a:moveTo>
                  <a:lnTo>
                    <a:pt x="5" y="1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16"/>
                  </a:lnTo>
                  <a:lnTo>
                    <a:pt x="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771"/>
            <p:cNvSpPr/>
            <p:nvPr>
              <p:custDataLst>
                <p:tags r:id="rId37"/>
              </p:custDataLst>
            </p:nvPr>
          </p:nvSpPr>
          <p:spPr bwMode="auto">
            <a:xfrm>
              <a:off x="5653888" y="2436083"/>
              <a:ext cx="50301" cy="95573"/>
            </a:xfrm>
            <a:custGeom>
              <a:avLst/>
              <a:gdLst>
                <a:gd name="T0" fmla="*/ 0 w 10"/>
                <a:gd name="T1" fmla="*/ 18 h 19"/>
                <a:gd name="T2" fmla="*/ 6 w 10"/>
                <a:gd name="T3" fmla="*/ 0 h 19"/>
                <a:gd name="T4" fmla="*/ 10 w 10"/>
                <a:gd name="T5" fmla="*/ 2 h 19"/>
                <a:gd name="T6" fmla="*/ 5 w 10"/>
                <a:gd name="T7" fmla="*/ 19 h 19"/>
                <a:gd name="T8" fmla="*/ 0 w 10"/>
                <a:gd name="T9" fmla="*/ 18 h 19"/>
                <a:gd name="T10" fmla="*/ 0 w 1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9">
                  <a:moveTo>
                    <a:pt x="0" y="18"/>
                  </a:moveTo>
                  <a:lnTo>
                    <a:pt x="6" y="0"/>
                  </a:lnTo>
                  <a:lnTo>
                    <a:pt x="10" y="2"/>
                  </a:lnTo>
                  <a:lnTo>
                    <a:pt x="5" y="1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772"/>
            <p:cNvSpPr/>
            <p:nvPr>
              <p:custDataLst>
                <p:tags r:id="rId38"/>
              </p:custDataLst>
            </p:nvPr>
          </p:nvSpPr>
          <p:spPr bwMode="auto">
            <a:xfrm>
              <a:off x="5638800" y="2426023"/>
              <a:ext cx="80481" cy="120721"/>
            </a:xfrm>
            <a:custGeom>
              <a:avLst/>
              <a:gdLst>
                <a:gd name="T0" fmla="*/ 7 w 16"/>
                <a:gd name="T1" fmla="*/ 23 h 24"/>
                <a:gd name="T2" fmla="*/ 2 w 16"/>
                <a:gd name="T3" fmla="*/ 22 h 24"/>
                <a:gd name="T4" fmla="*/ 3 w 16"/>
                <a:gd name="T5" fmla="*/ 20 h 24"/>
                <a:gd name="T6" fmla="*/ 6 w 16"/>
                <a:gd name="T7" fmla="*/ 21 h 24"/>
                <a:gd name="T8" fmla="*/ 3 w 16"/>
                <a:gd name="T9" fmla="*/ 20 h 24"/>
                <a:gd name="T10" fmla="*/ 2 w 16"/>
                <a:gd name="T11" fmla="*/ 22 h 24"/>
                <a:gd name="T12" fmla="*/ 0 w 16"/>
                <a:gd name="T13" fmla="*/ 21 h 24"/>
                <a:gd name="T14" fmla="*/ 8 w 16"/>
                <a:gd name="T15" fmla="*/ 0 h 24"/>
                <a:gd name="T16" fmla="*/ 16 w 16"/>
                <a:gd name="T17" fmla="*/ 2 h 24"/>
                <a:gd name="T18" fmla="*/ 9 w 16"/>
                <a:gd name="T19" fmla="*/ 24 h 24"/>
                <a:gd name="T20" fmla="*/ 7 w 16"/>
                <a:gd name="T21" fmla="*/ 23 h 24"/>
                <a:gd name="T22" fmla="*/ 7 w 16"/>
                <a:gd name="T23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4">
                  <a:moveTo>
                    <a:pt x="7" y="23"/>
                  </a:moveTo>
                  <a:lnTo>
                    <a:pt x="2" y="22"/>
                  </a:lnTo>
                  <a:lnTo>
                    <a:pt x="3" y="20"/>
                  </a:lnTo>
                  <a:lnTo>
                    <a:pt x="6" y="21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0" y="21"/>
                  </a:lnTo>
                  <a:lnTo>
                    <a:pt x="8" y="0"/>
                  </a:lnTo>
                  <a:lnTo>
                    <a:pt x="16" y="2"/>
                  </a:lnTo>
                  <a:lnTo>
                    <a:pt x="9" y="24"/>
                  </a:lnTo>
                  <a:lnTo>
                    <a:pt x="7" y="23"/>
                  </a:lnTo>
                  <a:lnTo>
                    <a:pt x="7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73"/>
            <p:cNvSpPr/>
            <p:nvPr>
              <p:custDataLst>
                <p:tags r:id="rId39"/>
              </p:custDataLst>
            </p:nvPr>
          </p:nvSpPr>
          <p:spPr bwMode="auto">
            <a:xfrm>
              <a:off x="5674009" y="2466263"/>
              <a:ext cx="45272" cy="70421"/>
            </a:xfrm>
            <a:custGeom>
              <a:avLst/>
              <a:gdLst>
                <a:gd name="T0" fmla="*/ 0 w 9"/>
                <a:gd name="T1" fmla="*/ 12 h 14"/>
                <a:gd name="T2" fmla="*/ 4 w 9"/>
                <a:gd name="T3" fmla="*/ 0 h 14"/>
                <a:gd name="T4" fmla="*/ 9 w 9"/>
                <a:gd name="T5" fmla="*/ 2 h 14"/>
                <a:gd name="T6" fmla="*/ 3 w 9"/>
                <a:gd name="T7" fmla="*/ 14 h 14"/>
                <a:gd name="T8" fmla="*/ 0 w 9"/>
                <a:gd name="T9" fmla="*/ 12 h 14"/>
                <a:gd name="T10" fmla="*/ 0 w 9"/>
                <a:gd name="T11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4">
                  <a:moveTo>
                    <a:pt x="0" y="12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3" y="14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774"/>
            <p:cNvSpPr>
              <a:spLocks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5653888" y="2446143"/>
              <a:ext cx="80481" cy="100601"/>
            </a:xfrm>
            <a:custGeom>
              <a:avLst/>
              <a:gdLst>
                <a:gd name="T0" fmla="*/ 6 w 16"/>
                <a:gd name="T1" fmla="*/ 19 h 20"/>
                <a:gd name="T2" fmla="*/ 3 w 16"/>
                <a:gd name="T3" fmla="*/ 18 h 20"/>
                <a:gd name="T4" fmla="*/ 4 w 16"/>
                <a:gd name="T5" fmla="*/ 16 h 20"/>
                <a:gd name="T6" fmla="*/ 5 w 16"/>
                <a:gd name="T7" fmla="*/ 17 h 20"/>
                <a:gd name="T8" fmla="*/ 4 w 16"/>
                <a:gd name="T9" fmla="*/ 16 h 20"/>
                <a:gd name="T10" fmla="*/ 3 w 16"/>
                <a:gd name="T11" fmla="*/ 18 h 20"/>
                <a:gd name="T12" fmla="*/ 0 w 16"/>
                <a:gd name="T13" fmla="*/ 17 h 20"/>
                <a:gd name="T14" fmla="*/ 7 w 16"/>
                <a:gd name="T15" fmla="*/ 0 h 20"/>
                <a:gd name="T16" fmla="*/ 16 w 16"/>
                <a:gd name="T17" fmla="*/ 5 h 20"/>
                <a:gd name="T18" fmla="*/ 8 w 16"/>
                <a:gd name="T19" fmla="*/ 20 h 20"/>
                <a:gd name="T20" fmla="*/ 6 w 16"/>
                <a:gd name="T21" fmla="*/ 19 h 20"/>
                <a:gd name="T22" fmla="*/ 6 w 16"/>
                <a:gd name="T23" fmla="*/ 19 h 20"/>
                <a:gd name="T24" fmla="*/ 7 w 16"/>
                <a:gd name="T25" fmla="*/ 13 h 20"/>
                <a:gd name="T26" fmla="*/ 9 w 16"/>
                <a:gd name="T27" fmla="*/ 7 h 20"/>
                <a:gd name="T28" fmla="*/ 9 w 16"/>
                <a:gd name="T29" fmla="*/ 7 h 20"/>
                <a:gd name="T30" fmla="*/ 7 w 16"/>
                <a:gd name="T31" fmla="*/ 13 h 20"/>
                <a:gd name="T32" fmla="*/ 7 w 16"/>
                <a:gd name="T3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20">
                  <a:moveTo>
                    <a:pt x="6" y="19"/>
                  </a:moveTo>
                  <a:lnTo>
                    <a:pt x="3" y="18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4" y="16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6" y="5"/>
                  </a:lnTo>
                  <a:lnTo>
                    <a:pt x="8" y="20"/>
                  </a:lnTo>
                  <a:lnTo>
                    <a:pt x="6" y="19"/>
                  </a:lnTo>
                  <a:lnTo>
                    <a:pt x="6" y="19"/>
                  </a:lnTo>
                  <a:close/>
                  <a:moveTo>
                    <a:pt x="7" y="13"/>
                  </a:moveTo>
                  <a:lnTo>
                    <a:pt x="9" y="7"/>
                  </a:lnTo>
                  <a:lnTo>
                    <a:pt x="9" y="7"/>
                  </a:lnTo>
                  <a:lnTo>
                    <a:pt x="7" y="13"/>
                  </a:lnTo>
                  <a:lnTo>
                    <a:pt x="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775"/>
            <p:cNvSpPr/>
            <p:nvPr>
              <p:custDataLst>
                <p:tags r:id="rId41"/>
              </p:custDataLst>
            </p:nvPr>
          </p:nvSpPr>
          <p:spPr bwMode="auto">
            <a:xfrm>
              <a:off x="5392325" y="3562816"/>
              <a:ext cx="160962" cy="965772"/>
            </a:xfrm>
            <a:custGeom>
              <a:avLst/>
              <a:gdLst>
                <a:gd name="T0" fmla="*/ 0 w 29"/>
                <a:gd name="T1" fmla="*/ 174 h 175"/>
                <a:gd name="T2" fmla="*/ 0 w 29"/>
                <a:gd name="T3" fmla="*/ 170 h 175"/>
                <a:gd name="T4" fmla="*/ 20 w 29"/>
                <a:gd name="T5" fmla="*/ 171 h 175"/>
                <a:gd name="T6" fmla="*/ 20 w 29"/>
                <a:gd name="T7" fmla="*/ 171 h 175"/>
                <a:gd name="T8" fmla="*/ 25 w 29"/>
                <a:gd name="T9" fmla="*/ 171 h 175"/>
                <a:gd name="T10" fmla="*/ 25 w 29"/>
                <a:gd name="T11" fmla="*/ 171 h 175"/>
                <a:gd name="T12" fmla="*/ 17 w 29"/>
                <a:gd name="T13" fmla="*/ 83 h 175"/>
                <a:gd name="T14" fmla="*/ 17 w 29"/>
                <a:gd name="T15" fmla="*/ 83 h 175"/>
                <a:gd name="T16" fmla="*/ 9 w 29"/>
                <a:gd name="T17" fmla="*/ 0 h 175"/>
                <a:gd name="T18" fmla="*/ 9 w 29"/>
                <a:gd name="T19" fmla="*/ 0 h 175"/>
                <a:gd name="T20" fmla="*/ 9 w 29"/>
                <a:gd name="T21" fmla="*/ 0 h 175"/>
                <a:gd name="T22" fmla="*/ 13 w 29"/>
                <a:gd name="T23" fmla="*/ 0 h 175"/>
                <a:gd name="T24" fmla="*/ 29 w 29"/>
                <a:gd name="T25" fmla="*/ 172 h 175"/>
                <a:gd name="T26" fmla="*/ 29 w 29"/>
                <a:gd name="T27" fmla="*/ 172 h 175"/>
                <a:gd name="T28" fmla="*/ 29 w 29"/>
                <a:gd name="T29" fmla="*/ 173 h 175"/>
                <a:gd name="T30" fmla="*/ 29 w 29"/>
                <a:gd name="T31" fmla="*/ 173 h 175"/>
                <a:gd name="T32" fmla="*/ 29 w 29"/>
                <a:gd name="T33" fmla="*/ 173 h 175"/>
                <a:gd name="T34" fmla="*/ 29 w 29"/>
                <a:gd name="T35" fmla="*/ 173 h 175"/>
                <a:gd name="T36" fmla="*/ 27 w 29"/>
                <a:gd name="T37" fmla="*/ 174 h 175"/>
                <a:gd name="T38" fmla="*/ 27 w 29"/>
                <a:gd name="T39" fmla="*/ 174 h 175"/>
                <a:gd name="T40" fmla="*/ 25 w 29"/>
                <a:gd name="T41" fmla="*/ 175 h 175"/>
                <a:gd name="T42" fmla="*/ 25 w 29"/>
                <a:gd name="T43" fmla="*/ 175 h 175"/>
                <a:gd name="T44" fmla="*/ 20 w 29"/>
                <a:gd name="T45" fmla="*/ 175 h 175"/>
                <a:gd name="T46" fmla="*/ 20 w 29"/>
                <a:gd name="T47" fmla="*/ 175 h 175"/>
                <a:gd name="T48" fmla="*/ 0 w 29"/>
                <a:gd name="T49" fmla="*/ 174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" h="175">
                  <a:moveTo>
                    <a:pt x="0" y="174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170"/>
                    <a:pt x="12" y="171"/>
                    <a:pt x="20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2" y="171"/>
                    <a:pt x="24" y="171"/>
                    <a:pt x="25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5" y="162"/>
                    <a:pt x="21" y="122"/>
                    <a:pt x="17" y="83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3" y="41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29" y="164"/>
                    <a:pt x="29" y="172"/>
                  </a:cubicBezTo>
                  <a:cubicBezTo>
                    <a:pt x="29" y="172"/>
                    <a:pt x="29" y="172"/>
                    <a:pt x="29" y="172"/>
                  </a:cubicBezTo>
                  <a:cubicBezTo>
                    <a:pt x="29" y="172"/>
                    <a:pt x="29" y="172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5"/>
                    <a:pt x="28" y="174"/>
                    <a:pt x="27" y="174"/>
                  </a:cubicBezTo>
                  <a:cubicBezTo>
                    <a:pt x="27" y="174"/>
                    <a:pt x="27" y="174"/>
                    <a:pt x="27" y="174"/>
                  </a:cubicBezTo>
                  <a:cubicBezTo>
                    <a:pt x="26" y="174"/>
                    <a:pt x="26" y="175"/>
                    <a:pt x="25" y="175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4" y="175"/>
                    <a:pt x="22" y="175"/>
                    <a:pt x="20" y="175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12" y="175"/>
                    <a:pt x="0" y="174"/>
                    <a:pt x="0" y="1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3776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5382265" y="3532636"/>
              <a:ext cx="181082" cy="1016072"/>
            </a:xfrm>
            <a:custGeom>
              <a:avLst/>
              <a:gdLst>
                <a:gd name="T0" fmla="*/ 0 w 33"/>
                <a:gd name="T1" fmla="*/ 181 h 184"/>
                <a:gd name="T2" fmla="*/ 0 w 33"/>
                <a:gd name="T3" fmla="*/ 180 h 184"/>
                <a:gd name="T4" fmla="*/ 0 w 33"/>
                <a:gd name="T5" fmla="*/ 179 h 184"/>
                <a:gd name="T6" fmla="*/ 0 w 33"/>
                <a:gd name="T7" fmla="*/ 179 h 184"/>
                <a:gd name="T8" fmla="*/ 2 w 33"/>
                <a:gd name="T9" fmla="*/ 173 h 184"/>
                <a:gd name="T10" fmla="*/ 22 w 33"/>
                <a:gd name="T11" fmla="*/ 174 h 184"/>
                <a:gd name="T12" fmla="*/ 23 w 33"/>
                <a:gd name="T13" fmla="*/ 174 h 184"/>
                <a:gd name="T14" fmla="*/ 25 w 33"/>
                <a:gd name="T15" fmla="*/ 174 h 184"/>
                <a:gd name="T16" fmla="*/ 17 w 33"/>
                <a:gd name="T17" fmla="*/ 89 h 184"/>
                <a:gd name="T18" fmla="*/ 9 w 33"/>
                <a:gd name="T19" fmla="*/ 5 h 184"/>
                <a:gd name="T20" fmla="*/ 12 w 33"/>
                <a:gd name="T21" fmla="*/ 3 h 184"/>
                <a:gd name="T22" fmla="*/ 17 w 33"/>
                <a:gd name="T23" fmla="*/ 5 h 184"/>
                <a:gd name="T24" fmla="*/ 17 w 33"/>
                <a:gd name="T25" fmla="*/ 5 h 184"/>
                <a:gd name="T26" fmla="*/ 18 w 33"/>
                <a:gd name="T27" fmla="*/ 6 h 184"/>
                <a:gd name="T28" fmla="*/ 18 w 33"/>
                <a:gd name="T29" fmla="*/ 12 h 184"/>
                <a:gd name="T30" fmla="*/ 20 w 33"/>
                <a:gd name="T31" fmla="*/ 30 h 184"/>
                <a:gd name="T32" fmla="*/ 25 w 33"/>
                <a:gd name="T33" fmla="*/ 88 h 184"/>
                <a:gd name="T34" fmla="*/ 33 w 33"/>
                <a:gd name="T35" fmla="*/ 177 h 184"/>
                <a:gd name="T36" fmla="*/ 33 w 33"/>
                <a:gd name="T37" fmla="*/ 177 h 184"/>
                <a:gd name="T38" fmla="*/ 33 w 33"/>
                <a:gd name="T39" fmla="*/ 178 h 184"/>
                <a:gd name="T40" fmla="*/ 33 w 33"/>
                <a:gd name="T41" fmla="*/ 178 h 184"/>
                <a:gd name="T42" fmla="*/ 33 w 33"/>
                <a:gd name="T43" fmla="*/ 179 h 184"/>
                <a:gd name="T44" fmla="*/ 33 w 33"/>
                <a:gd name="T45" fmla="*/ 180 h 184"/>
                <a:gd name="T46" fmla="*/ 30 w 33"/>
                <a:gd name="T47" fmla="*/ 181 h 184"/>
                <a:gd name="T48" fmla="*/ 30 w 33"/>
                <a:gd name="T49" fmla="*/ 181 h 184"/>
                <a:gd name="T50" fmla="*/ 27 w 33"/>
                <a:gd name="T51" fmla="*/ 182 h 184"/>
                <a:gd name="T52" fmla="*/ 22 w 33"/>
                <a:gd name="T53" fmla="*/ 182 h 184"/>
                <a:gd name="T54" fmla="*/ 4 w 33"/>
                <a:gd name="T55" fmla="*/ 181 h 184"/>
                <a:gd name="T56" fmla="*/ 3 w 33"/>
                <a:gd name="T57" fmla="*/ 184 h 184"/>
                <a:gd name="T58" fmla="*/ 2 w 33"/>
                <a:gd name="T59" fmla="*/ 181 h 184"/>
                <a:gd name="T60" fmla="*/ 2 w 33"/>
                <a:gd name="T61" fmla="*/ 181 h 184"/>
                <a:gd name="T62" fmla="*/ 1 w 33"/>
                <a:gd name="T63" fmla="*/ 181 h 184"/>
                <a:gd name="T64" fmla="*/ 2 w 33"/>
                <a:gd name="T65" fmla="*/ 179 h 184"/>
                <a:gd name="T66" fmla="*/ 2 w 33"/>
                <a:gd name="T67" fmla="*/ 179 h 184"/>
                <a:gd name="T68" fmla="*/ 2 w 33"/>
                <a:gd name="T69" fmla="*/ 179 h 184"/>
                <a:gd name="T70" fmla="*/ 25 w 33"/>
                <a:gd name="T71" fmla="*/ 178 h 184"/>
                <a:gd name="T72" fmla="*/ 27 w 33"/>
                <a:gd name="T73" fmla="*/ 178 h 184"/>
                <a:gd name="T74" fmla="*/ 27 w 33"/>
                <a:gd name="T75" fmla="*/ 178 h 184"/>
                <a:gd name="T76" fmla="*/ 33 w 33"/>
                <a:gd name="T77" fmla="*/ 178 h 184"/>
                <a:gd name="T78" fmla="*/ 33 w 33"/>
                <a:gd name="T79" fmla="*/ 178 h 184"/>
                <a:gd name="T80" fmla="*/ 26 w 33"/>
                <a:gd name="T81" fmla="*/ 135 h 184"/>
                <a:gd name="T82" fmla="*/ 29 w 33"/>
                <a:gd name="T83" fmla="*/ 175 h 184"/>
                <a:gd name="T84" fmla="*/ 14 w 33"/>
                <a:gd name="T85" fmla="*/ 7 h 184"/>
                <a:gd name="T86" fmla="*/ 14 w 33"/>
                <a:gd name="T87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184">
                  <a:moveTo>
                    <a:pt x="0" y="181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0" y="181"/>
                    <a:pt x="0" y="180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80"/>
                    <a:pt x="0" y="180"/>
                    <a:pt x="0" y="179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2" y="173"/>
                    <a:pt x="2" y="173"/>
                    <a:pt x="2" y="173"/>
                  </a:cubicBezTo>
                  <a:cubicBezTo>
                    <a:pt x="2" y="173"/>
                    <a:pt x="14" y="174"/>
                    <a:pt x="22" y="174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4"/>
                    <a:pt x="22" y="174"/>
                    <a:pt x="23" y="174"/>
                  </a:cubicBezTo>
                  <a:cubicBezTo>
                    <a:pt x="23" y="174"/>
                    <a:pt x="23" y="174"/>
                    <a:pt x="23" y="174"/>
                  </a:cubicBezTo>
                  <a:cubicBezTo>
                    <a:pt x="23" y="174"/>
                    <a:pt x="24" y="174"/>
                    <a:pt x="25" y="174"/>
                  </a:cubicBezTo>
                  <a:cubicBezTo>
                    <a:pt x="25" y="174"/>
                    <a:pt x="25" y="174"/>
                    <a:pt x="25" y="174"/>
                  </a:cubicBezTo>
                  <a:cubicBezTo>
                    <a:pt x="24" y="162"/>
                    <a:pt x="21" y="125"/>
                    <a:pt x="17" y="89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3" y="46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8"/>
                    <a:pt x="18" y="9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6"/>
                    <a:pt x="19" y="23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1" y="46"/>
                    <a:pt x="23" y="67"/>
                    <a:pt x="25" y="88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9" y="130"/>
                    <a:pt x="33" y="173"/>
                    <a:pt x="33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3" y="177"/>
                    <a:pt x="33" y="177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80"/>
                    <a:pt x="33" y="180"/>
                    <a:pt x="33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81"/>
                    <a:pt x="30" y="181"/>
                    <a:pt x="30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1"/>
                    <a:pt x="28" y="182"/>
                    <a:pt x="27" y="182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6" y="182"/>
                    <a:pt x="24" y="182"/>
                    <a:pt x="22" y="182"/>
                  </a:cubicBezTo>
                  <a:cubicBezTo>
                    <a:pt x="22" y="182"/>
                    <a:pt x="22" y="182"/>
                    <a:pt x="22" y="182"/>
                  </a:cubicBezTo>
                  <a:cubicBezTo>
                    <a:pt x="16" y="182"/>
                    <a:pt x="7" y="181"/>
                    <a:pt x="4" y="181"/>
                  </a:cubicBezTo>
                  <a:cubicBezTo>
                    <a:pt x="4" y="181"/>
                    <a:pt x="4" y="181"/>
                    <a:pt x="4" y="181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0" y="181"/>
                    <a:pt x="0" y="181"/>
                    <a:pt x="0" y="181"/>
                  </a:cubicBezTo>
                  <a:close/>
                  <a:moveTo>
                    <a:pt x="2" y="181"/>
                  </a:moveTo>
                  <a:cubicBezTo>
                    <a:pt x="2" y="181"/>
                    <a:pt x="2" y="181"/>
                    <a:pt x="2" y="181"/>
                  </a:cubicBezTo>
                  <a:cubicBezTo>
                    <a:pt x="2" y="181"/>
                    <a:pt x="2" y="181"/>
                    <a:pt x="2" y="181"/>
                  </a:cubicBezTo>
                  <a:cubicBezTo>
                    <a:pt x="1" y="181"/>
                    <a:pt x="1" y="181"/>
                    <a:pt x="1" y="181"/>
                  </a:cubicBezTo>
                  <a:cubicBezTo>
                    <a:pt x="1" y="181"/>
                    <a:pt x="1" y="181"/>
                    <a:pt x="1" y="181"/>
                  </a:cubicBezTo>
                  <a:cubicBezTo>
                    <a:pt x="1" y="181"/>
                    <a:pt x="1" y="181"/>
                    <a:pt x="2" y="181"/>
                  </a:cubicBezTo>
                  <a:close/>
                  <a:moveTo>
                    <a:pt x="2" y="179"/>
                  </a:moveTo>
                  <a:cubicBezTo>
                    <a:pt x="2" y="179"/>
                    <a:pt x="2" y="179"/>
                    <a:pt x="2" y="179"/>
                  </a:cubicBezTo>
                  <a:cubicBezTo>
                    <a:pt x="2" y="179"/>
                    <a:pt x="2" y="179"/>
                    <a:pt x="2" y="179"/>
                  </a:cubicBezTo>
                  <a:close/>
                  <a:moveTo>
                    <a:pt x="2" y="179"/>
                  </a:moveTo>
                  <a:cubicBezTo>
                    <a:pt x="2" y="179"/>
                    <a:pt x="2" y="179"/>
                    <a:pt x="2" y="179"/>
                  </a:cubicBezTo>
                  <a:cubicBezTo>
                    <a:pt x="2" y="179"/>
                    <a:pt x="2" y="179"/>
                    <a:pt x="2" y="179"/>
                  </a:cubicBezTo>
                  <a:close/>
                  <a:moveTo>
                    <a:pt x="25" y="178"/>
                  </a:moveTo>
                  <a:cubicBezTo>
                    <a:pt x="26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6" y="178"/>
                    <a:pt x="25" y="178"/>
                  </a:cubicBezTo>
                  <a:close/>
                  <a:moveTo>
                    <a:pt x="33" y="178"/>
                  </a:moveTo>
                  <a:cubicBezTo>
                    <a:pt x="33" y="178"/>
                    <a:pt x="33" y="178"/>
                    <a:pt x="33" y="178"/>
                  </a:cubicBezTo>
                  <a:cubicBezTo>
                    <a:pt x="33" y="178"/>
                    <a:pt x="33" y="178"/>
                    <a:pt x="33" y="178"/>
                  </a:cubicBezTo>
                  <a:close/>
                  <a:moveTo>
                    <a:pt x="29" y="175"/>
                  </a:moveTo>
                  <a:cubicBezTo>
                    <a:pt x="29" y="169"/>
                    <a:pt x="28" y="154"/>
                    <a:pt x="26" y="13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8" y="154"/>
                    <a:pt x="29" y="169"/>
                    <a:pt x="29" y="175"/>
                  </a:cubicBezTo>
                  <a:close/>
                  <a:moveTo>
                    <a:pt x="15" y="17"/>
                  </a:moveTo>
                  <a:cubicBezTo>
                    <a:pt x="14" y="13"/>
                    <a:pt x="14" y="9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9"/>
                    <a:pt x="14" y="13"/>
                    <a:pt x="1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777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5573407" y="3281133"/>
              <a:ext cx="850082" cy="377256"/>
            </a:xfrm>
            <a:custGeom>
              <a:avLst/>
              <a:gdLst>
                <a:gd name="T0" fmla="*/ 128 w 154"/>
                <a:gd name="T1" fmla="*/ 65 h 68"/>
                <a:gd name="T2" fmla="*/ 122 w 154"/>
                <a:gd name="T3" fmla="*/ 40 h 68"/>
                <a:gd name="T4" fmla="*/ 122 w 154"/>
                <a:gd name="T5" fmla="*/ 40 h 68"/>
                <a:gd name="T6" fmla="*/ 110 w 154"/>
                <a:gd name="T7" fmla="*/ 6 h 68"/>
                <a:gd name="T8" fmla="*/ 110 w 154"/>
                <a:gd name="T9" fmla="*/ 6 h 68"/>
                <a:gd name="T10" fmla="*/ 105 w 154"/>
                <a:gd name="T11" fmla="*/ 4 h 68"/>
                <a:gd name="T12" fmla="*/ 105 w 154"/>
                <a:gd name="T13" fmla="*/ 4 h 68"/>
                <a:gd name="T14" fmla="*/ 45 w 154"/>
                <a:gd name="T15" fmla="*/ 23 h 68"/>
                <a:gd name="T16" fmla="*/ 45 w 154"/>
                <a:gd name="T17" fmla="*/ 23 h 68"/>
                <a:gd name="T18" fmla="*/ 2 w 154"/>
                <a:gd name="T19" fmla="*/ 42 h 68"/>
                <a:gd name="T20" fmla="*/ 2 w 154"/>
                <a:gd name="T21" fmla="*/ 42 h 68"/>
                <a:gd name="T22" fmla="*/ 0 w 154"/>
                <a:gd name="T23" fmla="*/ 38 h 68"/>
                <a:gd name="T24" fmla="*/ 105 w 154"/>
                <a:gd name="T25" fmla="*/ 0 h 68"/>
                <a:gd name="T26" fmla="*/ 105 w 154"/>
                <a:gd name="T27" fmla="*/ 0 h 68"/>
                <a:gd name="T28" fmla="*/ 113 w 154"/>
                <a:gd name="T29" fmla="*/ 4 h 68"/>
                <a:gd name="T30" fmla="*/ 113 w 154"/>
                <a:gd name="T31" fmla="*/ 4 h 68"/>
                <a:gd name="T32" fmla="*/ 131 w 154"/>
                <a:gd name="T33" fmla="*/ 62 h 68"/>
                <a:gd name="T34" fmla="*/ 131 w 154"/>
                <a:gd name="T35" fmla="*/ 62 h 68"/>
                <a:gd name="T36" fmla="*/ 153 w 154"/>
                <a:gd name="T37" fmla="*/ 53 h 68"/>
                <a:gd name="T38" fmla="*/ 154 w 154"/>
                <a:gd name="T39" fmla="*/ 57 h 68"/>
                <a:gd name="T40" fmla="*/ 128 w 154"/>
                <a:gd name="T41" fmla="*/ 68 h 68"/>
                <a:gd name="T42" fmla="*/ 128 w 154"/>
                <a:gd name="T43" fmla="*/ 65 h 68"/>
                <a:gd name="T44" fmla="*/ 2 w 154"/>
                <a:gd name="T45" fmla="*/ 42 h 68"/>
                <a:gd name="T46" fmla="*/ 2 w 154"/>
                <a:gd name="T47" fmla="*/ 42 h 68"/>
                <a:gd name="T48" fmla="*/ 2 w 154"/>
                <a:gd name="T49" fmla="*/ 42 h 68"/>
                <a:gd name="T50" fmla="*/ 2 w 154"/>
                <a:gd name="T51" fmla="*/ 42 h 68"/>
                <a:gd name="T52" fmla="*/ 2 w 154"/>
                <a:gd name="T53" fmla="*/ 4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4" h="68">
                  <a:moveTo>
                    <a:pt x="128" y="65"/>
                  </a:moveTo>
                  <a:cubicBezTo>
                    <a:pt x="128" y="65"/>
                    <a:pt x="125" y="54"/>
                    <a:pt x="122" y="40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118" y="27"/>
                    <a:pt x="113" y="12"/>
                    <a:pt x="110" y="6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5"/>
                    <a:pt x="108" y="4"/>
                    <a:pt x="105" y="4"/>
                  </a:cubicBezTo>
                  <a:cubicBezTo>
                    <a:pt x="105" y="4"/>
                    <a:pt x="105" y="4"/>
                    <a:pt x="105" y="4"/>
                  </a:cubicBezTo>
                  <a:cubicBezTo>
                    <a:pt x="94" y="4"/>
                    <a:pt x="68" y="14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22" y="33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80" y="1"/>
                    <a:pt x="10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9" y="0"/>
                    <a:pt x="112" y="1"/>
                    <a:pt x="113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20" y="15"/>
                    <a:pt x="129" y="53"/>
                    <a:pt x="131" y="62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128" y="65"/>
                    <a:pt x="128" y="65"/>
                    <a:pt x="128" y="65"/>
                  </a:cubicBezTo>
                  <a:close/>
                  <a:moveTo>
                    <a:pt x="2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3778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5558319" y="3271073"/>
              <a:ext cx="880262" cy="397376"/>
            </a:xfrm>
            <a:custGeom>
              <a:avLst/>
              <a:gdLst>
                <a:gd name="T0" fmla="*/ 129 w 160"/>
                <a:gd name="T1" fmla="*/ 68 h 72"/>
                <a:gd name="T2" fmla="*/ 129 w 160"/>
                <a:gd name="T3" fmla="*/ 68 h 72"/>
                <a:gd name="T4" fmla="*/ 129 w 160"/>
                <a:gd name="T5" fmla="*/ 68 h 72"/>
                <a:gd name="T6" fmla="*/ 131 w 160"/>
                <a:gd name="T7" fmla="*/ 67 h 72"/>
                <a:gd name="T8" fmla="*/ 131 w 160"/>
                <a:gd name="T9" fmla="*/ 67 h 72"/>
                <a:gd name="T10" fmla="*/ 129 w 160"/>
                <a:gd name="T11" fmla="*/ 68 h 72"/>
                <a:gd name="T12" fmla="*/ 129 w 160"/>
                <a:gd name="T13" fmla="*/ 68 h 72"/>
                <a:gd name="T14" fmla="*/ 129 w 160"/>
                <a:gd name="T15" fmla="*/ 67 h 72"/>
                <a:gd name="T16" fmla="*/ 128 w 160"/>
                <a:gd name="T17" fmla="*/ 66 h 72"/>
                <a:gd name="T18" fmla="*/ 127 w 160"/>
                <a:gd name="T19" fmla="*/ 60 h 72"/>
                <a:gd name="T20" fmla="*/ 123 w 160"/>
                <a:gd name="T21" fmla="*/ 43 h 72"/>
                <a:gd name="T22" fmla="*/ 111 w 160"/>
                <a:gd name="T23" fmla="*/ 9 h 72"/>
                <a:gd name="T24" fmla="*/ 111 w 160"/>
                <a:gd name="T25" fmla="*/ 9 h 72"/>
                <a:gd name="T26" fmla="*/ 109 w 160"/>
                <a:gd name="T27" fmla="*/ 8 h 72"/>
                <a:gd name="T28" fmla="*/ 108 w 160"/>
                <a:gd name="T29" fmla="*/ 8 h 72"/>
                <a:gd name="T30" fmla="*/ 49 w 160"/>
                <a:gd name="T31" fmla="*/ 27 h 72"/>
                <a:gd name="T32" fmla="*/ 7 w 160"/>
                <a:gd name="T33" fmla="*/ 45 h 72"/>
                <a:gd name="T34" fmla="*/ 7 w 160"/>
                <a:gd name="T35" fmla="*/ 46 h 72"/>
                <a:gd name="T36" fmla="*/ 4 w 160"/>
                <a:gd name="T37" fmla="*/ 47 h 72"/>
                <a:gd name="T38" fmla="*/ 3 w 160"/>
                <a:gd name="T39" fmla="*/ 39 h 72"/>
                <a:gd name="T40" fmla="*/ 3 w 160"/>
                <a:gd name="T41" fmla="*/ 38 h 72"/>
                <a:gd name="T42" fmla="*/ 6 w 160"/>
                <a:gd name="T43" fmla="*/ 37 h 72"/>
                <a:gd name="T44" fmla="*/ 15 w 160"/>
                <a:gd name="T45" fmla="*/ 33 h 72"/>
                <a:gd name="T46" fmla="*/ 46 w 160"/>
                <a:gd name="T47" fmla="*/ 20 h 72"/>
                <a:gd name="T48" fmla="*/ 108 w 160"/>
                <a:gd name="T49" fmla="*/ 0 h 72"/>
                <a:gd name="T50" fmla="*/ 118 w 160"/>
                <a:gd name="T51" fmla="*/ 5 h 72"/>
                <a:gd name="T52" fmla="*/ 136 w 160"/>
                <a:gd name="T53" fmla="*/ 61 h 72"/>
                <a:gd name="T54" fmla="*/ 160 w 160"/>
                <a:gd name="T55" fmla="*/ 60 h 72"/>
                <a:gd name="T56" fmla="*/ 129 w 160"/>
                <a:gd name="T57" fmla="*/ 70 h 72"/>
                <a:gd name="T58" fmla="*/ 133 w 160"/>
                <a:gd name="T59" fmla="*/ 67 h 72"/>
                <a:gd name="T60" fmla="*/ 133 w 160"/>
                <a:gd name="T61" fmla="*/ 67 h 72"/>
                <a:gd name="T62" fmla="*/ 133 w 160"/>
                <a:gd name="T63" fmla="*/ 67 h 72"/>
                <a:gd name="T64" fmla="*/ 131 w 160"/>
                <a:gd name="T65" fmla="*/ 59 h 72"/>
                <a:gd name="T66" fmla="*/ 115 w 160"/>
                <a:gd name="T67" fmla="*/ 7 h 72"/>
                <a:gd name="T68" fmla="*/ 115 w 160"/>
                <a:gd name="T69" fmla="*/ 7 h 72"/>
                <a:gd name="T70" fmla="*/ 126 w 160"/>
                <a:gd name="T71" fmla="*/ 42 h 72"/>
                <a:gd name="T72" fmla="*/ 8 w 160"/>
                <a:gd name="T73" fmla="*/ 40 h 72"/>
                <a:gd name="T74" fmla="*/ 7 w 160"/>
                <a:gd name="T75" fmla="*/ 41 h 72"/>
                <a:gd name="T76" fmla="*/ 115 w 160"/>
                <a:gd name="T77" fmla="*/ 7 h 72"/>
                <a:gd name="T78" fmla="*/ 114 w 160"/>
                <a:gd name="T79" fmla="*/ 6 h 72"/>
                <a:gd name="T80" fmla="*/ 115 w 160"/>
                <a:gd name="T81" fmla="*/ 7 h 72"/>
                <a:gd name="T82" fmla="*/ 109 w 160"/>
                <a:gd name="T83" fmla="*/ 4 h 72"/>
                <a:gd name="T84" fmla="*/ 112 w 160"/>
                <a:gd name="T85" fmla="*/ 5 h 72"/>
                <a:gd name="T86" fmla="*/ 129 w 160"/>
                <a:gd name="T87" fmla="*/ 6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0" h="72">
                  <a:moveTo>
                    <a:pt x="129" y="70"/>
                  </a:move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9" y="67"/>
                    <a:pt x="128" y="66"/>
                    <a:pt x="128" y="66"/>
                  </a:cubicBezTo>
                  <a:cubicBezTo>
                    <a:pt x="128" y="66"/>
                    <a:pt x="128" y="66"/>
                    <a:pt x="128" y="66"/>
                  </a:cubicBezTo>
                  <a:cubicBezTo>
                    <a:pt x="128" y="64"/>
                    <a:pt x="128" y="63"/>
                    <a:pt x="127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6" y="56"/>
                    <a:pt x="124" y="49"/>
                    <a:pt x="123" y="43"/>
                  </a:cubicBezTo>
                  <a:cubicBezTo>
                    <a:pt x="123" y="43"/>
                    <a:pt x="123" y="43"/>
                    <a:pt x="123" y="43"/>
                  </a:cubicBezTo>
                  <a:cubicBezTo>
                    <a:pt x="119" y="30"/>
                    <a:pt x="115" y="14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0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98" y="8"/>
                    <a:pt x="71" y="18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29" y="35"/>
                    <a:pt x="11" y="43"/>
                    <a:pt x="7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4" y="38"/>
                    <a:pt x="5" y="38"/>
                    <a:pt x="6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8" y="36"/>
                    <a:pt x="11" y="34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23" y="29"/>
                    <a:pt x="34" y="24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69" y="10"/>
                    <a:pt x="95" y="1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12" y="0"/>
                    <a:pt x="116" y="1"/>
                    <a:pt x="118" y="5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25" y="16"/>
                    <a:pt x="133" y="49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57" y="53"/>
                    <a:pt x="157" y="53"/>
                    <a:pt x="157" y="53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30" y="72"/>
                    <a:pt x="130" y="72"/>
                    <a:pt x="130" y="72"/>
                  </a:cubicBezTo>
                  <a:cubicBezTo>
                    <a:pt x="129" y="70"/>
                    <a:pt x="129" y="70"/>
                    <a:pt x="129" y="70"/>
                  </a:cubicBezTo>
                  <a:close/>
                  <a:moveTo>
                    <a:pt x="133" y="67"/>
                  </a:moveTo>
                  <a:cubicBezTo>
                    <a:pt x="133" y="67"/>
                    <a:pt x="133" y="67"/>
                    <a:pt x="133" y="67"/>
                  </a:cubicBezTo>
                  <a:cubicBezTo>
                    <a:pt x="155" y="58"/>
                    <a:pt x="155" y="58"/>
                    <a:pt x="155" y="58"/>
                  </a:cubicBezTo>
                  <a:cubicBezTo>
                    <a:pt x="133" y="67"/>
                    <a:pt x="133" y="67"/>
                    <a:pt x="133" y="67"/>
                  </a:cubicBezTo>
                  <a:cubicBezTo>
                    <a:pt x="133" y="67"/>
                    <a:pt x="133" y="67"/>
                    <a:pt x="133" y="67"/>
                  </a:cubicBezTo>
                  <a:cubicBezTo>
                    <a:pt x="133" y="67"/>
                    <a:pt x="133" y="67"/>
                    <a:pt x="133" y="67"/>
                  </a:cubicBezTo>
                  <a:close/>
                  <a:moveTo>
                    <a:pt x="126" y="42"/>
                  </a:moveTo>
                  <a:cubicBezTo>
                    <a:pt x="128" y="48"/>
                    <a:pt x="130" y="54"/>
                    <a:pt x="131" y="59"/>
                  </a:cubicBezTo>
                  <a:cubicBezTo>
                    <a:pt x="131" y="59"/>
                    <a:pt x="131" y="59"/>
                    <a:pt x="131" y="59"/>
                  </a:cubicBezTo>
                  <a:cubicBezTo>
                    <a:pt x="127" y="45"/>
                    <a:pt x="120" y="16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8" y="13"/>
                    <a:pt x="123" y="28"/>
                    <a:pt x="126" y="42"/>
                  </a:cubicBezTo>
                  <a:close/>
                  <a:moveTo>
                    <a:pt x="7" y="41"/>
                  </a:moveTo>
                  <a:cubicBezTo>
                    <a:pt x="7" y="41"/>
                    <a:pt x="8" y="41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115" y="7"/>
                  </a:moveTo>
                  <a:cubicBezTo>
                    <a:pt x="115" y="7"/>
                    <a:pt x="115" y="7"/>
                    <a:pt x="115" y="7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6"/>
                    <a:pt x="114" y="6"/>
                    <a:pt x="114" y="6"/>
                  </a:cubicBezTo>
                  <a:cubicBezTo>
                    <a:pt x="114" y="6"/>
                    <a:pt x="114" y="6"/>
                    <a:pt x="115" y="7"/>
                  </a:cubicBezTo>
                  <a:close/>
                  <a:moveTo>
                    <a:pt x="112" y="5"/>
                  </a:moveTo>
                  <a:cubicBezTo>
                    <a:pt x="111" y="4"/>
                    <a:pt x="110" y="4"/>
                    <a:pt x="109" y="4"/>
                  </a:cubicBezTo>
                  <a:cubicBezTo>
                    <a:pt x="109" y="4"/>
                    <a:pt x="109" y="4"/>
                    <a:pt x="109" y="4"/>
                  </a:cubicBezTo>
                  <a:cubicBezTo>
                    <a:pt x="110" y="4"/>
                    <a:pt x="111" y="5"/>
                    <a:pt x="112" y="5"/>
                  </a:cubicBezTo>
                  <a:close/>
                  <a:moveTo>
                    <a:pt x="129" y="68"/>
                  </a:moveTo>
                  <a:cubicBezTo>
                    <a:pt x="129" y="68"/>
                    <a:pt x="129" y="68"/>
                    <a:pt x="129" y="68"/>
                  </a:cubicBezTo>
                  <a:cubicBezTo>
                    <a:pt x="129" y="68"/>
                    <a:pt x="129" y="68"/>
                    <a:pt x="12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0" name="组合 59"/>
          <p:cNvGrpSpPr/>
          <p:nvPr>
            <p:custDataLst>
              <p:tags r:id="rId45"/>
            </p:custDataLst>
          </p:nvPr>
        </p:nvGrpSpPr>
        <p:grpSpPr>
          <a:xfrm>
            <a:off x="5280491" y="2937809"/>
            <a:ext cx="1144079" cy="2086765"/>
            <a:chOff x="6332948" y="2078950"/>
            <a:chExt cx="1343028" cy="2449641"/>
          </a:xfrm>
          <a:solidFill>
            <a:srgbClr val="114196"/>
          </a:solidFill>
        </p:grpSpPr>
        <p:sp>
          <p:nvSpPr>
            <p:cNvPr id="61" name="Freeform 3779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6750442" y="2320393"/>
              <a:ext cx="623728" cy="628759"/>
            </a:xfrm>
            <a:custGeom>
              <a:avLst/>
              <a:gdLst>
                <a:gd name="T0" fmla="*/ 0 w 113"/>
                <a:gd name="T1" fmla="*/ 57 h 114"/>
                <a:gd name="T2" fmla="*/ 55 w 113"/>
                <a:gd name="T3" fmla="*/ 0 h 114"/>
                <a:gd name="T4" fmla="*/ 55 w 113"/>
                <a:gd name="T5" fmla="*/ 0 h 114"/>
                <a:gd name="T6" fmla="*/ 113 w 113"/>
                <a:gd name="T7" fmla="*/ 57 h 114"/>
                <a:gd name="T8" fmla="*/ 113 w 113"/>
                <a:gd name="T9" fmla="*/ 57 h 114"/>
                <a:gd name="T10" fmla="*/ 55 w 113"/>
                <a:gd name="T11" fmla="*/ 114 h 114"/>
                <a:gd name="T12" fmla="*/ 55 w 113"/>
                <a:gd name="T13" fmla="*/ 114 h 114"/>
                <a:gd name="T14" fmla="*/ 0 w 113"/>
                <a:gd name="T15" fmla="*/ 57 h 114"/>
                <a:gd name="T16" fmla="*/ 4 w 113"/>
                <a:gd name="T17" fmla="*/ 57 h 114"/>
                <a:gd name="T18" fmla="*/ 55 w 113"/>
                <a:gd name="T19" fmla="*/ 110 h 114"/>
                <a:gd name="T20" fmla="*/ 55 w 113"/>
                <a:gd name="T21" fmla="*/ 110 h 114"/>
                <a:gd name="T22" fmla="*/ 109 w 113"/>
                <a:gd name="T23" fmla="*/ 57 h 114"/>
                <a:gd name="T24" fmla="*/ 109 w 113"/>
                <a:gd name="T25" fmla="*/ 57 h 114"/>
                <a:gd name="T26" fmla="*/ 55 w 113"/>
                <a:gd name="T27" fmla="*/ 4 h 114"/>
                <a:gd name="T28" fmla="*/ 55 w 113"/>
                <a:gd name="T29" fmla="*/ 4 h 114"/>
                <a:gd name="T30" fmla="*/ 4 w 113"/>
                <a:gd name="T31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14">
                  <a:moveTo>
                    <a:pt x="0" y="57"/>
                  </a:moveTo>
                  <a:cubicBezTo>
                    <a:pt x="0" y="25"/>
                    <a:pt x="24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85" y="0"/>
                    <a:pt x="113" y="25"/>
                    <a:pt x="113" y="57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88"/>
                    <a:pt x="85" y="114"/>
                    <a:pt x="55" y="114"/>
                  </a:cubicBezTo>
                  <a:cubicBezTo>
                    <a:pt x="55" y="114"/>
                    <a:pt x="55" y="114"/>
                    <a:pt x="55" y="114"/>
                  </a:cubicBezTo>
                  <a:cubicBezTo>
                    <a:pt x="24" y="114"/>
                    <a:pt x="0" y="88"/>
                    <a:pt x="0" y="57"/>
                  </a:cubicBezTo>
                  <a:close/>
                  <a:moveTo>
                    <a:pt x="4" y="57"/>
                  </a:moveTo>
                  <a:cubicBezTo>
                    <a:pt x="4" y="86"/>
                    <a:pt x="27" y="110"/>
                    <a:pt x="55" y="110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83" y="110"/>
                    <a:pt x="109" y="86"/>
                    <a:pt x="109" y="57"/>
                  </a:cubicBezTo>
                  <a:cubicBezTo>
                    <a:pt x="109" y="57"/>
                    <a:pt x="109" y="57"/>
                    <a:pt x="109" y="57"/>
                  </a:cubicBezTo>
                  <a:cubicBezTo>
                    <a:pt x="109" y="27"/>
                    <a:pt x="83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27" y="4"/>
                    <a:pt x="4" y="27"/>
                    <a:pt x="4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3780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6740382" y="2310333"/>
              <a:ext cx="643848" cy="648879"/>
            </a:xfrm>
            <a:custGeom>
              <a:avLst/>
              <a:gdLst>
                <a:gd name="T0" fmla="*/ 0 w 117"/>
                <a:gd name="T1" fmla="*/ 59 h 118"/>
                <a:gd name="T2" fmla="*/ 2 w 117"/>
                <a:gd name="T3" fmla="*/ 59 h 118"/>
                <a:gd name="T4" fmla="*/ 0 w 117"/>
                <a:gd name="T5" fmla="*/ 59 h 118"/>
                <a:gd name="T6" fmla="*/ 57 w 117"/>
                <a:gd name="T7" fmla="*/ 0 h 118"/>
                <a:gd name="T8" fmla="*/ 57 w 117"/>
                <a:gd name="T9" fmla="*/ 0 h 118"/>
                <a:gd name="T10" fmla="*/ 117 w 117"/>
                <a:gd name="T11" fmla="*/ 59 h 118"/>
                <a:gd name="T12" fmla="*/ 117 w 117"/>
                <a:gd name="T13" fmla="*/ 59 h 118"/>
                <a:gd name="T14" fmla="*/ 57 w 117"/>
                <a:gd name="T15" fmla="*/ 118 h 118"/>
                <a:gd name="T16" fmla="*/ 57 w 117"/>
                <a:gd name="T17" fmla="*/ 118 h 118"/>
                <a:gd name="T18" fmla="*/ 0 w 117"/>
                <a:gd name="T19" fmla="*/ 59 h 118"/>
                <a:gd name="T20" fmla="*/ 57 w 117"/>
                <a:gd name="T21" fmla="*/ 114 h 118"/>
                <a:gd name="T22" fmla="*/ 113 w 117"/>
                <a:gd name="T23" fmla="*/ 59 h 118"/>
                <a:gd name="T24" fmla="*/ 113 w 117"/>
                <a:gd name="T25" fmla="*/ 59 h 118"/>
                <a:gd name="T26" fmla="*/ 57 w 117"/>
                <a:gd name="T27" fmla="*/ 4 h 118"/>
                <a:gd name="T28" fmla="*/ 57 w 117"/>
                <a:gd name="T29" fmla="*/ 4 h 118"/>
                <a:gd name="T30" fmla="*/ 19 w 117"/>
                <a:gd name="T31" fmla="*/ 20 h 118"/>
                <a:gd name="T32" fmla="*/ 19 w 117"/>
                <a:gd name="T33" fmla="*/ 20 h 118"/>
                <a:gd name="T34" fmla="*/ 57 w 117"/>
                <a:gd name="T35" fmla="*/ 4 h 118"/>
                <a:gd name="T36" fmla="*/ 57 w 117"/>
                <a:gd name="T37" fmla="*/ 4 h 118"/>
                <a:gd name="T38" fmla="*/ 113 w 117"/>
                <a:gd name="T39" fmla="*/ 59 h 118"/>
                <a:gd name="T40" fmla="*/ 113 w 117"/>
                <a:gd name="T41" fmla="*/ 59 h 118"/>
                <a:gd name="T42" fmla="*/ 57 w 117"/>
                <a:gd name="T43" fmla="*/ 114 h 118"/>
                <a:gd name="T44" fmla="*/ 57 w 117"/>
                <a:gd name="T45" fmla="*/ 114 h 118"/>
                <a:gd name="T46" fmla="*/ 17 w 117"/>
                <a:gd name="T47" fmla="*/ 95 h 118"/>
                <a:gd name="T48" fmla="*/ 17 w 117"/>
                <a:gd name="T49" fmla="*/ 95 h 118"/>
                <a:gd name="T50" fmla="*/ 57 w 117"/>
                <a:gd name="T51" fmla="*/ 114 h 118"/>
                <a:gd name="T52" fmla="*/ 57 w 117"/>
                <a:gd name="T53" fmla="*/ 110 h 118"/>
                <a:gd name="T54" fmla="*/ 109 w 117"/>
                <a:gd name="T55" fmla="*/ 59 h 118"/>
                <a:gd name="T56" fmla="*/ 109 w 117"/>
                <a:gd name="T57" fmla="*/ 59 h 118"/>
                <a:gd name="T58" fmla="*/ 57 w 117"/>
                <a:gd name="T59" fmla="*/ 8 h 118"/>
                <a:gd name="T60" fmla="*/ 57 w 117"/>
                <a:gd name="T61" fmla="*/ 8 h 118"/>
                <a:gd name="T62" fmla="*/ 8 w 117"/>
                <a:gd name="T63" fmla="*/ 59 h 118"/>
                <a:gd name="T64" fmla="*/ 8 w 117"/>
                <a:gd name="T65" fmla="*/ 59 h 118"/>
                <a:gd name="T66" fmla="*/ 57 w 117"/>
                <a:gd name="T67" fmla="*/ 110 h 118"/>
                <a:gd name="T68" fmla="*/ 4 w 117"/>
                <a:gd name="T69" fmla="*/ 63 h 118"/>
                <a:gd name="T70" fmla="*/ 4 w 117"/>
                <a:gd name="T71" fmla="*/ 59 h 118"/>
                <a:gd name="T72" fmla="*/ 4 w 117"/>
                <a:gd name="T73" fmla="*/ 59 h 118"/>
                <a:gd name="T74" fmla="*/ 6 w 117"/>
                <a:gd name="T75" fmla="*/ 59 h 118"/>
                <a:gd name="T76" fmla="*/ 4 w 117"/>
                <a:gd name="T77" fmla="*/ 59 h 118"/>
                <a:gd name="T78" fmla="*/ 4 w 117"/>
                <a:gd name="T79" fmla="*/ 54 h 118"/>
                <a:gd name="T80" fmla="*/ 4 w 117"/>
                <a:gd name="T81" fmla="*/ 54 h 118"/>
                <a:gd name="T82" fmla="*/ 4 w 117"/>
                <a:gd name="T83" fmla="*/ 59 h 118"/>
                <a:gd name="T84" fmla="*/ 4 w 117"/>
                <a:gd name="T85" fmla="*/ 59 h 118"/>
                <a:gd name="T86" fmla="*/ 4 w 117"/>
                <a:gd name="T87" fmla="*/ 6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" h="118">
                  <a:moveTo>
                    <a:pt x="0" y="59"/>
                  </a:moveTo>
                  <a:cubicBezTo>
                    <a:pt x="2" y="59"/>
                    <a:pt x="2" y="59"/>
                    <a:pt x="2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6"/>
                    <a:pt x="25" y="0"/>
                    <a:pt x="5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8" y="0"/>
                    <a:pt x="117" y="26"/>
                    <a:pt x="117" y="59"/>
                  </a:cubicBezTo>
                  <a:cubicBezTo>
                    <a:pt x="117" y="59"/>
                    <a:pt x="117" y="59"/>
                    <a:pt x="117" y="59"/>
                  </a:cubicBezTo>
                  <a:cubicBezTo>
                    <a:pt x="117" y="91"/>
                    <a:pt x="88" y="118"/>
                    <a:pt x="57" y="118"/>
                  </a:cubicBezTo>
                  <a:cubicBezTo>
                    <a:pt x="57" y="118"/>
                    <a:pt x="57" y="118"/>
                    <a:pt x="57" y="118"/>
                  </a:cubicBezTo>
                  <a:cubicBezTo>
                    <a:pt x="25" y="118"/>
                    <a:pt x="0" y="91"/>
                    <a:pt x="0" y="59"/>
                  </a:cubicBezTo>
                  <a:close/>
                  <a:moveTo>
                    <a:pt x="57" y="114"/>
                  </a:moveTo>
                  <a:cubicBezTo>
                    <a:pt x="86" y="114"/>
                    <a:pt x="113" y="89"/>
                    <a:pt x="113" y="59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3" y="28"/>
                    <a:pt x="86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42" y="4"/>
                    <a:pt x="29" y="1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9" y="10"/>
                    <a:pt x="42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86" y="4"/>
                    <a:pt x="113" y="28"/>
                    <a:pt x="113" y="59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3" y="89"/>
                    <a:pt x="86" y="113"/>
                    <a:pt x="57" y="114"/>
                  </a:cubicBezTo>
                  <a:cubicBezTo>
                    <a:pt x="57" y="114"/>
                    <a:pt x="57" y="114"/>
                    <a:pt x="57" y="114"/>
                  </a:cubicBezTo>
                  <a:cubicBezTo>
                    <a:pt x="41" y="114"/>
                    <a:pt x="27" y="106"/>
                    <a:pt x="17" y="95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27" y="106"/>
                    <a:pt x="41" y="114"/>
                    <a:pt x="57" y="114"/>
                  </a:cubicBezTo>
                  <a:close/>
                  <a:moveTo>
                    <a:pt x="57" y="110"/>
                  </a:moveTo>
                  <a:cubicBezTo>
                    <a:pt x="84" y="110"/>
                    <a:pt x="109" y="86"/>
                    <a:pt x="109" y="59"/>
                  </a:cubicBezTo>
                  <a:cubicBezTo>
                    <a:pt x="109" y="59"/>
                    <a:pt x="109" y="59"/>
                    <a:pt x="109" y="59"/>
                  </a:cubicBezTo>
                  <a:cubicBezTo>
                    <a:pt x="109" y="31"/>
                    <a:pt x="84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30" y="8"/>
                    <a:pt x="8" y="30"/>
                    <a:pt x="8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87"/>
                    <a:pt x="30" y="110"/>
                    <a:pt x="57" y="110"/>
                  </a:cubicBezTo>
                  <a:close/>
                  <a:moveTo>
                    <a:pt x="4" y="63"/>
                  </a:moveTo>
                  <a:cubicBezTo>
                    <a:pt x="4" y="62"/>
                    <a:pt x="4" y="60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7"/>
                    <a:pt x="4" y="56"/>
                    <a:pt x="4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6"/>
                    <a:pt x="4" y="57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0"/>
                    <a:pt x="4" y="62"/>
                    <a:pt x="4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3781"/>
            <p:cNvSpPr>
              <a:spLocks noEditPoints="1"/>
            </p:cNvSpPr>
            <p:nvPr>
              <p:custDataLst>
                <p:tags r:id="rId48"/>
              </p:custDataLst>
            </p:nvPr>
          </p:nvSpPr>
          <p:spPr bwMode="auto">
            <a:xfrm>
              <a:off x="6861103" y="2602076"/>
              <a:ext cx="347076" cy="165994"/>
            </a:xfrm>
            <a:custGeom>
              <a:avLst/>
              <a:gdLst>
                <a:gd name="T0" fmla="*/ 0 w 63"/>
                <a:gd name="T1" fmla="*/ 10 h 30"/>
                <a:gd name="T2" fmla="*/ 3 w 63"/>
                <a:gd name="T3" fmla="*/ 8 h 30"/>
                <a:gd name="T4" fmla="*/ 11 w 63"/>
                <a:gd name="T5" fmla="*/ 17 h 30"/>
                <a:gd name="T6" fmla="*/ 11 w 63"/>
                <a:gd name="T7" fmla="*/ 17 h 30"/>
                <a:gd name="T8" fmla="*/ 31 w 63"/>
                <a:gd name="T9" fmla="*/ 26 h 30"/>
                <a:gd name="T10" fmla="*/ 31 w 63"/>
                <a:gd name="T11" fmla="*/ 26 h 30"/>
                <a:gd name="T12" fmla="*/ 35 w 63"/>
                <a:gd name="T13" fmla="*/ 25 h 30"/>
                <a:gd name="T14" fmla="*/ 35 w 63"/>
                <a:gd name="T15" fmla="*/ 25 h 30"/>
                <a:gd name="T16" fmla="*/ 54 w 63"/>
                <a:gd name="T17" fmla="*/ 11 h 30"/>
                <a:gd name="T18" fmla="*/ 54 w 63"/>
                <a:gd name="T19" fmla="*/ 11 h 30"/>
                <a:gd name="T20" fmla="*/ 59 w 63"/>
                <a:gd name="T21" fmla="*/ 0 h 30"/>
                <a:gd name="T22" fmla="*/ 59 w 63"/>
                <a:gd name="T23" fmla="*/ 0 h 30"/>
                <a:gd name="T24" fmla="*/ 63 w 63"/>
                <a:gd name="T25" fmla="*/ 1 h 30"/>
                <a:gd name="T26" fmla="*/ 35 w 63"/>
                <a:gd name="T27" fmla="*/ 29 h 30"/>
                <a:gd name="T28" fmla="*/ 35 w 63"/>
                <a:gd name="T29" fmla="*/ 29 h 30"/>
                <a:gd name="T30" fmla="*/ 31 w 63"/>
                <a:gd name="T31" fmla="*/ 30 h 30"/>
                <a:gd name="T32" fmla="*/ 31 w 63"/>
                <a:gd name="T33" fmla="*/ 30 h 30"/>
                <a:gd name="T34" fmla="*/ 0 w 63"/>
                <a:gd name="T35" fmla="*/ 10 h 30"/>
                <a:gd name="T36" fmla="*/ 0 w 63"/>
                <a:gd name="T37" fmla="*/ 10 h 30"/>
                <a:gd name="T38" fmla="*/ 0 w 63"/>
                <a:gd name="T39" fmla="*/ 10 h 30"/>
                <a:gd name="T40" fmla="*/ 0 w 63"/>
                <a:gd name="T41" fmla="*/ 10 h 30"/>
                <a:gd name="T42" fmla="*/ 0 w 63"/>
                <a:gd name="T43" fmla="*/ 10 h 30"/>
                <a:gd name="T44" fmla="*/ 0 w 63"/>
                <a:gd name="T45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30">
                  <a:moveTo>
                    <a:pt x="0" y="1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6" y="12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6" y="21"/>
                    <a:pt x="23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2" y="26"/>
                    <a:pt x="33" y="26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43" y="24"/>
                    <a:pt x="49" y="17"/>
                    <a:pt x="54" y="11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8" y="5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3" y="1"/>
                    <a:pt x="56" y="25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4" y="30"/>
                    <a:pt x="32" y="30"/>
                    <a:pt x="31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13" y="29"/>
                    <a:pt x="0" y="10"/>
                    <a:pt x="0" y="10"/>
                  </a:cubicBezTo>
                  <a:close/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3782"/>
            <p:cNvSpPr>
              <a:spLocks noEditPoints="1"/>
            </p:cNvSpPr>
            <p:nvPr>
              <p:custDataLst>
                <p:tags r:id="rId49"/>
              </p:custDataLst>
            </p:nvPr>
          </p:nvSpPr>
          <p:spPr bwMode="auto">
            <a:xfrm>
              <a:off x="6840983" y="2586985"/>
              <a:ext cx="387316" cy="191142"/>
            </a:xfrm>
            <a:custGeom>
              <a:avLst/>
              <a:gdLst>
                <a:gd name="T0" fmla="*/ 0 w 70"/>
                <a:gd name="T1" fmla="*/ 13 h 35"/>
                <a:gd name="T2" fmla="*/ 6 w 70"/>
                <a:gd name="T3" fmla="*/ 9 h 35"/>
                <a:gd name="T4" fmla="*/ 7 w 70"/>
                <a:gd name="T5" fmla="*/ 9 h 35"/>
                <a:gd name="T6" fmla="*/ 7 w 70"/>
                <a:gd name="T7" fmla="*/ 9 h 35"/>
                <a:gd name="T8" fmla="*/ 7 w 70"/>
                <a:gd name="T9" fmla="*/ 9 h 35"/>
                <a:gd name="T10" fmla="*/ 7 w 70"/>
                <a:gd name="T11" fmla="*/ 9 h 35"/>
                <a:gd name="T12" fmla="*/ 8 w 70"/>
                <a:gd name="T13" fmla="*/ 9 h 35"/>
                <a:gd name="T14" fmla="*/ 8 w 70"/>
                <a:gd name="T15" fmla="*/ 10 h 35"/>
                <a:gd name="T16" fmla="*/ 8 w 70"/>
                <a:gd name="T17" fmla="*/ 10 h 35"/>
                <a:gd name="T18" fmla="*/ 8 w 70"/>
                <a:gd name="T19" fmla="*/ 10 h 35"/>
                <a:gd name="T20" fmla="*/ 8 w 70"/>
                <a:gd name="T21" fmla="*/ 10 h 35"/>
                <a:gd name="T22" fmla="*/ 10 w 70"/>
                <a:gd name="T23" fmla="*/ 12 h 35"/>
                <a:gd name="T24" fmla="*/ 15 w 70"/>
                <a:gd name="T25" fmla="*/ 18 h 35"/>
                <a:gd name="T26" fmla="*/ 33 w 70"/>
                <a:gd name="T27" fmla="*/ 27 h 35"/>
                <a:gd name="T28" fmla="*/ 34 w 70"/>
                <a:gd name="T29" fmla="*/ 27 h 35"/>
                <a:gd name="T30" fmla="*/ 34 w 70"/>
                <a:gd name="T31" fmla="*/ 27 h 35"/>
                <a:gd name="T32" fmla="*/ 37 w 70"/>
                <a:gd name="T33" fmla="*/ 26 h 35"/>
                <a:gd name="T34" fmla="*/ 55 w 70"/>
                <a:gd name="T35" fmla="*/ 13 h 35"/>
                <a:gd name="T36" fmla="*/ 60 w 70"/>
                <a:gd name="T37" fmla="*/ 2 h 35"/>
                <a:gd name="T38" fmla="*/ 60 w 70"/>
                <a:gd name="T39" fmla="*/ 0 h 35"/>
                <a:gd name="T40" fmla="*/ 68 w 70"/>
                <a:gd name="T41" fmla="*/ 5 h 35"/>
                <a:gd name="T42" fmla="*/ 68 w 70"/>
                <a:gd name="T43" fmla="*/ 6 h 35"/>
                <a:gd name="T44" fmla="*/ 67 w 70"/>
                <a:gd name="T45" fmla="*/ 9 h 35"/>
                <a:gd name="T46" fmla="*/ 62 w 70"/>
                <a:gd name="T47" fmla="*/ 18 h 35"/>
                <a:gd name="T48" fmla="*/ 39 w 70"/>
                <a:gd name="T49" fmla="*/ 34 h 35"/>
                <a:gd name="T50" fmla="*/ 34 w 70"/>
                <a:gd name="T51" fmla="*/ 35 h 35"/>
                <a:gd name="T52" fmla="*/ 34 w 70"/>
                <a:gd name="T53" fmla="*/ 31 h 35"/>
                <a:gd name="T54" fmla="*/ 36 w 70"/>
                <a:gd name="T55" fmla="*/ 31 h 35"/>
                <a:gd name="T56" fmla="*/ 33 w 70"/>
                <a:gd name="T57" fmla="*/ 31 h 35"/>
                <a:gd name="T58" fmla="*/ 33 w 70"/>
                <a:gd name="T59" fmla="*/ 31 h 35"/>
                <a:gd name="T60" fmla="*/ 33 w 70"/>
                <a:gd name="T61" fmla="*/ 31 h 35"/>
                <a:gd name="T62" fmla="*/ 20 w 70"/>
                <a:gd name="T63" fmla="*/ 27 h 35"/>
                <a:gd name="T64" fmla="*/ 13 w 70"/>
                <a:gd name="T65" fmla="*/ 21 h 35"/>
                <a:gd name="T66" fmla="*/ 9 w 70"/>
                <a:gd name="T67" fmla="*/ 18 h 35"/>
                <a:gd name="T68" fmla="*/ 13 w 70"/>
                <a:gd name="T69" fmla="*/ 21 h 35"/>
                <a:gd name="T70" fmla="*/ 54 w 70"/>
                <a:gd name="T71" fmla="*/ 20 h 35"/>
                <a:gd name="T72" fmla="*/ 54 w 70"/>
                <a:gd name="T73" fmla="*/ 20 h 35"/>
                <a:gd name="T74" fmla="*/ 55 w 70"/>
                <a:gd name="T75" fmla="*/ 20 h 35"/>
                <a:gd name="T76" fmla="*/ 60 w 70"/>
                <a:gd name="T77" fmla="*/ 12 h 35"/>
                <a:gd name="T78" fmla="*/ 58 w 70"/>
                <a:gd name="T79" fmla="*/ 15 h 35"/>
                <a:gd name="T80" fmla="*/ 3 w 70"/>
                <a:gd name="T81" fmla="*/ 13 h 35"/>
                <a:gd name="T82" fmla="*/ 3 w 70"/>
                <a:gd name="T83" fmla="*/ 13 h 35"/>
                <a:gd name="T84" fmla="*/ 1 w 70"/>
                <a:gd name="T85" fmla="*/ 14 h 35"/>
                <a:gd name="T86" fmla="*/ 1 w 70"/>
                <a:gd name="T87" fmla="*/ 14 h 35"/>
                <a:gd name="T88" fmla="*/ 4 w 70"/>
                <a:gd name="T89" fmla="*/ 11 h 35"/>
                <a:gd name="T90" fmla="*/ 4 w 70"/>
                <a:gd name="T91" fmla="*/ 12 h 35"/>
                <a:gd name="T92" fmla="*/ 4 w 70"/>
                <a:gd name="T93" fmla="*/ 1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0" h="35">
                  <a:moveTo>
                    <a:pt x="1" y="14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11"/>
                    <a:pt x="9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4"/>
                    <a:pt x="13" y="16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20" y="23"/>
                    <a:pt x="27" y="27"/>
                    <a:pt x="33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6" y="27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45" y="25"/>
                    <a:pt x="51" y="19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8" y="8"/>
                    <a:pt x="60" y="3"/>
                    <a:pt x="60" y="2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5"/>
                    <a:pt x="68" y="5"/>
                    <a:pt x="68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7" y="6"/>
                    <a:pt x="67" y="7"/>
                    <a:pt x="67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5" y="11"/>
                    <a:pt x="64" y="14"/>
                    <a:pt x="62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57" y="24"/>
                    <a:pt x="50" y="32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4"/>
                    <a:pt x="35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15" y="34"/>
                    <a:pt x="2" y="16"/>
                    <a:pt x="1" y="14"/>
                  </a:cubicBezTo>
                  <a:close/>
                  <a:moveTo>
                    <a:pt x="34" y="31"/>
                  </a:moveTo>
                  <a:cubicBezTo>
                    <a:pt x="34" y="31"/>
                    <a:pt x="35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5" y="31"/>
                    <a:pt x="34" y="31"/>
                    <a:pt x="34" y="31"/>
                  </a:cubicBezTo>
                  <a:close/>
                  <a:moveTo>
                    <a:pt x="33" y="31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1"/>
                    <a:pt x="33" y="31"/>
                  </a:cubicBezTo>
                  <a:close/>
                  <a:moveTo>
                    <a:pt x="13" y="21"/>
                  </a:moveTo>
                  <a:cubicBezTo>
                    <a:pt x="15" y="23"/>
                    <a:pt x="17" y="25"/>
                    <a:pt x="20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7" y="25"/>
                    <a:pt x="15" y="23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1" y="20"/>
                    <a:pt x="10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1" y="20"/>
                    <a:pt x="13" y="21"/>
                  </a:cubicBezTo>
                  <a:close/>
                  <a:moveTo>
                    <a:pt x="54" y="20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lose/>
                  <a:moveTo>
                    <a:pt x="58" y="15"/>
                  </a:moveTo>
                  <a:cubicBezTo>
                    <a:pt x="57" y="17"/>
                    <a:pt x="56" y="19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7" y="17"/>
                    <a:pt x="59" y="15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3"/>
                    <a:pt x="59" y="14"/>
                    <a:pt x="58" y="15"/>
                  </a:cubicBezTo>
                  <a:close/>
                  <a:moveTo>
                    <a:pt x="4" y="15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1" y="14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1" y="14"/>
                    <a:pt x="1" y="14"/>
                    <a:pt x="1" y="14"/>
                  </a:cubicBezTo>
                  <a:close/>
                  <a:moveTo>
                    <a:pt x="4" y="12"/>
                  </a:moveTo>
                  <a:cubicBezTo>
                    <a:pt x="4" y="12"/>
                    <a:pt x="4" y="12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3783"/>
            <p:cNvSpPr/>
            <p:nvPr>
              <p:custDataLst>
                <p:tags r:id="rId50"/>
              </p:custDataLst>
            </p:nvPr>
          </p:nvSpPr>
          <p:spPr bwMode="auto">
            <a:xfrm>
              <a:off x="6891283" y="2501475"/>
              <a:ext cx="25152" cy="25152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0 h 5"/>
                <a:gd name="T4" fmla="*/ 5 w 5"/>
                <a:gd name="T5" fmla="*/ 0 h 5"/>
                <a:gd name="T6" fmla="*/ 5 w 5"/>
                <a:gd name="T7" fmla="*/ 5 h 5"/>
                <a:gd name="T8" fmla="*/ 0 w 5"/>
                <a:gd name="T9" fmla="*/ 5 h 5"/>
                <a:gd name="T10" fmla="*/ 0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3784"/>
            <p:cNvSpPr>
              <a:spLocks noEditPoints="1"/>
            </p:cNvSpPr>
            <p:nvPr>
              <p:custDataLst>
                <p:tags r:id="rId51"/>
              </p:custDataLst>
            </p:nvPr>
          </p:nvSpPr>
          <p:spPr bwMode="auto">
            <a:xfrm>
              <a:off x="6881223" y="2491415"/>
              <a:ext cx="45272" cy="45272"/>
            </a:xfrm>
            <a:custGeom>
              <a:avLst/>
              <a:gdLst>
                <a:gd name="T0" fmla="*/ 7 w 9"/>
                <a:gd name="T1" fmla="*/ 9 h 9"/>
                <a:gd name="T2" fmla="*/ 2 w 9"/>
                <a:gd name="T3" fmla="*/ 9 h 9"/>
                <a:gd name="T4" fmla="*/ 2 w 9"/>
                <a:gd name="T5" fmla="*/ 7 h 9"/>
                <a:gd name="T6" fmla="*/ 4 w 9"/>
                <a:gd name="T7" fmla="*/ 7 h 9"/>
                <a:gd name="T8" fmla="*/ 2 w 9"/>
                <a:gd name="T9" fmla="*/ 7 h 9"/>
                <a:gd name="T10" fmla="*/ 2 w 9"/>
                <a:gd name="T11" fmla="*/ 9 h 9"/>
                <a:gd name="T12" fmla="*/ 0 w 9"/>
                <a:gd name="T13" fmla="*/ 9 h 9"/>
                <a:gd name="T14" fmla="*/ 0 w 9"/>
                <a:gd name="T15" fmla="*/ 0 h 9"/>
                <a:gd name="T16" fmla="*/ 9 w 9"/>
                <a:gd name="T17" fmla="*/ 0 h 9"/>
                <a:gd name="T18" fmla="*/ 9 w 9"/>
                <a:gd name="T19" fmla="*/ 9 h 9"/>
                <a:gd name="T20" fmla="*/ 7 w 9"/>
                <a:gd name="T21" fmla="*/ 9 h 9"/>
                <a:gd name="T22" fmla="*/ 7 w 9"/>
                <a:gd name="T23" fmla="*/ 9 h 9"/>
                <a:gd name="T24" fmla="*/ 4 w 9"/>
                <a:gd name="T25" fmla="*/ 4 h 9"/>
                <a:gd name="T26" fmla="*/ 4 w 9"/>
                <a:gd name="T27" fmla="*/ 4 h 9"/>
                <a:gd name="T28" fmla="*/ 4 w 9"/>
                <a:gd name="T29" fmla="*/ 4 h 9"/>
                <a:gd name="T30" fmla="*/ 4 w 9"/>
                <a:gd name="T31" fmla="*/ 4 h 9"/>
                <a:gd name="T32" fmla="*/ 4 w 9"/>
                <a:gd name="T33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9">
                  <a:moveTo>
                    <a:pt x="7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9"/>
                  </a:lnTo>
                  <a:close/>
                  <a:moveTo>
                    <a:pt x="4" y="4"/>
                  </a:move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3785"/>
            <p:cNvSpPr/>
            <p:nvPr>
              <p:custDataLst>
                <p:tags r:id="rId52"/>
              </p:custDataLst>
            </p:nvPr>
          </p:nvSpPr>
          <p:spPr bwMode="auto">
            <a:xfrm>
              <a:off x="7172967" y="2461235"/>
              <a:ext cx="25152" cy="20120"/>
            </a:xfrm>
            <a:custGeom>
              <a:avLst/>
              <a:gdLst>
                <a:gd name="T0" fmla="*/ 0 w 5"/>
                <a:gd name="T1" fmla="*/ 4 h 4"/>
                <a:gd name="T2" fmla="*/ 0 w 5"/>
                <a:gd name="T3" fmla="*/ 0 h 4"/>
                <a:gd name="T4" fmla="*/ 5 w 5"/>
                <a:gd name="T5" fmla="*/ 0 h 4"/>
                <a:gd name="T6" fmla="*/ 5 w 5"/>
                <a:gd name="T7" fmla="*/ 4 h 4"/>
                <a:gd name="T8" fmla="*/ 0 w 5"/>
                <a:gd name="T9" fmla="*/ 4 h 4"/>
                <a:gd name="T10" fmla="*/ 0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3786"/>
            <p:cNvSpPr/>
            <p:nvPr>
              <p:custDataLst>
                <p:tags r:id="rId53"/>
              </p:custDataLst>
            </p:nvPr>
          </p:nvSpPr>
          <p:spPr bwMode="auto">
            <a:xfrm>
              <a:off x="7162907" y="2446143"/>
              <a:ext cx="45272" cy="45272"/>
            </a:xfrm>
            <a:custGeom>
              <a:avLst/>
              <a:gdLst>
                <a:gd name="T0" fmla="*/ 7 w 9"/>
                <a:gd name="T1" fmla="*/ 9 h 9"/>
                <a:gd name="T2" fmla="*/ 2 w 9"/>
                <a:gd name="T3" fmla="*/ 9 h 9"/>
                <a:gd name="T4" fmla="*/ 2 w 9"/>
                <a:gd name="T5" fmla="*/ 7 h 9"/>
                <a:gd name="T6" fmla="*/ 4 w 9"/>
                <a:gd name="T7" fmla="*/ 7 h 9"/>
                <a:gd name="T8" fmla="*/ 2 w 9"/>
                <a:gd name="T9" fmla="*/ 7 h 9"/>
                <a:gd name="T10" fmla="*/ 2 w 9"/>
                <a:gd name="T11" fmla="*/ 9 h 9"/>
                <a:gd name="T12" fmla="*/ 0 w 9"/>
                <a:gd name="T13" fmla="*/ 9 h 9"/>
                <a:gd name="T14" fmla="*/ 0 w 9"/>
                <a:gd name="T15" fmla="*/ 0 h 9"/>
                <a:gd name="T16" fmla="*/ 9 w 9"/>
                <a:gd name="T17" fmla="*/ 0 h 9"/>
                <a:gd name="T18" fmla="*/ 9 w 9"/>
                <a:gd name="T19" fmla="*/ 9 h 9"/>
                <a:gd name="T20" fmla="*/ 7 w 9"/>
                <a:gd name="T21" fmla="*/ 9 h 9"/>
                <a:gd name="T22" fmla="*/ 7 w 9"/>
                <a:gd name="T2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9">
                  <a:moveTo>
                    <a:pt x="7" y="9"/>
                  </a:moveTo>
                  <a:lnTo>
                    <a:pt x="2" y="9"/>
                  </a:lnTo>
                  <a:lnTo>
                    <a:pt x="2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3787"/>
            <p:cNvSpPr/>
            <p:nvPr>
              <p:custDataLst>
                <p:tags r:id="rId54"/>
              </p:custDataLst>
            </p:nvPr>
          </p:nvSpPr>
          <p:spPr bwMode="auto">
            <a:xfrm>
              <a:off x="6629720" y="2511535"/>
              <a:ext cx="171022" cy="306835"/>
            </a:xfrm>
            <a:custGeom>
              <a:avLst/>
              <a:gdLst>
                <a:gd name="T0" fmla="*/ 0 w 31"/>
                <a:gd name="T1" fmla="*/ 31 h 55"/>
                <a:gd name="T2" fmla="*/ 0 w 31"/>
                <a:gd name="T3" fmla="*/ 30 h 55"/>
                <a:gd name="T4" fmla="*/ 0 w 31"/>
                <a:gd name="T5" fmla="*/ 30 h 55"/>
                <a:gd name="T6" fmla="*/ 25 w 31"/>
                <a:gd name="T7" fmla="*/ 0 h 55"/>
                <a:gd name="T8" fmla="*/ 25 w 31"/>
                <a:gd name="T9" fmla="*/ 0 h 55"/>
                <a:gd name="T10" fmla="*/ 27 w 31"/>
                <a:gd name="T11" fmla="*/ 1 h 55"/>
                <a:gd name="T12" fmla="*/ 27 w 31"/>
                <a:gd name="T13" fmla="*/ 1 h 55"/>
                <a:gd name="T14" fmla="*/ 27 w 31"/>
                <a:gd name="T15" fmla="*/ 4 h 55"/>
                <a:gd name="T16" fmla="*/ 25 w 31"/>
                <a:gd name="T17" fmla="*/ 4 h 55"/>
                <a:gd name="T18" fmla="*/ 25 w 31"/>
                <a:gd name="T19" fmla="*/ 4 h 55"/>
                <a:gd name="T20" fmla="*/ 4 w 31"/>
                <a:gd name="T21" fmla="*/ 30 h 55"/>
                <a:gd name="T22" fmla="*/ 4 w 31"/>
                <a:gd name="T23" fmla="*/ 30 h 55"/>
                <a:gd name="T24" fmla="*/ 4 w 31"/>
                <a:gd name="T25" fmla="*/ 31 h 55"/>
                <a:gd name="T26" fmla="*/ 4 w 31"/>
                <a:gd name="T27" fmla="*/ 31 h 55"/>
                <a:gd name="T28" fmla="*/ 17 w 31"/>
                <a:gd name="T29" fmla="*/ 47 h 55"/>
                <a:gd name="T30" fmla="*/ 17 w 31"/>
                <a:gd name="T31" fmla="*/ 47 h 55"/>
                <a:gd name="T32" fmla="*/ 31 w 31"/>
                <a:gd name="T33" fmla="*/ 51 h 55"/>
                <a:gd name="T34" fmla="*/ 31 w 31"/>
                <a:gd name="T35" fmla="*/ 51 h 55"/>
                <a:gd name="T36" fmla="*/ 30 w 31"/>
                <a:gd name="T37" fmla="*/ 55 h 55"/>
                <a:gd name="T38" fmla="*/ 0 w 31"/>
                <a:gd name="T39" fmla="*/ 3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55">
                  <a:moveTo>
                    <a:pt x="0" y="31"/>
                  </a:moveTo>
                  <a:cubicBezTo>
                    <a:pt x="0" y="31"/>
                    <a:pt x="0" y="30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1" y="12"/>
                    <a:pt x="1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6" y="4"/>
                    <a:pt x="26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18" y="4"/>
                    <a:pt x="5" y="14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1"/>
                    <a:pt x="4" y="31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4" y="39"/>
                    <a:pt x="10" y="44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24" y="50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0" y="55"/>
                    <a:pt x="1" y="51"/>
                    <a:pt x="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3788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6614632" y="2501475"/>
              <a:ext cx="196174" cy="326956"/>
            </a:xfrm>
            <a:custGeom>
              <a:avLst/>
              <a:gdLst>
                <a:gd name="T0" fmla="*/ 31 w 35"/>
                <a:gd name="T1" fmla="*/ 59 h 59"/>
                <a:gd name="T2" fmla="*/ 30 w 35"/>
                <a:gd name="T3" fmla="*/ 59 h 59"/>
                <a:gd name="T4" fmla="*/ 27 w 35"/>
                <a:gd name="T5" fmla="*/ 58 h 59"/>
                <a:gd name="T6" fmla="*/ 16 w 35"/>
                <a:gd name="T7" fmla="*/ 54 h 59"/>
                <a:gd name="T8" fmla="*/ 0 w 35"/>
                <a:gd name="T9" fmla="*/ 33 h 59"/>
                <a:gd name="T10" fmla="*/ 2 w 35"/>
                <a:gd name="T11" fmla="*/ 33 h 59"/>
                <a:gd name="T12" fmla="*/ 0 w 35"/>
                <a:gd name="T13" fmla="*/ 32 h 59"/>
                <a:gd name="T14" fmla="*/ 27 w 35"/>
                <a:gd name="T15" fmla="*/ 0 h 59"/>
                <a:gd name="T16" fmla="*/ 30 w 35"/>
                <a:gd name="T17" fmla="*/ 1 h 59"/>
                <a:gd name="T18" fmla="*/ 32 w 35"/>
                <a:gd name="T19" fmla="*/ 1 h 59"/>
                <a:gd name="T20" fmla="*/ 28 w 35"/>
                <a:gd name="T21" fmla="*/ 8 h 59"/>
                <a:gd name="T22" fmla="*/ 27 w 35"/>
                <a:gd name="T23" fmla="*/ 8 h 59"/>
                <a:gd name="T24" fmla="*/ 8 w 35"/>
                <a:gd name="T25" fmla="*/ 32 h 59"/>
                <a:gd name="T26" fmla="*/ 8 w 35"/>
                <a:gd name="T27" fmla="*/ 33 h 59"/>
                <a:gd name="T28" fmla="*/ 8 w 35"/>
                <a:gd name="T29" fmla="*/ 33 h 59"/>
                <a:gd name="T30" fmla="*/ 20 w 35"/>
                <a:gd name="T31" fmla="*/ 47 h 59"/>
                <a:gd name="T32" fmla="*/ 33 w 35"/>
                <a:gd name="T33" fmla="*/ 51 h 59"/>
                <a:gd name="T34" fmla="*/ 33 w 35"/>
                <a:gd name="T35" fmla="*/ 51 h 59"/>
                <a:gd name="T36" fmla="*/ 35 w 35"/>
                <a:gd name="T37" fmla="*/ 53 h 59"/>
                <a:gd name="T38" fmla="*/ 32 w 35"/>
                <a:gd name="T39" fmla="*/ 57 h 59"/>
                <a:gd name="T40" fmla="*/ 32 w 35"/>
                <a:gd name="T41" fmla="*/ 57 h 59"/>
                <a:gd name="T42" fmla="*/ 32 w 35"/>
                <a:gd name="T43" fmla="*/ 59 h 59"/>
                <a:gd name="T44" fmla="*/ 32 w 35"/>
                <a:gd name="T45" fmla="*/ 57 h 59"/>
                <a:gd name="T46" fmla="*/ 31 w 35"/>
                <a:gd name="T47" fmla="*/ 59 h 59"/>
                <a:gd name="T48" fmla="*/ 18 w 35"/>
                <a:gd name="T49" fmla="*/ 51 h 59"/>
                <a:gd name="T50" fmla="*/ 10 w 35"/>
                <a:gd name="T51" fmla="*/ 45 h 59"/>
                <a:gd name="T52" fmla="*/ 26 w 35"/>
                <a:gd name="T53" fmla="*/ 53 h 59"/>
                <a:gd name="T54" fmla="*/ 4 w 35"/>
                <a:gd name="T55" fmla="*/ 32 h 59"/>
                <a:gd name="T56" fmla="*/ 4 w 35"/>
                <a:gd name="T57" fmla="*/ 32 h 59"/>
                <a:gd name="T58" fmla="*/ 27 w 35"/>
                <a:gd name="T59" fmla="*/ 4 h 59"/>
                <a:gd name="T60" fmla="*/ 27 w 35"/>
                <a:gd name="T61" fmla="*/ 4 h 59"/>
                <a:gd name="T62" fmla="*/ 27 w 35"/>
                <a:gd name="T6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" h="59">
                  <a:moveTo>
                    <a:pt x="32" y="59"/>
                  </a:moveTo>
                  <a:cubicBezTo>
                    <a:pt x="31" y="59"/>
                    <a:pt x="31" y="59"/>
                    <a:pt x="31" y="59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59"/>
                    <a:pt x="31" y="59"/>
                    <a:pt x="30" y="59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8"/>
                    <a:pt x="28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4" y="57"/>
                    <a:pt x="20" y="56"/>
                    <a:pt x="16" y="54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9" y="51"/>
                    <a:pt x="0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13"/>
                    <a:pt x="15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9" y="0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8"/>
                    <a:pt x="9" y="17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9"/>
                    <a:pt x="13" y="44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6" y="50"/>
                    <a:pt x="31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3" y="51"/>
                    <a:pt x="33" y="51"/>
                    <a:pt x="33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2" y="59"/>
                    <a:pt x="32" y="59"/>
                    <a:pt x="32" y="59"/>
                  </a:cubicBezTo>
                  <a:close/>
                  <a:moveTo>
                    <a:pt x="31" y="59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1" y="59"/>
                    <a:pt x="31" y="59"/>
                    <a:pt x="31" y="59"/>
                  </a:cubicBezTo>
                  <a:close/>
                  <a:moveTo>
                    <a:pt x="26" y="53"/>
                  </a:moveTo>
                  <a:cubicBezTo>
                    <a:pt x="24" y="53"/>
                    <a:pt x="21" y="52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5" y="49"/>
                    <a:pt x="12" y="48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5" y="50"/>
                    <a:pt x="21" y="52"/>
                    <a:pt x="26" y="53"/>
                  </a:cubicBezTo>
                  <a:close/>
                  <a:moveTo>
                    <a:pt x="4" y="32"/>
                  </a:move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lose/>
                  <a:moveTo>
                    <a:pt x="27" y="4"/>
                  </a:move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3789"/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7308780" y="2441114"/>
              <a:ext cx="186114" cy="286715"/>
            </a:xfrm>
            <a:custGeom>
              <a:avLst/>
              <a:gdLst>
                <a:gd name="T0" fmla="*/ 7 w 34"/>
                <a:gd name="T1" fmla="*/ 51 h 52"/>
                <a:gd name="T2" fmla="*/ 10 w 34"/>
                <a:gd name="T3" fmla="*/ 48 h 52"/>
                <a:gd name="T4" fmla="*/ 9 w 34"/>
                <a:gd name="T5" fmla="*/ 49 h 52"/>
                <a:gd name="T6" fmla="*/ 9 w 34"/>
                <a:gd name="T7" fmla="*/ 48 h 52"/>
                <a:gd name="T8" fmla="*/ 9 w 34"/>
                <a:gd name="T9" fmla="*/ 48 h 52"/>
                <a:gd name="T10" fmla="*/ 9 w 34"/>
                <a:gd name="T11" fmla="*/ 48 h 52"/>
                <a:gd name="T12" fmla="*/ 9 w 34"/>
                <a:gd name="T13" fmla="*/ 48 h 52"/>
                <a:gd name="T14" fmla="*/ 9 w 34"/>
                <a:gd name="T15" fmla="*/ 48 h 52"/>
                <a:gd name="T16" fmla="*/ 9 w 34"/>
                <a:gd name="T17" fmla="*/ 48 h 52"/>
                <a:gd name="T18" fmla="*/ 9 w 34"/>
                <a:gd name="T19" fmla="*/ 48 h 52"/>
                <a:gd name="T20" fmla="*/ 21 w 34"/>
                <a:gd name="T21" fmla="*/ 42 h 52"/>
                <a:gd name="T22" fmla="*/ 21 w 34"/>
                <a:gd name="T23" fmla="*/ 42 h 52"/>
                <a:gd name="T24" fmla="*/ 30 w 34"/>
                <a:gd name="T25" fmla="*/ 24 h 52"/>
                <a:gd name="T26" fmla="*/ 30 w 34"/>
                <a:gd name="T27" fmla="*/ 24 h 52"/>
                <a:gd name="T28" fmla="*/ 29 w 34"/>
                <a:gd name="T29" fmla="*/ 20 h 52"/>
                <a:gd name="T30" fmla="*/ 29 w 34"/>
                <a:gd name="T31" fmla="*/ 20 h 52"/>
                <a:gd name="T32" fmla="*/ 14 w 34"/>
                <a:gd name="T33" fmla="*/ 4 h 52"/>
                <a:gd name="T34" fmla="*/ 14 w 34"/>
                <a:gd name="T35" fmla="*/ 4 h 52"/>
                <a:gd name="T36" fmla="*/ 6 w 34"/>
                <a:gd name="T37" fmla="*/ 5 h 52"/>
                <a:gd name="T38" fmla="*/ 6 w 34"/>
                <a:gd name="T39" fmla="*/ 5 h 52"/>
                <a:gd name="T40" fmla="*/ 2 w 34"/>
                <a:gd name="T41" fmla="*/ 7 h 52"/>
                <a:gd name="T42" fmla="*/ 2 w 34"/>
                <a:gd name="T43" fmla="*/ 7 h 52"/>
                <a:gd name="T44" fmla="*/ 0 w 34"/>
                <a:gd name="T45" fmla="*/ 4 h 52"/>
                <a:gd name="T46" fmla="*/ 14 w 34"/>
                <a:gd name="T47" fmla="*/ 0 h 52"/>
                <a:gd name="T48" fmla="*/ 14 w 34"/>
                <a:gd name="T49" fmla="*/ 0 h 52"/>
                <a:gd name="T50" fmla="*/ 33 w 34"/>
                <a:gd name="T51" fmla="*/ 19 h 52"/>
                <a:gd name="T52" fmla="*/ 33 w 34"/>
                <a:gd name="T53" fmla="*/ 19 h 52"/>
                <a:gd name="T54" fmla="*/ 34 w 34"/>
                <a:gd name="T55" fmla="*/ 24 h 52"/>
                <a:gd name="T56" fmla="*/ 34 w 34"/>
                <a:gd name="T57" fmla="*/ 24 h 52"/>
                <a:gd name="T58" fmla="*/ 23 w 34"/>
                <a:gd name="T59" fmla="*/ 45 h 52"/>
                <a:gd name="T60" fmla="*/ 23 w 34"/>
                <a:gd name="T61" fmla="*/ 45 h 52"/>
                <a:gd name="T62" fmla="*/ 9 w 34"/>
                <a:gd name="T63" fmla="*/ 52 h 52"/>
                <a:gd name="T64" fmla="*/ 9 w 34"/>
                <a:gd name="T65" fmla="*/ 52 h 52"/>
                <a:gd name="T66" fmla="*/ 7 w 34"/>
                <a:gd name="T67" fmla="*/ 51 h 52"/>
                <a:gd name="T68" fmla="*/ 2 w 34"/>
                <a:gd name="T69" fmla="*/ 7 h 52"/>
                <a:gd name="T70" fmla="*/ 2 w 34"/>
                <a:gd name="T71" fmla="*/ 7 h 52"/>
                <a:gd name="T72" fmla="*/ 2 w 34"/>
                <a:gd name="T73" fmla="*/ 7 h 52"/>
                <a:gd name="T74" fmla="*/ 2 w 34"/>
                <a:gd name="T75" fmla="*/ 7 h 52"/>
                <a:gd name="T76" fmla="*/ 2 w 34"/>
                <a:gd name="T77" fmla="*/ 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4" h="52">
                  <a:moveTo>
                    <a:pt x="7" y="51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0" y="48"/>
                    <a:pt x="16" y="46"/>
                    <a:pt x="21" y="42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6" y="37"/>
                    <a:pt x="30" y="32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3"/>
                    <a:pt x="30" y="21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6"/>
                    <a:pt x="20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1" y="4"/>
                    <a:pt x="8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4" y="6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7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2" y="0"/>
                    <a:pt x="31" y="4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4" y="21"/>
                    <a:pt x="34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33"/>
                    <a:pt x="29" y="40"/>
                    <a:pt x="23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8" y="49"/>
                    <a:pt x="12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8" y="52"/>
                    <a:pt x="8" y="52"/>
                    <a:pt x="7" y="51"/>
                  </a:cubicBezTo>
                  <a:close/>
                  <a:moveTo>
                    <a:pt x="2" y="7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3790"/>
            <p:cNvSpPr>
              <a:spLocks noEditPoints="1"/>
            </p:cNvSpPr>
            <p:nvPr>
              <p:custDataLst>
                <p:tags r:id="rId57"/>
              </p:custDataLst>
            </p:nvPr>
          </p:nvSpPr>
          <p:spPr bwMode="auto">
            <a:xfrm>
              <a:off x="7288660" y="2431054"/>
              <a:ext cx="216294" cy="306835"/>
            </a:xfrm>
            <a:custGeom>
              <a:avLst/>
              <a:gdLst>
                <a:gd name="T0" fmla="*/ 10 w 39"/>
                <a:gd name="T1" fmla="*/ 53 h 56"/>
                <a:gd name="T2" fmla="*/ 7 w 39"/>
                <a:gd name="T3" fmla="*/ 52 h 56"/>
                <a:gd name="T4" fmla="*/ 12 w 39"/>
                <a:gd name="T5" fmla="*/ 48 h 56"/>
                <a:gd name="T6" fmla="*/ 31 w 39"/>
                <a:gd name="T7" fmla="*/ 26 h 56"/>
                <a:gd name="T8" fmla="*/ 31 w 39"/>
                <a:gd name="T9" fmla="*/ 26 h 56"/>
                <a:gd name="T10" fmla="*/ 17 w 39"/>
                <a:gd name="T11" fmla="*/ 8 h 56"/>
                <a:gd name="T12" fmla="*/ 9 w 39"/>
                <a:gd name="T13" fmla="*/ 9 h 56"/>
                <a:gd name="T14" fmla="*/ 7 w 39"/>
                <a:gd name="T15" fmla="*/ 11 h 56"/>
                <a:gd name="T16" fmla="*/ 0 w 39"/>
                <a:gd name="T17" fmla="*/ 5 h 56"/>
                <a:gd name="T18" fmla="*/ 3 w 39"/>
                <a:gd name="T19" fmla="*/ 4 h 56"/>
                <a:gd name="T20" fmla="*/ 4 w 39"/>
                <a:gd name="T21" fmla="*/ 3 h 56"/>
                <a:gd name="T22" fmla="*/ 17 w 39"/>
                <a:gd name="T23" fmla="*/ 0 h 56"/>
                <a:gd name="T24" fmla="*/ 17 w 39"/>
                <a:gd name="T25" fmla="*/ 0 h 56"/>
                <a:gd name="T26" fmla="*/ 39 w 39"/>
                <a:gd name="T27" fmla="*/ 26 h 56"/>
                <a:gd name="T28" fmla="*/ 28 w 39"/>
                <a:gd name="T29" fmla="*/ 48 h 56"/>
                <a:gd name="T30" fmla="*/ 12 w 39"/>
                <a:gd name="T31" fmla="*/ 56 h 56"/>
                <a:gd name="T32" fmla="*/ 11 w 39"/>
                <a:gd name="T33" fmla="*/ 54 h 56"/>
                <a:gd name="T34" fmla="*/ 14 w 39"/>
                <a:gd name="T35" fmla="*/ 51 h 56"/>
                <a:gd name="T36" fmla="*/ 14 w 39"/>
                <a:gd name="T37" fmla="*/ 51 h 56"/>
                <a:gd name="T38" fmla="*/ 21 w 39"/>
                <a:gd name="T39" fmla="*/ 48 h 56"/>
                <a:gd name="T40" fmla="*/ 21 w 39"/>
                <a:gd name="T41" fmla="*/ 48 h 56"/>
                <a:gd name="T42" fmla="*/ 35 w 39"/>
                <a:gd name="T43" fmla="*/ 29 h 56"/>
                <a:gd name="T44" fmla="*/ 34 w 39"/>
                <a:gd name="T45" fmla="*/ 22 h 56"/>
                <a:gd name="T46" fmla="*/ 35 w 39"/>
                <a:gd name="T47" fmla="*/ 27 h 56"/>
                <a:gd name="T48" fmla="*/ 34 w 39"/>
                <a:gd name="T49" fmla="*/ 22 h 56"/>
                <a:gd name="T50" fmla="*/ 33 w 39"/>
                <a:gd name="T51" fmla="*/ 16 h 56"/>
                <a:gd name="T52" fmla="*/ 33 w 39"/>
                <a:gd name="T53" fmla="*/ 16 h 56"/>
                <a:gd name="T54" fmla="*/ 33 w 39"/>
                <a:gd name="T55" fmla="*/ 16 h 56"/>
                <a:gd name="T56" fmla="*/ 33 w 39"/>
                <a:gd name="T57" fmla="*/ 16 h 56"/>
                <a:gd name="T58" fmla="*/ 33 w 39"/>
                <a:gd name="T59" fmla="*/ 16 h 56"/>
                <a:gd name="T60" fmla="*/ 33 w 39"/>
                <a:gd name="T61" fmla="*/ 15 h 56"/>
                <a:gd name="T62" fmla="*/ 33 w 39"/>
                <a:gd name="T63" fmla="*/ 15 h 56"/>
                <a:gd name="T64" fmla="*/ 33 w 39"/>
                <a:gd name="T65" fmla="*/ 15 h 56"/>
                <a:gd name="T66" fmla="*/ 32 w 39"/>
                <a:gd name="T67" fmla="*/ 15 h 56"/>
                <a:gd name="T68" fmla="*/ 32 w 39"/>
                <a:gd name="T69" fmla="*/ 15 h 56"/>
                <a:gd name="T70" fmla="*/ 32 w 39"/>
                <a:gd name="T71" fmla="*/ 15 h 56"/>
                <a:gd name="T72" fmla="*/ 32 w 39"/>
                <a:gd name="T73" fmla="*/ 15 h 56"/>
                <a:gd name="T74" fmla="*/ 32 w 39"/>
                <a:gd name="T75" fmla="*/ 14 h 56"/>
                <a:gd name="T76" fmla="*/ 32 w 39"/>
                <a:gd name="T77" fmla="*/ 14 h 56"/>
                <a:gd name="T78" fmla="*/ 32 w 39"/>
                <a:gd name="T79" fmla="*/ 14 h 56"/>
                <a:gd name="T80" fmla="*/ 32 w 39"/>
                <a:gd name="T81" fmla="*/ 14 h 56"/>
                <a:gd name="T82" fmla="*/ 32 w 39"/>
                <a:gd name="T83" fmla="*/ 14 h 56"/>
                <a:gd name="T84" fmla="*/ 32 w 39"/>
                <a:gd name="T85" fmla="*/ 13 h 56"/>
                <a:gd name="T86" fmla="*/ 32 w 39"/>
                <a:gd name="T87" fmla="*/ 13 h 56"/>
                <a:gd name="T88" fmla="*/ 32 w 39"/>
                <a:gd name="T89" fmla="*/ 13 h 56"/>
                <a:gd name="T90" fmla="*/ 31 w 39"/>
                <a:gd name="T91" fmla="*/ 13 h 56"/>
                <a:gd name="T92" fmla="*/ 31 w 39"/>
                <a:gd name="T93" fmla="*/ 13 h 56"/>
                <a:gd name="T94" fmla="*/ 31 w 39"/>
                <a:gd name="T95" fmla="*/ 13 h 56"/>
                <a:gd name="T96" fmla="*/ 31 w 39"/>
                <a:gd name="T97" fmla="*/ 13 h 56"/>
                <a:gd name="T98" fmla="*/ 31 w 39"/>
                <a:gd name="T99" fmla="*/ 12 h 56"/>
                <a:gd name="T100" fmla="*/ 31 w 39"/>
                <a:gd name="T101" fmla="*/ 12 h 56"/>
                <a:gd name="T102" fmla="*/ 31 w 39"/>
                <a:gd name="T103" fmla="*/ 12 h 56"/>
                <a:gd name="T104" fmla="*/ 31 w 39"/>
                <a:gd name="T105" fmla="*/ 12 h 56"/>
                <a:gd name="T106" fmla="*/ 31 w 39"/>
                <a:gd name="T107" fmla="*/ 12 h 56"/>
                <a:gd name="T108" fmla="*/ 17 w 39"/>
                <a:gd name="T109" fmla="*/ 4 h 56"/>
                <a:gd name="T110" fmla="*/ 17 w 39"/>
                <a:gd name="T111" fmla="*/ 4 h 56"/>
                <a:gd name="T112" fmla="*/ 17 w 39"/>
                <a:gd name="T113" fmla="*/ 4 h 56"/>
                <a:gd name="T114" fmla="*/ 17 w 39"/>
                <a:gd name="T115" fmla="*/ 4 h 56"/>
                <a:gd name="T116" fmla="*/ 8 w 39"/>
                <a:gd name="T117" fmla="*/ 6 h 56"/>
                <a:gd name="T118" fmla="*/ 12 w 39"/>
                <a:gd name="T119" fmla="*/ 4 h 56"/>
                <a:gd name="T120" fmla="*/ 7 w 39"/>
                <a:gd name="T121" fmla="*/ 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" h="56">
                  <a:moveTo>
                    <a:pt x="8" y="54"/>
                  </a:move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4" y="47"/>
                    <a:pt x="19" y="45"/>
                    <a:pt x="22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7" y="38"/>
                    <a:pt x="31" y="33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1" y="25"/>
                    <a:pt x="31" y="24"/>
                    <a:pt x="30" y="2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27" y="9"/>
                    <a:pt x="23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4" y="8"/>
                    <a:pt x="12" y="8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8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5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6" y="0"/>
                    <a:pt x="36" y="5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3"/>
                    <a:pt x="39" y="24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36"/>
                    <a:pt x="33" y="43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2" y="53"/>
                    <a:pt x="16" y="56"/>
                    <a:pt x="12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6"/>
                    <a:pt x="9" y="56"/>
                    <a:pt x="8" y="54"/>
                  </a:cubicBezTo>
                  <a:close/>
                  <a:moveTo>
                    <a:pt x="11" y="54"/>
                  </a:moveTo>
                  <a:cubicBezTo>
                    <a:pt x="11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4"/>
                  </a:cubicBezTo>
                  <a:close/>
                  <a:moveTo>
                    <a:pt x="14" y="51"/>
                  </a:moveTo>
                  <a:cubicBezTo>
                    <a:pt x="15" y="51"/>
                    <a:pt x="18" y="50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18" y="50"/>
                    <a:pt x="15" y="51"/>
                    <a:pt x="14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4" y="51"/>
                    <a:pt x="14" y="51"/>
                  </a:cubicBezTo>
                  <a:close/>
                  <a:moveTo>
                    <a:pt x="21" y="48"/>
                  </a:move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lose/>
                  <a:moveTo>
                    <a:pt x="28" y="42"/>
                  </a:moveTo>
                  <a:cubicBezTo>
                    <a:pt x="31" y="39"/>
                    <a:pt x="34" y="34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4" y="34"/>
                    <a:pt x="31" y="39"/>
                    <a:pt x="28" y="42"/>
                  </a:cubicBezTo>
                  <a:close/>
                  <a:moveTo>
                    <a:pt x="34" y="22"/>
                  </a:moveTo>
                  <a:cubicBezTo>
                    <a:pt x="35" y="23"/>
                    <a:pt x="35" y="25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3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0"/>
                    <a:pt x="34" y="18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4" y="18"/>
                    <a:pt x="34" y="20"/>
                    <a:pt x="34" y="22"/>
                  </a:cubicBezTo>
                  <a:close/>
                  <a:moveTo>
                    <a:pt x="33" y="16"/>
                  </a:move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lose/>
                  <a:moveTo>
                    <a:pt x="33" y="16"/>
                  </a:move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lose/>
                  <a:moveTo>
                    <a:pt x="33" y="16"/>
                  </a:move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lose/>
                  <a:moveTo>
                    <a:pt x="33" y="16"/>
                  </a:moveTo>
                  <a:cubicBezTo>
                    <a:pt x="33" y="16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6"/>
                    <a:pt x="33" y="16"/>
                  </a:cubicBezTo>
                  <a:close/>
                  <a:moveTo>
                    <a:pt x="33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5"/>
                  </a:moveTo>
                  <a:cubicBezTo>
                    <a:pt x="32" y="15"/>
                    <a:pt x="32" y="15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5"/>
                    <a:pt x="32" y="15"/>
                    <a:pt x="32" y="15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32" y="13"/>
                  </a:move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lose/>
                  <a:moveTo>
                    <a:pt x="32" y="13"/>
                  </a:move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lose/>
                  <a:moveTo>
                    <a:pt x="32" y="13"/>
                  </a:moveTo>
                  <a:cubicBezTo>
                    <a:pt x="32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2" y="13"/>
                    <a:pt x="32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lose/>
                  <a:moveTo>
                    <a:pt x="31" y="13"/>
                  </a:moveTo>
                  <a:cubicBezTo>
                    <a:pt x="31" y="13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1" y="13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lose/>
                  <a:moveTo>
                    <a:pt x="31" y="12"/>
                  </a:moveTo>
                  <a:cubicBezTo>
                    <a:pt x="27" y="6"/>
                    <a:pt x="22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2" y="4"/>
                    <a:pt x="27" y="6"/>
                    <a:pt x="31" y="12"/>
                  </a:cubicBezTo>
                  <a:close/>
                  <a:moveTo>
                    <a:pt x="7" y="6"/>
                  </a:moveTo>
                  <a:cubicBezTo>
                    <a:pt x="7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5"/>
                    <a:pt x="10" y="5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5"/>
                    <a:pt x="8" y="5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3791"/>
            <p:cNvSpPr/>
            <p:nvPr>
              <p:custDataLst>
                <p:tags r:id="rId58"/>
              </p:custDataLst>
            </p:nvPr>
          </p:nvSpPr>
          <p:spPr bwMode="auto">
            <a:xfrm>
              <a:off x="6685052" y="2089010"/>
              <a:ext cx="699180" cy="467797"/>
            </a:xfrm>
            <a:custGeom>
              <a:avLst/>
              <a:gdLst>
                <a:gd name="T0" fmla="*/ 2 w 127"/>
                <a:gd name="T1" fmla="*/ 83 h 85"/>
                <a:gd name="T2" fmla="*/ 3 w 127"/>
                <a:gd name="T3" fmla="*/ 84 h 85"/>
                <a:gd name="T4" fmla="*/ 1 w 127"/>
                <a:gd name="T5" fmla="*/ 84 h 85"/>
                <a:gd name="T6" fmla="*/ 1 w 127"/>
                <a:gd name="T7" fmla="*/ 84 h 85"/>
                <a:gd name="T8" fmla="*/ 1 w 127"/>
                <a:gd name="T9" fmla="*/ 84 h 85"/>
                <a:gd name="T10" fmla="*/ 1 w 127"/>
                <a:gd name="T11" fmla="*/ 84 h 85"/>
                <a:gd name="T12" fmla="*/ 1 w 127"/>
                <a:gd name="T13" fmla="*/ 84 h 85"/>
                <a:gd name="T14" fmla="*/ 1 w 127"/>
                <a:gd name="T15" fmla="*/ 84 h 85"/>
                <a:gd name="T16" fmla="*/ 0 w 127"/>
                <a:gd name="T17" fmla="*/ 49 h 85"/>
                <a:gd name="T18" fmla="*/ 0 w 127"/>
                <a:gd name="T19" fmla="*/ 49 h 85"/>
                <a:gd name="T20" fmla="*/ 0 w 127"/>
                <a:gd name="T21" fmla="*/ 40 h 85"/>
                <a:gd name="T22" fmla="*/ 0 w 127"/>
                <a:gd name="T23" fmla="*/ 40 h 85"/>
                <a:gd name="T24" fmla="*/ 2 w 127"/>
                <a:gd name="T25" fmla="*/ 35 h 85"/>
                <a:gd name="T26" fmla="*/ 2 w 127"/>
                <a:gd name="T27" fmla="*/ 35 h 85"/>
                <a:gd name="T28" fmla="*/ 49 w 127"/>
                <a:gd name="T29" fmla="*/ 1 h 85"/>
                <a:gd name="T30" fmla="*/ 49 w 127"/>
                <a:gd name="T31" fmla="*/ 1 h 85"/>
                <a:gd name="T32" fmla="*/ 70 w 127"/>
                <a:gd name="T33" fmla="*/ 0 h 85"/>
                <a:gd name="T34" fmla="*/ 70 w 127"/>
                <a:gd name="T35" fmla="*/ 0 h 85"/>
                <a:gd name="T36" fmla="*/ 103 w 127"/>
                <a:gd name="T37" fmla="*/ 9 h 85"/>
                <a:gd name="T38" fmla="*/ 103 w 127"/>
                <a:gd name="T39" fmla="*/ 9 h 85"/>
                <a:gd name="T40" fmla="*/ 118 w 127"/>
                <a:gd name="T41" fmla="*/ 37 h 85"/>
                <a:gd name="T42" fmla="*/ 118 w 127"/>
                <a:gd name="T43" fmla="*/ 37 h 85"/>
                <a:gd name="T44" fmla="*/ 127 w 127"/>
                <a:gd name="T45" fmla="*/ 65 h 85"/>
                <a:gd name="T46" fmla="*/ 127 w 127"/>
                <a:gd name="T47" fmla="*/ 65 h 85"/>
                <a:gd name="T48" fmla="*/ 123 w 127"/>
                <a:gd name="T49" fmla="*/ 66 h 85"/>
                <a:gd name="T50" fmla="*/ 114 w 127"/>
                <a:gd name="T51" fmla="*/ 39 h 85"/>
                <a:gd name="T52" fmla="*/ 114 w 127"/>
                <a:gd name="T53" fmla="*/ 39 h 85"/>
                <a:gd name="T54" fmla="*/ 100 w 127"/>
                <a:gd name="T55" fmla="*/ 12 h 85"/>
                <a:gd name="T56" fmla="*/ 100 w 127"/>
                <a:gd name="T57" fmla="*/ 12 h 85"/>
                <a:gd name="T58" fmla="*/ 70 w 127"/>
                <a:gd name="T59" fmla="*/ 4 h 85"/>
                <a:gd name="T60" fmla="*/ 70 w 127"/>
                <a:gd name="T61" fmla="*/ 4 h 85"/>
                <a:gd name="T62" fmla="*/ 50 w 127"/>
                <a:gd name="T63" fmla="*/ 5 h 85"/>
                <a:gd name="T64" fmla="*/ 50 w 127"/>
                <a:gd name="T65" fmla="*/ 5 h 85"/>
                <a:gd name="T66" fmla="*/ 5 w 127"/>
                <a:gd name="T67" fmla="*/ 37 h 85"/>
                <a:gd name="T68" fmla="*/ 5 w 127"/>
                <a:gd name="T69" fmla="*/ 37 h 85"/>
                <a:gd name="T70" fmla="*/ 4 w 127"/>
                <a:gd name="T71" fmla="*/ 41 h 85"/>
                <a:gd name="T72" fmla="*/ 4 w 127"/>
                <a:gd name="T73" fmla="*/ 41 h 85"/>
                <a:gd name="T74" fmla="*/ 4 w 127"/>
                <a:gd name="T75" fmla="*/ 49 h 85"/>
                <a:gd name="T76" fmla="*/ 4 w 127"/>
                <a:gd name="T77" fmla="*/ 49 h 85"/>
                <a:gd name="T78" fmla="*/ 5 w 127"/>
                <a:gd name="T79" fmla="*/ 84 h 85"/>
                <a:gd name="T80" fmla="*/ 5 w 127"/>
                <a:gd name="T81" fmla="*/ 84 h 85"/>
                <a:gd name="T82" fmla="*/ 5 w 127"/>
                <a:gd name="T83" fmla="*/ 84 h 85"/>
                <a:gd name="T84" fmla="*/ 5 w 127"/>
                <a:gd name="T85" fmla="*/ 84 h 85"/>
                <a:gd name="T86" fmla="*/ 5 w 127"/>
                <a:gd name="T87" fmla="*/ 85 h 85"/>
                <a:gd name="T88" fmla="*/ 5 w 127"/>
                <a:gd name="T89" fmla="*/ 85 h 85"/>
                <a:gd name="T90" fmla="*/ 2 w 127"/>
                <a:gd name="T91" fmla="*/ 8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7" h="85">
                  <a:moveTo>
                    <a:pt x="2" y="83"/>
                  </a:moveTo>
                  <a:cubicBezTo>
                    <a:pt x="3" y="84"/>
                    <a:pt x="3" y="84"/>
                    <a:pt x="3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81"/>
                    <a:pt x="0" y="63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6"/>
                    <a:pt x="0" y="43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5" y="31"/>
                    <a:pt x="16" y="6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7" y="0"/>
                    <a:pt x="6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90" y="0"/>
                    <a:pt x="99" y="5"/>
                    <a:pt x="103" y="9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7" y="14"/>
                    <a:pt x="112" y="23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4" y="52"/>
                    <a:pt x="127" y="65"/>
                    <a:pt x="127" y="6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3" y="66"/>
                    <a:pt x="123" y="66"/>
                    <a:pt x="123" y="66"/>
                  </a:cubicBezTo>
                  <a:cubicBezTo>
                    <a:pt x="123" y="66"/>
                    <a:pt x="120" y="53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09" y="25"/>
                    <a:pt x="103" y="16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98" y="9"/>
                    <a:pt x="89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64" y="4"/>
                    <a:pt x="58" y="4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19" y="10"/>
                    <a:pt x="9" y="32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9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3"/>
                    <a:pt x="4" y="46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63"/>
                    <a:pt x="5" y="82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5" y="84"/>
                    <a:pt x="5" y="84"/>
                    <a:pt x="5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2" y="83"/>
                    <a:pt x="2" y="83"/>
                    <a:pt x="2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3792"/>
            <p:cNvSpPr>
              <a:spLocks noEditPoints="1"/>
            </p:cNvSpPr>
            <p:nvPr>
              <p:custDataLst>
                <p:tags r:id="rId59"/>
              </p:custDataLst>
            </p:nvPr>
          </p:nvSpPr>
          <p:spPr bwMode="auto">
            <a:xfrm>
              <a:off x="6669961" y="2078950"/>
              <a:ext cx="729360" cy="497978"/>
            </a:xfrm>
            <a:custGeom>
              <a:avLst/>
              <a:gdLst>
                <a:gd name="T0" fmla="*/ 1 w 132"/>
                <a:gd name="T1" fmla="*/ 88 h 90"/>
                <a:gd name="T2" fmla="*/ 1 w 132"/>
                <a:gd name="T3" fmla="*/ 86 h 90"/>
                <a:gd name="T4" fmla="*/ 1 w 132"/>
                <a:gd name="T5" fmla="*/ 86 h 90"/>
                <a:gd name="T6" fmla="*/ 1 w 132"/>
                <a:gd name="T7" fmla="*/ 86 h 90"/>
                <a:gd name="T8" fmla="*/ 0 w 132"/>
                <a:gd name="T9" fmla="*/ 52 h 90"/>
                <a:gd name="T10" fmla="*/ 0 w 132"/>
                <a:gd name="T11" fmla="*/ 52 h 90"/>
                <a:gd name="T12" fmla="*/ 0 w 132"/>
                <a:gd name="T13" fmla="*/ 51 h 90"/>
                <a:gd name="T14" fmla="*/ 0 w 132"/>
                <a:gd name="T15" fmla="*/ 42 h 90"/>
                <a:gd name="T16" fmla="*/ 2 w 132"/>
                <a:gd name="T17" fmla="*/ 35 h 90"/>
                <a:gd name="T18" fmla="*/ 51 w 132"/>
                <a:gd name="T19" fmla="*/ 1 h 90"/>
                <a:gd name="T20" fmla="*/ 72 w 132"/>
                <a:gd name="T21" fmla="*/ 0 h 90"/>
                <a:gd name="T22" fmla="*/ 106 w 132"/>
                <a:gd name="T23" fmla="*/ 10 h 90"/>
                <a:gd name="T24" fmla="*/ 122 w 132"/>
                <a:gd name="T25" fmla="*/ 39 h 90"/>
                <a:gd name="T26" fmla="*/ 131 w 132"/>
                <a:gd name="T27" fmla="*/ 67 h 90"/>
                <a:gd name="T28" fmla="*/ 124 w 132"/>
                <a:gd name="T29" fmla="*/ 71 h 90"/>
                <a:gd name="T30" fmla="*/ 123 w 132"/>
                <a:gd name="T31" fmla="*/ 69 h 90"/>
                <a:gd name="T32" fmla="*/ 123 w 132"/>
                <a:gd name="T33" fmla="*/ 69 h 90"/>
                <a:gd name="T34" fmla="*/ 123 w 132"/>
                <a:gd name="T35" fmla="*/ 69 h 90"/>
                <a:gd name="T36" fmla="*/ 123 w 132"/>
                <a:gd name="T37" fmla="*/ 68 h 90"/>
                <a:gd name="T38" fmla="*/ 123 w 132"/>
                <a:gd name="T39" fmla="*/ 67 h 90"/>
                <a:gd name="T40" fmla="*/ 121 w 132"/>
                <a:gd name="T41" fmla="*/ 60 h 90"/>
                <a:gd name="T42" fmla="*/ 114 w 132"/>
                <a:gd name="T43" fmla="*/ 42 h 90"/>
                <a:gd name="T44" fmla="*/ 100 w 132"/>
                <a:gd name="T45" fmla="*/ 15 h 90"/>
                <a:gd name="T46" fmla="*/ 72 w 132"/>
                <a:gd name="T47" fmla="*/ 8 h 90"/>
                <a:gd name="T48" fmla="*/ 72 w 132"/>
                <a:gd name="T49" fmla="*/ 8 h 90"/>
                <a:gd name="T50" fmla="*/ 52 w 132"/>
                <a:gd name="T51" fmla="*/ 9 h 90"/>
                <a:gd name="T52" fmla="*/ 9 w 132"/>
                <a:gd name="T53" fmla="*/ 40 h 90"/>
                <a:gd name="T54" fmla="*/ 8 w 132"/>
                <a:gd name="T55" fmla="*/ 41 h 90"/>
                <a:gd name="T56" fmla="*/ 8 w 132"/>
                <a:gd name="T57" fmla="*/ 43 h 90"/>
                <a:gd name="T58" fmla="*/ 8 w 132"/>
                <a:gd name="T59" fmla="*/ 51 h 90"/>
                <a:gd name="T60" fmla="*/ 9 w 132"/>
                <a:gd name="T61" fmla="*/ 86 h 90"/>
                <a:gd name="T62" fmla="*/ 9 w 132"/>
                <a:gd name="T63" fmla="*/ 86 h 90"/>
                <a:gd name="T64" fmla="*/ 9 w 132"/>
                <a:gd name="T65" fmla="*/ 86 h 90"/>
                <a:gd name="T66" fmla="*/ 9 w 132"/>
                <a:gd name="T67" fmla="*/ 88 h 90"/>
                <a:gd name="T68" fmla="*/ 5 w 132"/>
                <a:gd name="T69" fmla="*/ 88 h 90"/>
                <a:gd name="T70" fmla="*/ 4 w 132"/>
                <a:gd name="T71" fmla="*/ 51 h 90"/>
                <a:gd name="T72" fmla="*/ 4 w 132"/>
                <a:gd name="T73" fmla="*/ 52 h 90"/>
                <a:gd name="T74" fmla="*/ 5 w 132"/>
                <a:gd name="T75" fmla="*/ 80 h 90"/>
                <a:gd name="T76" fmla="*/ 126 w 132"/>
                <a:gd name="T77" fmla="*/ 62 h 90"/>
                <a:gd name="T78" fmla="*/ 125 w 132"/>
                <a:gd name="T79" fmla="*/ 59 h 90"/>
                <a:gd name="T80" fmla="*/ 118 w 132"/>
                <a:gd name="T81" fmla="*/ 40 h 90"/>
                <a:gd name="T82" fmla="*/ 109 w 132"/>
                <a:gd name="T83" fmla="*/ 20 h 90"/>
                <a:gd name="T84" fmla="*/ 118 w 132"/>
                <a:gd name="T85" fmla="*/ 40 h 90"/>
                <a:gd name="T86" fmla="*/ 5 w 132"/>
                <a:gd name="T87" fmla="*/ 38 h 90"/>
                <a:gd name="T88" fmla="*/ 5 w 132"/>
                <a:gd name="T89" fmla="*/ 38 h 90"/>
                <a:gd name="T90" fmla="*/ 4 w 132"/>
                <a:gd name="T91" fmla="*/ 41 h 90"/>
                <a:gd name="T92" fmla="*/ 8 w 132"/>
                <a:gd name="T93" fmla="*/ 40 h 90"/>
                <a:gd name="T94" fmla="*/ 8 w 132"/>
                <a:gd name="T95" fmla="*/ 40 h 90"/>
                <a:gd name="T96" fmla="*/ 5 w 132"/>
                <a:gd name="T97" fmla="*/ 38 h 90"/>
                <a:gd name="T98" fmla="*/ 5 w 132"/>
                <a:gd name="T99" fmla="*/ 38 h 90"/>
                <a:gd name="T100" fmla="*/ 5 w 132"/>
                <a:gd name="T101" fmla="*/ 38 h 90"/>
                <a:gd name="T102" fmla="*/ 5 w 132"/>
                <a:gd name="T103" fmla="*/ 38 h 90"/>
                <a:gd name="T104" fmla="*/ 5 w 132"/>
                <a:gd name="T105" fmla="*/ 38 h 90"/>
                <a:gd name="T106" fmla="*/ 5 w 132"/>
                <a:gd name="T107" fmla="*/ 38 h 90"/>
                <a:gd name="T108" fmla="*/ 5 w 132"/>
                <a:gd name="T109" fmla="*/ 38 h 90"/>
                <a:gd name="T110" fmla="*/ 5 w 132"/>
                <a:gd name="T111" fmla="*/ 38 h 90"/>
                <a:gd name="T112" fmla="*/ 6 w 132"/>
                <a:gd name="T113" fmla="*/ 38 h 90"/>
                <a:gd name="T114" fmla="*/ 5 w 132"/>
                <a:gd name="T115" fmla="*/ 38 h 90"/>
                <a:gd name="T116" fmla="*/ 9 w 132"/>
                <a:gd name="T117" fmla="*/ 32 h 90"/>
                <a:gd name="T118" fmla="*/ 52 w 132"/>
                <a:gd name="T119" fmla="*/ 5 h 90"/>
                <a:gd name="T120" fmla="*/ 71 w 132"/>
                <a:gd name="T121" fmla="*/ 4 h 90"/>
                <a:gd name="T122" fmla="*/ 72 w 132"/>
                <a:gd name="T123" fmla="*/ 4 h 90"/>
                <a:gd name="T124" fmla="*/ 52 w 132"/>
                <a:gd name="T125" fmla="*/ 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2" h="90">
                  <a:moveTo>
                    <a:pt x="5" y="88"/>
                  </a:moveTo>
                  <a:cubicBezTo>
                    <a:pt x="1" y="88"/>
                    <a:pt x="1" y="88"/>
                    <a:pt x="1" y="88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1" y="83"/>
                    <a:pt x="0" y="65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8"/>
                    <a:pt x="0" y="4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0"/>
                    <a:pt x="1" y="38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5" y="32"/>
                    <a:pt x="17" y="6"/>
                    <a:pt x="51" y="1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9" y="0"/>
                    <a:pt x="66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92" y="0"/>
                    <a:pt x="102" y="5"/>
                    <a:pt x="106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11" y="15"/>
                    <a:pt x="116" y="24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8" y="53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3" y="69"/>
                    <a:pt x="124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8"/>
                    <a:pt x="123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8"/>
                    <a:pt x="123" y="67"/>
                    <a:pt x="123" y="67"/>
                  </a:cubicBezTo>
                  <a:cubicBezTo>
                    <a:pt x="123" y="67"/>
                    <a:pt x="123" y="67"/>
                    <a:pt x="123" y="67"/>
                  </a:cubicBezTo>
                  <a:cubicBezTo>
                    <a:pt x="122" y="65"/>
                    <a:pt x="122" y="63"/>
                    <a:pt x="121" y="60"/>
                  </a:cubicBezTo>
                  <a:cubicBezTo>
                    <a:pt x="121" y="60"/>
                    <a:pt x="121" y="60"/>
                    <a:pt x="121" y="60"/>
                  </a:cubicBezTo>
                  <a:cubicBezTo>
                    <a:pt x="119" y="55"/>
                    <a:pt x="117" y="49"/>
                    <a:pt x="114" y="42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09" y="28"/>
                    <a:pt x="103" y="18"/>
                    <a:pt x="100" y="15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99" y="13"/>
                    <a:pt x="91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66" y="8"/>
                    <a:pt x="60" y="8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22" y="14"/>
                    <a:pt x="13" y="34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5"/>
                    <a:pt x="8" y="48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65"/>
                    <a:pt x="9" y="83"/>
                    <a:pt x="9" y="86"/>
                  </a:cubicBezTo>
                  <a:cubicBezTo>
                    <a:pt x="9" y="86"/>
                    <a:pt x="9" y="86"/>
                    <a:pt x="9" y="86"/>
                  </a:cubicBezTo>
                  <a:cubicBezTo>
                    <a:pt x="9" y="86"/>
                    <a:pt x="9" y="86"/>
                    <a:pt x="9" y="86"/>
                  </a:cubicBezTo>
                  <a:cubicBezTo>
                    <a:pt x="9" y="86"/>
                    <a:pt x="9" y="86"/>
                    <a:pt x="9" y="86"/>
                  </a:cubicBezTo>
                  <a:cubicBezTo>
                    <a:pt x="9" y="86"/>
                    <a:pt x="9" y="86"/>
                    <a:pt x="9" y="86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8" y="90"/>
                    <a:pt x="8" y="90"/>
                    <a:pt x="8" y="90"/>
                  </a:cubicBezTo>
                  <a:cubicBezTo>
                    <a:pt x="5" y="88"/>
                    <a:pt x="5" y="88"/>
                    <a:pt x="5" y="88"/>
                  </a:cubicBezTo>
                  <a:close/>
                  <a:moveTo>
                    <a:pt x="5" y="80"/>
                  </a:moveTo>
                  <a:cubicBezTo>
                    <a:pt x="5" y="73"/>
                    <a:pt x="4" y="6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61"/>
                    <a:pt x="5" y="73"/>
                    <a:pt x="5" y="80"/>
                  </a:cubicBezTo>
                  <a:close/>
                  <a:moveTo>
                    <a:pt x="118" y="40"/>
                  </a:moveTo>
                  <a:cubicBezTo>
                    <a:pt x="121" y="49"/>
                    <a:pt x="124" y="57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5" y="61"/>
                    <a:pt x="125" y="60"/>
                    <a:pt x="125" y="59"/>
                  </a:cubicBezTo>
                  <a:cubicBezTo>
                    <a:pt x="125" y="59"/>
                    <a:pt x="125" y="59"/>
                    <a:pt x="125" y="59"/>
                  </a:cubicBezTo>
                  <a:cubicBezTo>
                    <a:pt x="123" y="54"/>
                    <a:pt x="121" y="47"/>
                    <a:pt x="118" y="40"/>
                  </a:cubicBezTo>
                  <a:cubicBezTo>
                    <a:pt x="118" y="40"/>
                    <a:pt x="118" y="40"/>
                    <a:pt x="118" y="40"/>
                  </a:cubicBezTo>
                  <a:cubicBezTo>
                    <a:pt x="115" y="32"/>
                    <a:pt x="111" y="25"/>
                    <a:pt x="109" y="20"/>
                  </a:cubicBezTo>
                  <a:cubicBezTo>
                    <a:pt x="109" y="20"/>
                    <a:pt x="109" y="20"/>
                    <a:pt x="109" y="20"/>
                  </a:cubicBezTo>
                  <a:cubicBezTo>
                    <a:pt x="111" y="25"/>
                    <a:pt x="115" y="32"/>
                    <a:pt x="118" y="40"/>
                  </a:cubicBezTo>
                  <a:close/>
                  <a:moveTo>
                    <a:pt x="4" y="41"/>
                  </a:moveTo>
                  <a:cubicBezTo>
                    <a:pt x="5" y="40"/>
                    <a:pt x="5" y="39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9"/>
                    <a:pt x="5" y="40"/>
                    <a:pt x="4" y="41"/>
                  </a:cubicBezTo>
                  <a:close/>
                  <a:moveTo>
                    <a:pt x="8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lose/>
                  <a:moveTo>
                    <a:pt x="5" y="38"/>
                  </a:move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lose/>
                  <a:moveTo>
                    <a:pt x="5" y="38"/>
                  </a:move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lose/>
                  <a:moveTo>
                    <a:pt x="5" y="38"/>
                  </a:move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6" y="38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5" y="38"/>
                    <a:pt x="5" y="38"/>
                  </a:cubicBezTo>
                  <a:close/>
                  <a:moveTo>
                    <a:pt x="52" y="5"/>
                  </a:moveTo>
                  <a:cubicBezTo>
                    <a:pt x="27" y="9"/>
                    <a:pt x="15" y="2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5" y="24"/>
                    <a:pt x="27" y="9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9" y="4"/>
                    <a:pt x="66" y="4"/>
                    <a:pt x="71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66" y="4"/>
                    <a:pt x="59" y="4"/>
                    <a:pt x="5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3793"/>
            <p:cNvSpPr/>
            <p:nvPr>
              <p:custDataLst>
                <p:tags r:id="rId60"/>
              </p:custDataLst>
            </p:nvPr>
          </p:nvSpPr>
          <p:spPr bwMode="auto">
            <a:xfrm>
              <a:off x="7052245" y="2949149"/>
              <a:ext cx="20120" cy="85513"/>
            </a:xfrm>
            <a:custGeom>
              <a:avLst/>
              <a:gdLst>
                <a:gd name="T0" fmla="*/ 0 w 4"/>
                <a:gd name="T1" fmla="*/ 17 h 17"/>
                <a:gd name="T2" fmla="*/ 0 w 4"/>
                <a:gd name="T3" fmla="*/ 0 h 17"/>
                <a:gd name="T4" fmla="*/ 4 w 4"/>
                <a:gd name="T5" fmla="*/ 0 h 17"/>
                <a:gd name="T6" fmla="*/ 4 w 4"/>
                <a:gd name="T7" fmla="*/ 17 h 17"/>
                <a:gd name="T8" fmla="*/ 0 w 4"/>
                <a:gd name="T9" fmla="*/ 17 h 17"/>
                <a:gd name="T10" fmla="*/ 0 w 4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7">
                  <a:moveTo>
                    <a:pt x="0" y="17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3794"/>
            <p:cNvSpPr>
              <a:spLocks noEditPoints="1"/>
            </p:cNvSpPr>
            <p:nvPr>
              <p:custDataLst>
                <p:tags r:id="rId61"/>
              </p:custDataLst>
            </p:nvPr>
          </p:nvSpPr>
          <p:spPr bwMode="auto">
            <a:xfrm>
              <a:off x="7042185" y="2939089"/>
              <a:ext cx="45272" cy="105633"/>
            </a:xfrm>
            <a:custGeom>
              <a:avLst/>
              <a:gdLst>
                <a:gd name="T0" fmla="*/ 6 w 9"/>
                <a:gd name="T1" fmla="*/ 21 h 21"/>
                <a:gd name="T2" fmla="*/ 2 w 9"/>
                <a:gd name="T3" fmla="*/ 21 h 21"/>
                <a:gd name="T4" fmla="*/ 2 w 9"/>
                <a:gd name="T5" fmla="*/ 19 h 21"/>
                <a:gd name="T6" fmla="*/ 4 w 9"/>
                <a:gd name="T7" fmla="*/ 19 h 21"/>
                <a:gd name="T8" fmla="*/ 2 w 9"/>
                <a:gd name="T9" fmla="*/ 19 h 21"/>
                <a:gd name="T10" fmla="*/ 2 w 9"/>
                <a:gd name="T11" fmla="*/ 21 h 21"/>
                <a:gd name="T12" fmla="*/ 0 w 9"/>
                <a:gd name="T13" fmla="*/ 21 h 21"/>
                <a:gd name="T14" fmla="*/ 0 w 9"/>
                <a:gd name="T15" fmla="*/ 0 h 21"/>
                <a:gd name="T16" fmla="*/ 9 w 9"/>
                <a:gd name="T17" fmla="*/ 0 h 21"/>
                <a:gd name="T18" fmla="*/ 9 w 9"/>
                <a:gd name="T19" fmla="*/ 21 h 21"/>
                <a:gd name="T20" fmla="*/ 6 w 9"/>
                <a:gd name="T21" fmla="*/ 21 h 21"/>
                <a:gd name="T22" fmla="*/ 6 w 9"/>
                <a:gd name="T23" fmla="*/ 21 h 21"/>
                <a:gd name="T24" fmla="*/ 4 w 9"/>
                <a:gd name="T25" fmla="*/ 16 h 21"/>
                <a:gd name="T26" fmla="*/ 4 w 9"/>
                <a:gd name="T27" fmla="*/ 4 h 21"/>
                <a:gd name="T28" fmla="*/ 4 w 9"/>
                <a:gd name="T29" fmla="*/ 16 h 21"/>
                <a:gd name="T30" fmla="*/ 4 w 9"/>
                <a:gd name="T31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" h="21">
                  <a:moveTo>
                    <a:pt x="6" y="21"/>
                  </a:moveTo>
                  <a:lnTo>
                    <a:pt x="2" y="21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21"/>
                  </a:lnTo>
                  <a:lnTo>
                    <a:pt x="6" y="21"/>
                  </a:lnTo>
                  <a:lnTo>
                    <a:pt x="6" y="21"/>
                  </a:lnTo>
                  <a:close/>
                  <a:moveTo>
                    <a:pt x="4" y="16"/>
                  </a:moveTo>
                  <a:lnTo>
                    <a:pt x="4" y="4"/>
                  </a:lnTo>
                  <a:lnTo>
                    <a:pt x="4" y="16"/>
                  </a:lnTo>
                  <a:lnTo>
                    <a:pt x="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3795"/>
            <p:cNvSpPr/>
            <p:nvPr>
              <p:custDataLst>
                <p:tags r:id="rId62"/>
              </p:custDataLst>
            </p:nvPr>
          </p:nvSpPr>
          <p:spPr bwMode="auto">
            <a:xfrm>
              <a:off x="6941584" y="3009510"/>
              <a:ext cx="196174" cy="80481"/>
            </a:xfrm>
            <a:custGeom>
              <a:avLst/>
              <a:gdLst>
                <a:gd name="T0" fmla="*/ 25 w 35"/>
                <a:gd name="T1" fmla="*/ 13 h 14"/>
                <a:gd name="T2" fmla="*/ 20 w 35"/>
                <a:gd name="T3" fmla="*/ 9 h 14"/>
                <a:gd name="T4" fmla="*/ 20 w 35"/>
                <a:gd name="T5" fmla="*/ 9 h 14"/>
                <a:gd name="T6" fmla="*/ 19 w 35"/>
                <a:gd name="T7" fmla="*/ 7 h 14"/>
                <a:gd name="T8" fmla="*/ 19 w 35"/>
                <a:gd name="T9" fmla="*/ 7 h 14"/>
                <a:gd name="T10" fmla="*/ 7 w 35"/>
                <a:gd name="T11" fmla="*/ 14 h 14"/>
                <a:gd name="T12" fmla="*/ 7 w 35"/>
                <a:gd name="T13" fmla="*/ 14 h 14"/>
                <a:gd name="T14" fmla="*/ 6 w 35"/>
                <a:gd name="T15" fmla="*/ 14 h 14"/>
                <a:gd name="T16" fmla="*/ 6 w 35"/>
                <a:gd name="T17" fmla="*/ 14 h 14"/>
                <a:gd name="T18" fmla="*/ 1 w 35"/>
                <a:gd name="T19" fmla="*/ 4 h 14"/>
                <a:gd name="T20" fmla="*/ 1 w 35"/>
                <a:gd name="T21" fmla="*/ 4 h 14"/>
                <a:gd name="T22" fmla="*/ 1 w 35"/>
                <a:gd name="T23" fmla="*/ 3 h 14"/>
                <a:gd name="T24" fmla="*/ 1 w 35"/>
                <a:gd name="T25" fmla="*/ 3 h 14"/>
                <a:gd name="T26" fmla="*/ 5 w 35"/>
                <a:gd name="T27" fmla="*/ 4 h 14"/>
                <a:gd name="T28" fmla="*/ 5 w 35"/>
                <a:gd name="T29" fmla="*/ 4 h 14"/>
                <a:gd name="T30" fmla="*/ 5 w 35"/>
                <a:gd name="T31" fmla="*/ 4 h 14"/>
                <a:gd name="T32" fmla="*/ 5 w 35"/>
                <a:gd name="T33" fmla="*/ 7 h 14"/>
                <a:gd name="T34" fmla="*/ 5 w 35"/>
                <a:gd name="T35" fmla="*/ 7 h 14"/>
                <a:gd name="T36" fmla="*/ 7 w 35"/>
                <a:gd name="T37" fmla="*/ 10 h 14"/>
                <a:gd name="T38" fmla="*/ 7 w 35"/>
                <a:gd name="T39" fmla="*/ 10 h 14"/>
                <a:gd name="T40" fmla="*/ 7 w 35"/>
                <a:gd name="T41" fmla="*/ 10 h 14"/>
                <a:gd name="T42" fmla="*/ 7 w 35"/>
                <a:gd name="T43" fmla="*/ 10 h 14"/>
                <a:gd name="T44" fmla="*/ 13 w 35"/>
                <a:gd name="T45" fmla="*/ 6 h 14"/>
                <a:gd name="T46" fmla="*/ 13 w 35"/>
                <a:gd name="T47" fmla="*/ 6 h 14"/>
                <a:gd name="T48" fmla="*/ 18 w 35"/>
                <a:gd name="T49" fmla="*/ 2 h 14"/>
                <a:gd name="T50" fmla="*/ 18 w 35"/>
                <a:gd name="T51" fmla="*/ 2 h 14"/>
                <a:gd name="T52" fmla="*/ 20 w 35"/>
                <a:gd name="T53" fmla="*/ 0 h 14"/>
                <a:gd name="T54" fmla="*/ 21 w 35"/>
                <a:gd name="T55" fmla="*/ 3 h 14"/>
                <a:gd name="T56" fmla="*/ 23 w 35"/>
                <a:gd name="T57" fmla="*/ 6 h 14"/>
                <a:gd name="T58" fmla="*/ 23 w 35"/>
                <a:gd name="T59" fmla="*/ 6 h 14"/>
                <a:gd name="T60" fmla="*/ 26 w 35"/>
                <a:gd name="T61" fmla="*/ 10 h 14"/>
                <a:gd name="T62" fmla="*/ 26 w 35"/>
                <a:gd name="T63" fmla="*/ 10 h 14"/>
                <a:gd name="T64" fmla="*/ 26 w 35"/>
                <a:gd name="T65" fmla="*/ 10 h 14"/>
                <a:gd name="T66" fmla="*/ 26 w 35"/>
                <a:gd name="T67" fmla="*/ 10 h 14"/>
                <a:gd name="T68" fmla="*/ 26 w 35"/>
                <a:gd name="T69" fmla="*/ 10 h 14"/>
                <a:gd name="T70" fmla="*/ 26 w 35"/>
                <a:gd name="T71" fmla="*/ 10 h 14"/>
                <a:gd name="T72" fmla="*/ 27 w 35"/>
                <a:gd name="T73" fmla="*/ 9 h 14"/>
                <a:gd name="T74" fmla="*/ 27 w 35"/>
                <a:gd name="T75" fmla="*/ 9 h 14"/>
                <a:gd name="T76" fmla="*/ 29 w 35"/>
                <a:gd name="T77" fmla="*/ 5 h 14"/>
                <a:gd name="T78" fmla="*/ 29 w 35"/>
                <a:gd name="T79" fmla="*/ 5 h 14"/>
                <a:gd name="T80" fmla="*/ 31 w 35"/>
                <a:gd name="T81" fmla="*/ 0 h 14"/>
                <a:gd name="T82" fmla="*/ 31 w 35"/>
                <a:gd name="T83" fmla="*/ 0 h 14"/>
                <a:gd name="T84" fmla="*/ 35 w 35"/>
                <a:gd name="T85" fmla="*/ 2 h 14"/>
                <a:gd name="T86" fmla="*/ 32 w 35"/>
                <a:gd name="T87" fmla="*/ 7 h 14"/>
                <a:gd name="T88" fmla="*/ 32 w 35"/>
                <a:gd name="T89" fmla="*/ 7 h 14"/>
                <a:gd name="T90" fmla="*/ 27 w 35"/>
                <a:gd name="T91" fmla="*/ 13 h 14"/>
                <a:gd name="T92" fmla="*/ 27 w 35"/>
                <a:gd name="T93" fmla="*/ 13 h 14"/>
                <a:gd name="T94" fmla="*/ 27 w 35"/>
                <a:gd name="T95" fmla="*/ 14 h 14"/>
                <a:gd name="T96" fmla="*/ 27 w 35"/>
                <a:gd name="T97" fmla="*/ 14 h 14"/>
                <a:gd name="T98" fmla="*/ 26 w 35"/>
                <a:gd name="T99" fmla="*/ 14 h 14"/>
                <a:gd name="T100" fmla="*/ 26 w 35"/>
                <a:gd name="T101" fmla="*/ 14 h 14"/>
                <a:gd name="T102" fmla="*/ 26 w 35"/>
                <a:gd name="T103" fmla="*/ 14 h 14"/>
                <a:gd name="T104" fmla="*/ 26 w 35"/>
                <a:gd name="T105" fmla="*/ 14 h 14"/>
                <a:gd name="T106" fmla="*/ 25 w 35"/>
                <a:gd name="T107" fmla="*/ 14 h 14"/>
                <a:gd name="T108" fmla="*/ 25 w 35"/>
                <a:gd name="T10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5" h="14">
                  <a:moveTo>
                    <a:pt x="25" y="13"/>
                  </a:moveTo>
                  <a:cubicBezTo>
                    <a:pt x="23" y="13"/>
                    <a:pt x="21" y="11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8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6" y="9"/>
                    <a:pt x="12" y="13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7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0" y="12"/>
                    <a:pt x="1" y="5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9"/>
                    <a:pt x="6" y="9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8" y="10"/>
                    <a:pt x="11" y="8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6" y="4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2" y="4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5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8"/>
                    <a:pt x="28" y="7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3"/>
                    <a:pt x="31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5" y="2"/>
                    <a:pt x="34" y="5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1" y="10"/>
                    <a:pt x="30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3"/>
                    <a:pt x="25" y="13"/>
                    <a:pt x="2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796"/>
            <p:cNvSpPr>
              <a:spLocks noEditPoints="1"/>
            </p:cNvSpPr>
            <p:nvPr>
              <p:custDataLst>
                <p:tags r:id="rId63"/>
              </p:custDataLst>
            </p:nvPr>
          </p:nvSpPr>
          <p:spPr bwMode="auto">
            <a:xfrm>
              <a:off x="6931524" y="2994421"/>
              <a:ext cx="216294" cy="105633"/>
            </a:xfrm>
            <a:custGeom>
              <a:avLst/>
              <a:gdLst>
                <a:gd name="T0" fmla="*/ 20 w 39"/>
                <a:gd name="T1" fmla="*/ 13 h 19"/>
                <a:gd name="T2" fmla="*/ 8 w 39"/>
                <a:gd name="T3" fmla="*/ 18 h 19"/>
                <a:gd name="T4" fmla="*/ 1 w 39"/>
                <a:gd name="T5" fmla="*/ 7 h 19"/>
                <a:gd name="T6" fmla="*/ 1 w 39"/>
                <a:gd name="T7" fmla="*/ 4 h 19"/>
                <a:gd name="T8" fmla="*/ 9 w 39"/>
                <a:gd name="T9" fmla="*/ 7 h 19"/>
                <a:gd name="T10" fmla="*/ 9 w 39"/>
                <a:gd name="T11" fmla="*/ 7 h 19"/>
                <a:gd name="T12" fmla="*/ 9 w 39"/>
                <a:gd name="T13" fmla="*/ 10 h 19"/>
                <a:gd name="T14" fmla="*/ 10 w 39"/>
                <a:gd name="T15" fmla="*/ 10 h 19"/>
                <a:gd name="T16" fmla="*/ 11 w 39"/>
                <a:gd name="T17" fmla="*/ 10 h 19"/>
                <a:gd name="T18" fmla="*/ 18 w 39"/>
                <a:gd name="T19" fmla="*/ 4 h 19"/>
                <a:gd name="T20" fmla="*/ 22 w 39"/>
                <a:gd name="T21" fmla="*/ 0 h 19"/>
                <a:gd name="T22" fmla="*/ 25 w 39"/>
                <a:gd name="T23" fmla="*/ 5 h 19"/>
                <a:gd name="T24" fmla="*/ 25 w 39"/>
                <a:gd name="T25" fmla="*/ 5 h 19"/>
                <a:gd name="T26" fmla="*/ 26 w 39"/>
                <a:gd name="T27" fmla="*/ 8 h 19"/>
                <a:gd name="T28" fmla="*/ 28 w 39"/>
                <a:gd name="T29" fmla="*/ 10 h 19"/>
                <a:gd name="T30" fmla="*/ 31 w 39"/>
                <a:gd name="T31" fmla="*/ 3 h 19"/>
                <a:gd name="T32" fmla="*/ 32 w 39"/>
                <a:gd name="T33" fmla="*/ 2 h 19"/>
                <a:gd name="T34" fmla="*/ 39 w 39"/>
                <a:gd name="T35" fmla="*/ 6 h 19"/>
                <a:gd name="T36" fmla="*/ 30 w 39"/>
                <a:gd name="T37" fmla="*/ 18 h 19"/>
                <a:gd name="T38" fmla="*/ 29 w 39"/>
                <a:gd name="T39" fmla="*/ 18 h 19"/>
                <a:gd name="T40" fmla="*/ 28 w 39"/>
                <a:gd name="T41" fmla="*/ 19 h 19"/>
                <a:gd name="T42" fmla="*/ 26 w 39"/>
                <a:gd name="T43" fmla="*/ 18 h 19"/>
                <a:gd name="T44" fmla="*/ 27 w 39"/>
                <a:gd name="T45" fmla="*/ 16 h 19"/>
                <a:gd name="T46" fmla="*/ 9 w 39"/>
                <a:gd name="T47" fmla="*/ 15 h 19"/>
                <a:gd name="T48" fmla="*/ 9 w 39"/>
                <a:gd name="T49" fmla="*/ 15 h 19"/>
                <a:gd name="T50" fmla="*/ 27 w 39"/>
                <a:gd name="T51" fmla="*/ 14 h 19"/>
                <a:gd name="T52" fmla="*/ 27 w 39"/>
                <a:gd name="T53" fmla="*/ 14 h 19"/>
                <a:gd name="T54" fmla="*/ 29 w 39"/>
                <a:gd name="T55" fmla="*/ 14 h 19"/>
                <a:gd name="T56" fmla="*/ 30 w 39"/>
                <a:gd name="T57" fmla="*/ 13 h 19"/>
                <a:gd name="T58" fmla="*/ 5 w 39"/>
                <a:gd name="T59" fmla="*/ 11 h 19"/>
                <a:gd name="T60" fmla="*/ 7 w 39"/>
                <a:gd name="T61" fmla="*/ 14 h 19"/>
                <a:gd name="T62" fmla="*/ 13 w 39"/>
                <a:gd name="T63" fmla="*/ 13 h 19"/>
                <a:gd name="T64" fmla="*/ 17 w 39"/>
                <a:gd name="T65" fmla="*/ 11 h 19"/>
                <a:gd name="T66" fmla="*/ 23 w 39"/>
                <a:gd name="T67" fmla="*/ 11 h 19"/>
                <a:gd name="T68" fmla="*/ 23 w 39"/>
                <a:gd name="T69" fmla="*/ 10 h 19"/>
                <a:gd name="T70" fmla="*/ 33 w 39"/>
                <a:gd name="T71" fmla="*/ 9 h 19"/>
                <a:gd name="T72" fmla="*/ 34 w 39"/>
                <a:gd name="T73" fmla="*/ 7 h 19"/>
                <a:gd name="T74" fmla="*/ 22 w 39"/>
                <a:gd name="T75" fmla="*/ 9 h 19"/>
                <a:gd name="T76" fmla="*/ 22 w 39"/>
                <a:gd name="T77" fmla="*/ 8 h 19"/>
                <a:gd name="T78" fmla="*/ 21 w 39"/>
                <a:gd name="T79" fmla="*/ 7 h 19"/>
                <a:gd name="T80" fmla="*/ 21 w 39"/>
                <a:gd name="T81" fmla="*/ 7 h 19"/>
                <a:gd name="T82" fmla="*/ 21 w 39"/>
                <a:gd name="T83" fmla="*/ 7 h 19"/>
                <a:gd name="T84" fmla="*/ 21 w 39"/>
                <a:gd name="T8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" h="19">
                  <a:moveTo>
                    <a:pt x="26" y="18"/>
                  </a:moveTo>
                  <a:cubicBezTo>
                    <a:pt x="23" y="17"/>
                    <a:pt x="22" y="15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15"/>
                    <a:pt x="14" y="18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0" y="16"/>
                    <a:pt x="1" y="8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10" y="11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9"/>
                    <a:pt x="13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6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6" y="7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7" y="8"/>
                    <a:pt x="27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0" y="5"/>
                    <a:pt x="31" y="3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2" y="2"/>
                    <a:pt x="31" y="3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8" y="8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5" y="13"/>
                    <a:pt x="34" y="17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9"/>
                    <a:pt x="29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8"/>
                    <a:pt x="26" y="18"/>
                    <a:pt x="26" y="18"/>
                  </a:cubicBezTo>
                  <a:close/>
                  <a:moveTo>
                    <a:pt x="27" y="16"/>
                  </a:moveTo>
                  <a:cubicBezTo>
                    <a:pt x="26" y="18"/>
                    <a:pt x="26" y="18"/>
                    <a:pt x="26" y="18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lose/>
                  <a:moveTo>
                    <a:pt x="9" y="15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lose/>
                  <a:moveTo>
                    <a:pt x="27" y="14"/>
                  </a:moveTo>
                  <a:cubicBezTo>
                    <a:pt x="26" y="14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6" y="13"/>
                    <a:pt x="26" y="14"/>
                    <a:pt x="27" y="14"/>
                  </a:cubicBezTo>
                  <a:close/>
                  <a:moveTo>
                    <a:pt x="30" y="13"/>
                  </a:moveTo>
                  <a:cubicBezTo>
                    <a:pt x="30" y="13"/>
                    <a:pt x="30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4"/>
                    <a:pt x="31" y="13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lose/>
                  <a:moveTo>
                    <a:pt x="7" y="14"/>
                  </a:moveTo>
                  <a:cubicBezTo>
                    <a:pt x="6" y="13"/>
                    <a:pt x="6" y="12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0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1"/>
                    <a:pt x="6" y="13"/>
                    <a:pt x="7" y="14"/>
                  </a:cubicBezTo>
                  <a:close/>
                  <a:moveTo>
                    <a:pt x="17" y="11"/>
                  </a:moveTo>
                  <a:cubicBezTo>
                    <a:pt x="16" y="12"/>
                    <a:pt x="14" y="12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5" y="12"/>
                    <a:pt x="18" y="10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8" y="9"/>
                    <a:pt x="18" y="10"/>
                    <a:pt x="17" y="11"/>
                  </a:cubicBezTo>
                  <a:close/>
                  <a:moveTo>
                    <a:pt x="23" y="10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0"/>
                    <a:pt x="23" y="10"/>
                    <a:pt x="23" y="10"/>
                  </a:cubicBezTo>
                  <a:close/>
                  <a:moveTo>
                    <a:pt x="33" y="9"/>
                  </a:move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4" y="8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8"/>
                    <a:pt x="33" y="9"/>
                    <a:pt x="33" y="9"/>
                  </a:cubicBezTo>
                  <a:close/>
                  <a:moveTo>
                    <a:pt x="22" y="9"/>
                  </a:move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lose/>
                  <a:moveTo>
                    <a:pt x="21" y="8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797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6956676" y="3044722"/>
              <a:ext cx="145873" cy="487917"/>
            </a:xfrm>
            <a:custGeom>
              <a:avLst/>
              <a:gdLst>
                <a:gd name="T0" fmla="*/ 2 w 29"/>
                <a:gd name="T1" fmla="*/ 74 h 97"/>
                <a:gd name="T2" fmla="*/ 0 w 29"/>
                <a:gd name="T3" fmla="*/ 73 h 97"/>
                <a:gd name="T4" fmla="*/ 0 w 29"/>
                <a:gd name="T5" fmla="*/ 72 h 97"/>
                <a:gd name="T6" fmla="*/ 14 w 29"/>
                <a:gd name="T7" fmla="*/ 0 h 97"/>
                <a:gd name="T8" fmla="*/ 18 w 29"/>
                <a:gd name="T9" fmla="*/ 0 h 97"/>
                <a:gd name="T10" fmla="*/ 29 w 29"/>
                <a:gd name="T11" fmla="*/ 72 h 97"/>
                <a:gd name="T12" fmla="*/ 11 w 29"/>
                <a:gd name="T13" fmla="*/ 97 h 97"/>
                <a:gd name="T14" fmla="*/ 2 w 29"/>
                <a:gd name="T15" fmla="*/ 74 h 97"/>
                <a:gd name="T16" fmla="*/ 2 w 29"/>
                <a:gd name="T17" fmla="*/ 74 h 97"/>
                <a:gd name="T18" fmla="*/ 5 w 29"/>
                <a:gd name="T19" fmla="*/ 72 h 97"/>
                <a:gd name="T20" fmla="*/ 12 w 29"/>
                <a:gd name="T21" fmla="*/ 89 h 97"/>
                <a:gd name="T22" fmla="*/ 25 w 29"/>
                <a:gd name="T23" fmla="*/ 71 h 97"/>
                <a:gd name="T24" fmla="*/ 16 w 29"/>
                <a:gd name="T25" fmla="*/ 13 h 97"/>
                <a:gd name="T26" fmla="*/ 5 w 29"/>
                <a:gd name="T27" fmla="*/ 72 h 97"/>
                <a:gd name="T28" fmla="*/ 5 w 29"/>
                <a:gd name="T29" fmla="*/ 72 h 97"/>
                <a:gd name="T30" fmla="*/ 5 w 29"/>
                <a:gd name="T31" fmla="*/ 7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97">
                  <a:moveTo>
                    <a:pt x="2" y="74"/>
                  </a:moveTo>
                  <a:lnTo>
                    <a:pt x="0" y="73"/>
                  </a:lnTo>
                  <a:lnTo>
                    <a:pt x="0" y="72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9" y="72"/>
                  </a:lnTo>
                  <a:lnTo>
                    <a:pt x="11" y="97"/>
                  </a:lnTo>
                  <a:lnTo>
                    <a:pt x="2" y="74"/>
                  </a:lnTo>
                  <a:lnTo>
                    <a:pt x="2" y="74"/>
                  </a:lnTo>
                  <a:close/>
                  <a:moveTo>
                    <a:pt x="5" y="72"/>
                  </a:moveTo>
                  <a:lnTo>
                    <a:pt x="12" y="89"/>
                  </a:lnTo>
                  <a:lnTo>
                    <a:pt x="25" y="71"/>
                  </a:lnTo>
                  <a:lnTo>
                    <a:pt x="16" y="13"/>
                  </a:lnTo>
                  <a:lnTo>
                    <a:pt x="5" y="72"/>
                  </a:lnTo>
                  <a:lnTo>
                    <a:pt x="5" y="72"/>
                  </a:lnTo>
                  <a:lnTo>
                    <a:pt x="5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798"/>
            <p:cNvSpPr>
              <a:spLocks noEditPoints="1"/>
            </p:cNvSpPr>
            <p:nvPr>
              <p:custDataLst>
                <p:tags r:id="rId65"/>
              </p:custDataLst>
            </p:nvPr>
          </p:nvSpPr>
          <p:spPr bwMode="auto">
            <a:xfrm>
              <a:off x="6946616" y="3029630"/>
              <a:ext cx="165994" cy="528158"/>
            </a:xfrm>
            <a:custGeom>
              <a:avLst/>
              <a:gdLst>
                <a:gd name="T0" fmla="*/ 1 w 33"/>
                <a:gd name="T1" fmla="*/ 79 h 105"/>
                <a:gd name="T2" fmla="*/ 4 w 33"/>
                <a:gd name="T3" fmla="*/ 77 h 105"/>
                <a:gd name="T4" fmla="*/ 5 w 33"/>
                <a:gd name="T5" fmla="*/ 76 h 105"/>
                <a:gd name="T6" fmla="*/ 9 w 33"/>
                <a:gd name="T7" fmla="*/ 86 h 105"/>
                <a:gd name="T8" fmla="*/ 5 w 33"/>
                <a:gd name="T9" fmla="*/ 76 h 105"/>
                <a:gd name="T10" fmla="*/ 7 w 33"/>
                <a:gd name="T11" fmla="*/ 75 h 105"/>
                <a:gd name="T12" fmla="*/ 9 w 33"/>
                <a:gd name="T13" fmla="*/ 75 h 105"/>
                <a:gd name="T14" fmla="*/ 14 w 33"/>
                <a:gd name="T15" fmla="*/ 87 h 105"/>
                <a:gd name="T16" fmla="*/ 24 w 33"/>
                <a:gd name="T17" fmla="*/ 74 h 105"/>
                <a:gd name="T18" fmla="*/ 17 w 33"/>
                <a:gd name="T19" fmla="*/ 29 h 105"/>
                <a:gd name="T20" fmla="*/ 9 w 33"/>
                <a:gd name="T21" fmla="*/ 74 h 105"/>
                <a:gd name="T22" fmla="*/ 9 w 33"/>
                <a:gd name="T23" fmla="*/ 75 h 105"/>
                <a:gd name="T24" fmla="*/ 7 w 33"/>
                <a:gd name="T25" fmla="*/ 75 h 105"/>
                <a:gd name="T26" fmla="*/ 5 w 33"/>
                <a:gd name="T27" fmla="*/ 76 h 105"/>
                <a:gd name="T28" fmla="*/ 5 w 33"/>
                <a:gd name="T29" fmla="*/ 76 h 105"/>
                <a:gd name="T30" fmla="*/ 4 w 33"/>
                <a:gd name="T31" fmla="*/ 77 h 105"/>
                <a:gd name="T32" fmla="*/ 1 w 33"/>
                <a:gd name="T33" fmla="*/ 79 h 105"/>
                <a:gd name="T34" fmla="*/ 0 w 33"/>
                <a:gd name="T35" fmla="*/ 77 h 105"/>
                <a:gd name="T36" fmla="*/ 0 w 33"/>
                <a:gd name="T37" fmla="*/ 75 h 105"/>
                <a:gd name="T38" fmla="*/ 13 w 33"/>
                <a:gd name="T39" fmla="*/ 0 h 105"/>
                <a:gd name="T40" fmla="*/ 21 w 33"/>
                <a:gd name="T41" fmla="*/ 1 h 105"/>
                <a:gd name="T42" fmla="*/ 33 w 33"/>
                <a:gd name="T43" fmla="*/ 76 h 105"/>
                <a:gd name="T44" fmla="*/ 13 w 33"/>
                <a:gd name="T45" fmla="*/ 105 h 105"/>
                <a:gd name="T46" fmla="*/ 1 w 33"/>
                <a:gd name="T47" fmla="*/ 79 h 105"/>
                <a:gd name="T48" fmla="*/ 1 w 33"/>
                <a:gd name="T49" fmla="*/ 79 h 105"/>
                <a:gd name="T50" fmla="*/ 5 w 33"/>
                <a:gd name="T51" fmla="*/ 75 h 105"/>
                <a:gd name="T52" fmla="*/ 5 w 33"/>
                <a:gd name="T53" fmla="*/ 75 h 105"/>
                <a:gd name="T54" fmla="*/ 5 w 33"/>
                <a:gd name="T55" fmla="*/ 75 h 105"/>
                <a:gd name="T56" fmla="*/ 5 w 33"/>
                <a:gd name="T57" fmla="*/ 75 h 105"/>
                <a:gd name="T58" fmla="*/ 5 w 33"/>
                <a:gd name="T59" fmla="*/ 75 h 105"/>
                <a:gd name="T60" fmla="*/ 5 w 33"/>
                <a:gd name="T61" fmla="*/ 75 h 105"/>
                <a:gd name="T62" fmla="*/ 19 w 33"/>
                <a:gd name="T63" fmla="*/ 16 h 105"/>
                <a:gd name="T64" fmla="*/ 29 w 33"/>
                <a:gd name="T65" fmla="*/ 75 h 105"/>
                <a:gd name="T66" fmla="*/ 18 w 33"/>
                <a:gd name="T67" fmla="*/ 5 h 105"/>
                <a:gd name="T68" fmla="*/ 17 w 33"/>
                <a:gd name="T69" fmla="*/ 5 h 105"/>
                <a:gd name="T70" fmla="*/ 8 w 33"/>
                <a:gd name="T71" fmla="*/ 58 h 105"/>
                <a:gd name="T72" fmla="*/ 16 w 33"/>
                <a:gd name="T73" fmla="*/ 16 h 105"/>
                <a:gd name="T74" fmla="*/ 19 w 33"/>
                <a:gd name="T75" fmla="*/ 16 h 105"/>
                <a:gd name="T76" fmla="*/ 19 w 33"/>
                <a:gd name="T77" fmla="*/ 1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105">
                  <a:moveTo>
                    <a:pt x="1" y="79"/>
                  </a:moveTo>
                  <a:lnTo>
                    <a:pt x="4" y="77"/>
                  </a:lnTo>
                  <a:lnTo>
                    <a:pt x="5" y="76"/>
                  </a:lnTo>
                  <a:lnTo>
                    <a:pt x="9" y="86"/>
                  </a:lnTo>
                  <a:lnTo>
                    <a:pt x="5" y="76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4" y="87"/>
                  </a:lnTo>
                  <a:lnTo>
                    <a:pt x="24" y="74"/>
                  </a:lnTo>
                  <a:lnTo>
                    <a:pt x="17" y="29"/>
                  </a:lnTo>
                  <a:lnTo>
                    <a:pt x="9" y="74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6"/>
                  </a:lnTo>
                  <a:lnTo>
                    <a:pt x="5" y="76"/>
                  </a:lnTo>
                  <a:lnTo>
                    <a:pt x="4" y="77"/>
                  </a:lnTo>
                  <a:lnTo>
                    <a:pt x="1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13" y="0"/>
                  </a:lnTo>
                  <a:lnTo>
                    <a:pt x="21" y="1"/>
                  </a:lnTo>
                  <a:lnTo>
                    <a:pt x="33" y="76"/>
                  </a:lnTo>
                  <a:lnTo>
                    <a:pt x="13" y="105"/>
                  </a:lnTo>
                  <a:lnTo>
                    <a:pt x="1" y="79"/>
                  </a:lnTo>
                  <a:lnTo>
                    <a:pt x="1" y="79"/>
                  </a:lnTo>
                  <a:close/>
                  <a:moveTo>
                    <a:pt x="5" y="75"/>
                  </a:moveTo>
                  <a:lnTo>
                    <a:pt x="5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5" y="75"/>
                  </a:lnTo>
                  <a:close/>
                  <a:moveTo>
                    <a:pt x="19" y="16"/>
                  </a:moveTo>
                  <a:lnTo>
                    <a:pt x="29" y="75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8" y="58"/>
                  </a:lnTo>
                  <a:lnTo>
                    <a:pt x="16" y="16"/>
                  </a:lnTo>
                  <a:lnTo>
                    <a:pt x="19" y="16"/>
                  </a:lnTo>
                  <a:lnTo>
                    <a:pt x="19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799"/>
            <p:cNvSpPr>
              <a:spLocks noEditPoints="1"/>
            </p:cNvSpPr>
            <p:nvPr>
              <p:custDataLst>
                <p:tags r:id="rId66"/>
              </p:custDataLst>
            </p:nvPr>
          </p:nvSpPr>
          <p:spPr bwMode="auto">
            <a:xfrm>
              <a:off x="6780622" y="2989389"/>
              <a:ext cx="447677" cy="684088"/>
            </a:xfrm>
            <a:custGeom>
              <a:avLst/>
              <a:gdLst>
                <a:gd name="T0" fmla="*/ 12 w 81"/>
                <a:gd name="T1" fmla="*/ 101 h 124"/>
                <a:gd name="T2" fmla="*/ 0 w 81"/>
                <a:gd name="T3" fmla="*/ 56 h 124"/>
                <a:gd name="T4" fmla="*/ 0 w 81"/>
                <a:gd name="T5" fmla="*/ 56 h 124"/>
                <a:gd name="T6" fmla="*/ 0 w 81"/>
                <a:gd name="T7" fmla="*/ 46 h 124"/>
                <a:gd name="T8" fmla="*/ 0 w 81"/>
                <a:gd name="T9" fmla="*/ 46 h 124"/>
                <a:gd name="T10" fmla="*/ 51 w 81"/>
                <a:gd name="T11" fmla="*/ 0 h 124"/>
                <a:gd name="T12" fmla="*/ 51 w 81"/>
                <a:gd name="T13" fmla="*/ 0 h 124"/>
                <a:gd name="T14" fmla="*/ 75 w 81"/>
                <a:gd name="T15" fmla="*/ 17 h 124"/>
                <a:gd name="T16" fmla="*/ 75 w 81"/>
                <a:gd name="T17" fmla="*/ 17 h 124"/>
                <a:gd name="T18" fmla="*/ 81 w 81"/>
                <a:gd name="T19" fmla="*/ 58 h 124"/>
                <a:gd name="T20" fmla="*/ 81 w 81"/>
                <a:gd name="T21" fmla="*/ 58 h 124"/>
                <a:gd name="T22" fmla="*/ 40 w 81"/>
                <a:gd name="T23" fmla="*/ 124 h 124"/>
                <a:gd name="T24" fmla="*/ 40 w 81"/>
                <a:gd name="T25" fmla="*/ 124 h 124"/>
                <a:gd name="T26" fmla="*/ 12 w 81"/>
                <a:gd name="T27" fmla="*/ 101 h 124"/>
                <a:gd name="T28" fmla="*/ 4 w 81"/>
                <a:gd name="T29" fmla="*/ 47 h 124"/>
                <a:gd name="T30" fmla="*/ 4 w 81"/>
                <a:gd name="T31" fmla="*/ 56 h 124"/>
                <a:gd name="T32" fmla="*/ 4 w 81"/>
                <a:gd name="T33" fmla="*/ 56 h 124"/>
                <a:gd name="T34" fmla="*/ 16 w 81"/>
                <a:gd name="T35" fmla="*/ 99 h 124"/>
                <a:gd name="T36" fmla="*/ 16 w 81"/>
                <a:gd name="T37" fmla="*/ 99 h 124"/>
                <a:gd name="T38" fmla="*/ 40 w 81"/>
                <a:gd name="T39" fmla="*/ 120 h 124"/>
                <a:gd name="T40" fmla="*/ 40 w 81"/>
                <a:gd name="T41" fmla="*/ 120 h 124"/>
                <a:gd name="T42" fmla="*/ 66 w 81"/>
                <a:gd name="T43" fmla="*/ 101 h 124"/>
                <a:gd name="T44" fmla="*/ 66 w 81"/>
                <a:gd name="T45" fmla="*/ 101 h 124"/>
                <a:gd name="T46" fmla="*/ 77 w 81"/>
                <a:gd name="T47" fmla="*/ 58 h 124"/>
                <a:gd name="T48" fmla="*/ 77 w 81"/>
                <a:gd name="T49" fmla="*/ 58 h 124"/>
                <a:gd name="T50" fmla="*/ 71 w 81"/>
                <a:gd name="T51" fmla="*/ 19 h 124"/>
                <a:gd name="T52" fmla="*/ 71 w 81"/>
                <a:gd name="T53" fmla="*/ 19 h 124"/>
                <a:gd name="T54" fmla="*/ 51 w 81"/>
                <a:gd name="T55" fmla="*/ 4 h 124"/>
                <a:gd name="T56" fmla="*/ 51 w 81"/>
                <a:gd name="T57" fmla="*/ 4 h 124"/>
                <a:gd name="T58" fmla="*/ 4 w 81"/>
                <a:gd name="T59" fmla="*/ 4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1" h="124">
                  <a:moveTo>
                    <a:pt x="12" y="101"/>
                  </a:moveTo>
                  <a:cubicBezTo>
                    <a:pt x="5" y="88"/>
                    <a:pt x="0" y="72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3"/>
                    <a:pt x="0" y="49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5" y="13"/>
                    <a:pt x="29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62" y="0"/>
                    <a:pt x="70" y="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9" y="28"/>
                    <a:pt x="81" y="42"/>
                    <a:pt x="81" y="58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91"/>
                    <a:pt x="64" y="124"/>
                    <a:pt x="40" y="124"/>
                  </a:cubicBezTo>
                  <a:cubicBezTo>
                    <a:pt x="40" y="124"/>
                    <a:pt x="40" y="124"/>
                    <a:pt x="40" y="124"/>
                  </a:cubicBezTo>
                  <a:cubicBezTo>
                    <a:pt x="29" y="124"/>
                    <a:pt x="20" y="114"/>
                    <a:pt x="12" y="101"/>
                  </a:cubicBezTo>
                  <a:close/>
                  <a:moveTo>
                    <a:pt x="4" y="47"/>
                  </a:moveTo>
                  <a:cubicBezTo>
                    <a:pt x="4" y="50"/>
                    <a:pt x="4" y="53"/>
                    <a:pt x="4" y="56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4" y="71"/>
                    <a:pt x="8" y="87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112"/>
                    <a:pt x="32" y="120"/>
                    <a:pt x="40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50" y="120"/>
                    <a:pt x="59" y="113"/>
                    <a:pt x="66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73" y="89"/>
                    <a:pt x="77" y="74"/>
                    <a:pt x="77" y="58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7" y="42"/>
                    <a:pt x="75" y="28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67" y="9"/>
                    <a:pt x="60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30" y="4"/>
                    <a:pt x="9" y="15"/>
                    <a:pt x="4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800"/>
            <p:cNvSpPr>
              <a:spLocks noEditPoints="1"/>
            </p:cNvSpPr>
            <p:nvPr>
              <p:custDataLst>
                <p:tags r:id="rId67"/>
              </p:custDataLst>
            </p:nvPr>
          </p:nvSpPr>
          <p:spPr bwMode="auto">
            <a:xfrm>
              <a:off x="6770562" y="2979329"/>
              <a:ext cx="467797" cy="704208"/>
            </a:xfrm>
            <a:custGeom>
              <a:avLst/>
              <a:gdLst>
                <a:gd name="T0" fmla="*/ 12 w 85"/>
                <a:gd name="T1" fmla="*/ 104 h 128"/>
                <a:gd name="T2" fmla="*/ 0 w 85"/>
                <a:gd name="T3" fmla="*/ 48 h 128"/>
                <a:gd name="T4" fmla="*/ 52 w 85"/>
                <a:gd name="T5" fmla="*/ 0 h 128"/>
                <a:gd name="T6" fmla="*/ 53 w 85"/>
                <a:gd name="T7" fmla="*/ 0 h 128"/>
                <a:gd name="T8" fmla="*/ 78 w 85"/>
                <a:gd name="T9" fmla="*/ 19 h 128"/>
                <a:gd name="T10" fmla="*/ 42 w 85"/>
                <a:gd name="T11" fmla="*/ 128 h 128"/>
                <a:gd name="T12" fmla="*/ 42 w 85"/>
                <a:gd name="T13" fmla="*/ 124 h 128"/>
                <a:gd name="T14" fmla="*/ 42 w 85"/>
                <a:gd name="T15" fmla="*/ 124 h 128"/>
                <a:gd name="T16" fmla="*/ 42 w 85"/>
                <a:gd name="T17" fmla="*/ 124 h 128"/>
                <a:gd name="T18" fmla="*/ 18 w 85"/>
                <a:gd name="T19" fmla="*/ 106 h 128"/>
                <a:gd name="T20" fmla="*/ 50 w 85"/>
                <a:gd name="T21" fmla="*/ 123 h 128"/>
                <a:gd name="T22" fmla="*/ 50 w 85"/>
                <a:gd name="T23" fmla="*/ 123 h 128"/>
                <a:gd name="T24" fmla="*/ 50 w 85"/>
                <a:gd name="T25" fmla="*/ 123 h 128"/>
                <a:gd name="T26" fmla="*/ 50 w 85"/>
                <a:gd name="T27" fmla="*/ 123 h 128"/>
                <a:gd name="T28" fmla="*/ 70 w 85"/>
                <a:gd name="T29" fmla="*/ 104 h 128"/>
                <a:gd name="T30" fmla="*/ 66 w 85"/>
                <a:gd name="T31" fmla="*/ 102 h 128"/>
                <a:gd name="T32" fmla="*/ 77 w 85"/>
                <a:gd name="T33" fmla="*/ 60 h 128"/>
                <a:gd name="T34" fmla="*/ 77 w 85"/>
                <a:gd name="T35" fmla="*/ 60 h 128"/>
                <a:gd name="T36" fmla="*/ 71 w 85"/>
                <a:gd name="T37" fmla="*/ 22 h 128"/>
                <a:gd name="T38" fmla="*/ 53 w 85"/>
                <a:gd name="T39" fmla="*/ 8 h 128"/>
                <a:gd name="T40" fmla="*/ 8 w 85"/>
                <a:gd name="T41" fmla="*/ 58 h 128"/>
                <a:gd name="T42" fmla="*/ 8 w 85"/>
                <a:gd name="T43" fmla="*/ 58 h 128"/>
                <a:gd name="T44" fmla="*/ 19 w 85"/>
                <a:gd name="T45" fmla="*/ 100 h 128"/>
                <a:gd name="T46" fmla="*/ 42 w 85"/>
                <a:gd name="T47" fmla="*/ 120 h 128"/>
                <a:gd name="T48" fmla="*/ 42 w 85"/>
                <a:gd name="T49" fmla="*/ 120 h 128"/>
                <a:gd name="T50" fmla="*/ 16 w 85"/>
                <a:gd name="T51" fmla="*/ 102 h 128"/>
                <a:gd name="T52" fmla="*/ 78 w 85"/>
                <a:gd name="T53" fmla="*/ 85 h 128"/>
                <a:gd name="T54" fmla="*/ 78 w 85"/>
                <a:gd name="T55" fmla="*/ 85 h 128"/>
                <a:gd name="T56" fmla="*/ 78 w 85"/>
                <a:gd name="T57" fmla="*/ 84 h 128"/>
                <a:gd name="T58" fmla="*/ 81 w 85"/>
                <a:gd name="T59" fmla="*/ 61 h 128"/>
                <a:gd name="T60" fmla="*/ 81 w 85"/>
                <a:gd name="T61" fmla="*/ 60 h 128"/>
                <a:gd name="T62" fmla="*/ 81 w 85"/>
                <a:gd name="T63" fmla="*/ 60 h 128"/>
                <a:gd name="T64" fmla="*/ 4 w 85"/>
                <a:gd name="T65" fmla="*/ 59 h 128"/>
                <a:gd name="T66" fmla="*/ 4 w 85"/>
                <a:gd name="T67" fmla="*/ 59 h 128"/>
                <a:gd name="T68" fmla="*/ 4 w 85"/>
                <a:gd name="T69" fmla="*/ 58 h 128"/>
                <a:gd name="T70" fmla="*/ 4 w 85"/>
                <a:gd name="T71" fmla="*/ 58 h 128"/>
                <a:gd name="T72" fmla="*/ 11 w 85"/>
                <a:gd name="T73" fmla="*/ 29 h 128"/>
                <a:gd name="T74" fmla="*/ 11 w 85"/>
                <a:gd name="T75" fmla="*/ 29 h 128"/>
                <a:gd name="T76" fmla="*/ 11 w 85"/>
                <a:gd name="T77" fmla="*/ 28 h 128"/>
                <a:gd name="T78" fmla="*/ 11 w 85"/>
                <a:gd name="T79" fmla="*/ 28 h 128"/>
                <a:gd name="T80" fmla="*/ 11 w 85"/>
                <a:gd name="T81" fmla="*/ 27 h 128"/>
                <a:gd name="T82" fmla="*/ 11 w 85"/>
                <a:gd name="T83" fmla="*/ 27 h 128"/>
                <a:gd name="T84" fmla="*/ 12 w 85"/>
                <a:gd name="T85" fmla="*/ 26 h 128"/>
                <a:gd name="T86" fmla="*/ 12 w 85"/>
                <a:gd name="T87" fmla="*/ 26 h 128"/>
                <a:gd name="T88" fmla="*/ 12 w 85"/>
                <a:gd name="T89" fmla="*/ 26 h 128"/>
                <a:gd name="T90" fmla="*/ 65 w 85"/>
                <a:gd name="T91" fmla="*/ 8 h 128"/>
                <a:gd name="T92" fmla="*/ 53 w 85"/>
                <a:gd name="T93" fmla="*/ 4 h 128"/>
                <a:gd name="T94" fmla="*/ 52 w 85"/>
                <a:gd name="T95" fmla="*/ 4 h 128"/>
                <a:gd name="T96" fmla="*/ 65 w 85"/>
                <a:gd name="T97" fmla="*/ 8 h 128"/>
                <a:gd name="T98" fmla="*/ 65 w 85"/>
                <a:gd name="T99" fmla="*/ 8 h 128"/>
                <a:gd name="T100" fmla="*/ 65 w 85"/>
                <a:gd name="T101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5" h="128">
                  <a:moveTo>
                    <a:pt x="12" y="104"/>
                  </a:moveTo>
                  <a:cubicBezTo>
                    <a:pt x="14" y="103"/>
                    <a:pt x="14" y="103"/>
                    <a:pt x="14" y="103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5" y="91"/>
                    <a:pt x="0" y="74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5"/>
                    <a:pt x="0" y="51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5" y="14"/>
                    <a:pt x="30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5" y="0"/>
                    <a:pt x="74" y="8"/>
                    <a:pt x="78" y="19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83" y="29"/>
                    <a:pt x="85" y="44"/>
                    <a:pt x="85" y="60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5" y="93"/>
                    <a:pt x="68" y="127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0" y="128"/>
                    <a:pt x="20" y="118"/>
                    <a:pt x="12" y="104"/>
                  </a:cubicBezTo>
                  <a:close/>
                  <a:moveTo>
                    <a:pt x="42" y="124"/>
                  </a:moveTo>
                  <a:cubicBezTo>
                    <a:pt x="42" y="124"/>
                    <a:pt x="42" y="124"/>
                    <a:pt x="42" y="124"/>
                  </a:cubicBezTo>
                  <a:cubicBezTo>
                    <a:pt x="42" y="124"/>
                    <a:pt x="42" y="124"/>
                    <a:pt x="42" y="124"/>
                  </a:cubicBezTo>
                  <a:cubicBezTo>
                    <a:pt x="42" y="124"/>
                    <a:pt x="42" y="124"/>
                    <a:pt x="42" y="124"/>
                  </a:cubicBezTo>
                  <a:cubicBezTo>
                    <a:pt x="42" y="124"/>
                    <a:pt x="42" y="124"/>
                    <a:pt x="42" y="124"/>
                  </a:cubicBezTo>
                  <a:cubicBezTo>
                    <a:pt x="42" y="124"/>
                    <a:pt x="42" y="124"/>
                    <a:pt x="42" y="124"/>
                  </a:cubicBezTo>
                  <a:cubicBezTo>
                    <a:pt x="42" y="124"/>
                    <a:pt x="42" y="124"/>
                    <a:pt x="42" y="124"/>
                  </a:cubicBezTo>
                  <a:close/>
                  <a:moveTo>
                    <a:pt x="42" y="124"/>
                  </a:moveTo>
                  <a:cubicBezTo>
                    <a:pt x="34" y="124"/>
                    <a:pt x="25" y="117"/>
                    <a:pt x="18" y="106"/>
                  </a:cubicBezTo>
                  <a:cubicBezTo>
                    <a:pt x="18" y="106"/>
                    <a:pt x="18" y="106"/>
                    <a:pt x="18" y="106"/>
                  </a:cubicBezTo>
                  <a:cubicBezTo>
                    <a:pt x="25" y="117"/>
                    <a:pt x="34" y="124"/>
                    <a:pt x="42" y="124"/>
                  </a:cubicBezTo>
                  <a:close/>
                  <a:moveTo>
                    <a:pt x="50" y="123"/>
                  </a:move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lose/>
                  <a:moveTo>
                    <a:pt x="50" y="123"/>
                  </a:move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lose/>
                  <a:moveTo>
                    <a:pt x="70" y="104"/>
                  </a:moveTo>
                  <a:cubicBezTo>
                    <a:pt x="64" y="113"/>
                    <a:pt x="58" y="120"/>
                    <a:pt x="50" y="12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63" y="118"/>
                    <a:pt x="73" y="103"/>
                    <a:pt x="78" y="85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6" y="92"/>
                    <a:pt x="73" y="99"/>
                    <a:pt x="70" y="104"/>
                  </a:cubicBezTo>
                  <a:close/>
                  <a:moveTo>
                    <a:pt x="42" y="120"/>
                  </a:moveTo>
                  <a:cubicBezTo>
                    <a:pt x="42" y="120"/>
                    <a:pt x="42" y="120"/>
                    <a:pt x="42" y="120"/>
                  </a:cubicBezTo>
                  <a:cubicBezTo>
                    <a:pt x="51" y="120"/>
                    <a:pt x="60" y="114"/>
                    <a:pt x="66" y="102"/>
                  </a:cubicBezTo>
                  <a:cubicBezTo>
                    <a:pt x="66" y="102"/>
                    <a:pt x="66" y="102"/>
                    <a:pt x="66" y="102"/>
                  </a:cubicBezTo>
                  <a:cubicBezTo>
                    <a:pt x="73" y="91"/>
                    <a:pt x="77" y="75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44"/>
                    <a:pt x="75" y="31"/>
                    <a:pt x="71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7" y="13"/>
                    <a:pt x="61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3" y="8"/>
                    <a:pt x="13" y="19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8" y="52"/>
                    <a:pt x="8" y="55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72"/>
                    <a:pt x="12" y="88"/>
                    <a:pt x="19" y="100"/>
                  </a:cubicBezTo>
                  <a:cubicBezTo>
                    <a:pt x="19" y="100"/>
                    <a:pt x="19" y="100"/>
                    <a:pt x="19" y="100"/>
                  </a:cubicBezTo>
                  <a:cubicBezTo>
                    <a:pt x="26" y="113"/>
                    <a:pt x="35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ubicBezTo>
                    <a:pt x="42" y="120"/>
                    <a:pt x="42" y="120"/>
                    <a:pt x="42" y="120"/>
                  </a:cubicBezTo>
                  <a:close/>
                  <a:moveTo>
                    <a:pt x="16" y="102"/>
                  </a:move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2"/>
                  </a:cubicBezTo>
                  <a:close/>
                  <a:moveTo>
                    <a:pt x="78" y="85"/>
                  </a:moveTo>
                  <a:cubicBezTo>
                    <a:pt x="78" y="85"/>
                    <a:pt x="78" y="85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5"/>
                    <a:pt x="78" y="85"/>
                    <a:pt x="78" y="85"/>
                  </a:cubicBezTo>
                  <a:close/>
                  <a:moveTo>
                    <a:pt x="78" y="84"/>
                  </a:move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84"/>
                    <a:pt x="78" y="84"/>
                  </a:cubicBezTo>
                  <a:close/>
                  <a:moveTo>
                    <a:pt x="81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ubicBezTo>
                    <a:pt x="81" y="61"/>
                    <a:pt x="81" y="61"/>
                    <a:pt x="81" y="61"/>
                  </a:cubicBezTo>
                  <a:close/>
                  <a:moveTo>
                    <a:pt x="81" y="60"/>
                  </a:moveTo>
                  <a:cubicBezTo>
                    <a:pt x="81" y="46"/>
                    <a:pt x="80" y="33"/>
                    <a:pt x="76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80" y="33"/>
                    <a:pt x="81" y="46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lose/>
                  <a:moveTo>
                    <a:pt x="4" y="59"/>
                  </a:move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lose/>
                  <a:moveTo>
                    <a:pt x="4" y="58"/>
                  </a:move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lose/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lose/>
                  <a:moveTo>
                    <a:pt x="11" y="28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11" y="28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11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1" y="27"/>
                  </a:cubicBezTo>
                  <a:close/>
                  <a:moveTo>
                    <a:pt x="12" y="27"/>
                  </a:moveTo>
                  <a:cubicBezTo>
                    <a:pt x="12" y="27"/>
                    <a:pt x="12" y="27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lose/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lose/>
                  <a:moveTo>
                    <a:pt x="12" y="26"/>
                  </a:moveTo>
                  <a:cubicBezTo>
                    <a:pt x="22" y="10"/>
                    <a:pt x="37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7" y="4"/>
                    <a:pt x="61" y="5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1" y="5"/>
                    <a:pt x="57" y="4"/>
                    <a:pt x="53" y="4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3" y="4"/>
                    <a:pt x="53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37" y="4"/>
                    <a:pt x="22" y="10"/>
                    <a:pt x="12" y="26"/>
                  </a:cubicBezTo>
                  <a:close/>
                  <a:moveTo>
                    <a:pt x="65" y="8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lose/>
                  <a:moveTo>
                    <a:pt x="65" y="8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801"/>
            <p:cNvSpPr/>
            <p:nvPr>
              <p:custDataLst>
                <p:tags r:id="rId68"/>
              </p:custDataLst>
            </p:nvPr>
          </p:nvSpPr>
          <p:spPr bwMode="auto">
            <a:xfrm>
              <a:off x="6358097" y="2727826"/>
              <a:ext cx="553307" cy="352104"/>
            </a:xfrm>
            <a:custGeom>
              <a:avLst/>
              <a:gdLst>
                <a:gd name="T0" fmla="*/ 22 w 100"/>
                <a:gd name="T1" fmla="*/ 61 h 64"/>
                <a:gd name="T2" fmla="*/ 0 w 100"/>
                <a:gd name="T3" fmla="*/ 13 h 64"/>
                <a:gd name="T4" fmla="*/ 0 w 100"/>
                <a:gd name="T5" fmla="*/ 13 h 64"/>
                <a:gd name="T6" fmla="*/ 1 w 100"/>
                <a:gd name="T7" fmla="*/ 9 h 64"/>
                <a:gd name="T8" fmla="*/ 1 w 100"/>
                <a:gd name="T9" fmla="*/ 9 h 64"/>
                <a:gd name="T10" fmla="*/ 5 w 100"/>
                <a:gd name="T11" fmla="*/ 0 h 64"/>
                <a:gd name="T12" fmla="*/ 9 w 100"/>
                <a:gd name="T13" fmla="*/ 2 h 64"/>
                <a:gd name="T14" fmla="*/ 5 w 100"/>
                <a:gd name="T15" fmla="*/ 10 h 64"/>
                <a:gd name="T16" fmla="*/ 4 w 100"/>
                <a:gd name="T17" fmla="*/ 13 h 64"/>
                <a:gd name="T18" fmla="*/ 4 w 100"/>
                <a:gd name="T19" fmla="*/ 13 h 64"/>
                <a:gd name="T20" fmla="*/ 25 w 100"/>
                <a:gd name="T21" fmla="*/ 58 h 64"/>
                <a:gd name="T22" fmla="*/ 25 w 100"/>
                <a:gd name="T23" fmla="*/ 58 h 64"/>
                <a:gd name="T24" fmla="*/ 42 w 100"/>
                <a:gd name="T25" fmla="*/ 60 h 64"/>
                <a:gd name="T26" fmla="*/ 42 w 100"/>
                <a:gd name="T27" fmla="*/ 60 h 64"/>
                <a:gd name="T28" fmla="*/ 100 w 100"/>
                <a:gd name="T29" fmla="*/ 55 h 64"/>
                <a:gd name="T30" fmla="*/ 100 w 100"/>
                <a:gd name="T31" fmla="*/ 55 h 64"/>
                <a:gd name="T32" fmla="*/ 100 w 100"/>
                <a:gd name="T33" fmla="*/ 59 h 64"/>
                <a:gd name="T34" fmla="*/ 42 w 100"/>
                <a:gd name="T35" fmla="*/ 64 h 64"/>
                <a:gd name="T36" fmla="*/ 42 w 100"/>
                <a:gd name="T37" fmla="*/ 64 h 64"/>
                <a:gd name="T38" fmla="*/ 22 w 100"/>
                <a:gd name="T39" fmla="*/ 6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0" h="64">
                  <a:moveTo>
                    <a:pt x="22" y="61"/>
                  </a:moveTo>
                  <a:cubicBezTo>
                    <a:pt x="15" y="54"/>
                    <a:pt x="0" y="26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23"/>
                    <a:pt x="19" y="5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6" y="59"/>
                    <a:pt x="33" y="60"/>
                    <a:pt x="42" y="60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64" y="60"/>
                    <a:pt x="100" y="55"/>
                    <a:pt x="100" y="55"/>
                  </a:cubicBezTo>
                  <a:cubicBezTo>
                    <a:pt x="100" y="55"/>
                    <a:pt x="100" y="55"/>
                    <a:pt x="100" y="55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59"/>
                    <a:pt x="65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33" y="64"/>
                    <a:pt x="26" y="64"/>
                    <a:pt x="22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802"/>
            <p:cNvSpPr>
              <a:spLocks noEditPoints="1"/>
            </p:cNvSpPr>
            <p:nvPr>
              <p:custDataLst>
                <p:tags r:id="rId69"/>
              </p:custDataLst>
            </p:nvPr>
          </p:nvSpPr>
          <p:spPr bwMode="auto">
            <a:xfrm>
              <a:off x="6348037" y="2712738"/>
              <a:ext cx="573427" cy="382285"/>
            </a:xfrm>
            <a:custGeom>
              <a:avLst/>
              <a:gdLst>
                <a:gd name="T0" fmla="*/ 24 w 104"/>
                <a:gd name="T1" fmla="*/ 64 h 69"/>
                <a:gd name="T2" fmla="*/ 0 w 104"/>
                <a:gd name="T3" fmla="*/ 16 h 69"/>
                <a:gd name="T4" fmla="*/ 1 w 104"/>
                <a:gd name="T5" fmla="*/ 11 h 69"/>
                <a:gd name="T6" fmla="*/ 6 w 104"/>
                <a:gd name="T7" fmla="*/ 0 h 69"/>
                <a:gd name="T8" fmla="*/ 8 w 104"/>
                <a:gd name="T9" fmla="*/ 14 h 69"/>
                <a:gd name="T10" fmla="*/ 8 w 104"/>
                <a:gd name="T11" fmla="*/ 16 h 69"/>
                <a:gd name="T12" fmla="*/ 8 w 104"/>
                <a:gd name="T13" fmla="*/ 16 h 69"/>
                <a:gd name="T14" fmla="*/ 8 w 104"/>
                <a:gd name="T15" fmla="*/ 16 h 69"/>
                <a:gd name="T16" fmla="*/ 28 w 104"/>
                <a:gd name="T17" fmla="*/ 59 h 69"/>
                <a:gd name="T18" fmla="*/ 29 w 104"/>
                <a:gd name="T19" fmla="*/ 60 h 69"/>
                <a:gd name="T20" fmla="*/ 32 w 104"/>
                <a:gd name="T21" fmla="*/ 60 h 69"/>
                <a:gd name="T22" fmla="*/ 42 w 104"/>
                <a:gd name="T23" fmla="*/ 61 h 69"/>
                <a:gd name="T24" fmla="*/ 44 w 104"/>
                <a:gd name="T25" fmla="*/ 61 h 69"/>
                <a:gd name="T26" fmla="*/ 44 w 104"/>
                <a:gd name="T27" fmla="*/ 61 h 69"/>
                <a:gd name="T28" fmla="*/ 102 w 104"/>
                <a:gd name="T29" fmla="*/ 56 h 69"/>
                <a:gd name="T30" fmla="*/ 103 w 104"/>
                <a:gd name="T31" fmla="*/ 56 h 69"/>
                <a:gd name="T32" fmla="*/ 102 w 104"/>
                <a:gd name="T33" fmla="*/ 64 h 69"/>
                <a:gd name="T34" fmla="*/ 102 w 104"/>
                <a:gd name="T35" fmla="*/ 64 h 69"/>
                <a:gd name="T36" fmla="*/ 101 w 104"/>
                <a:gd name="T37" fmla="*/ 65 h 69"/>
                <a:gd name="T38" fmla="*/ 96 w 104"/>
                <a:gd name="T39" fmla="*/ 65 h 69"/>
                <a:gd name="T40" fmla="*/ 82 w 104"/>
                <a:gd name="T41" fmla="*/ 67 h 69"/>
                <a:gd name="T42" fmla="*/ 44 w 104"/>
                <a:gd name="T43" fmla="*/ 69 h 69"/>
                <a:gd name="T44" fmla="*/ 44 w 104"/>
                <a:gd name="T45" fmla="*/ 65 h 69"/>
                <a:gd name="T46" fmla="*/ 77 w 104"/>
                <a:gd name="T47" fmla="*/ 63 h 69"/>
                <a:gd name="T48" fmla="*/ 44 w 104"/>
                <a:gd name="T49" fmla="*/ 65 h 69"/>
                <a:gd name="T50" fmla="*/ 43 w 104"/>
                <a:gd name="T51" fmla="*/ 65 h 69"/>
                <a:gd name="T52" fmla="*/ 44 w 104"/>
                <a:gd name="T53" fmla="*/ 65 h 69"/>
                <a:gd name="T54" fmla="*/ 28 w 104"/>
                <a:gd name="T55" fmla="*/ 64 h 69"/>
                <a:gd name="T56" fmla="*/ 36 w 104"/>
                <a:gd name="T57" fmla="*/ 65 h 69"/>
                <a:gd name="T58" fmla="*/ 26 w 104"/>
                <a:gd name="T59" fmla="*/ 62 h 69"/>
                <a:gd name="T60" fmla="*/ 26 w 104"/>
                <a:gd name="T61" fmla="*/ 62 h 69"/>
                <a:gd name="T62" fmla="*/ 23 w 104"/>
                <a:gd name="T63" fmla="*/ 59 h 69"/>
                <a:gd name="T64" fmla="*/ 26 w 104"/>
                <a:gd name="T65" fmla="*/ 62 h 69"/>
                <a:gd name="T66" fmla="*/ 88 w 104"/>
                <a:gd name="T67" fmla="*/ 62 h 69"/>
                <a:gd name="T68" fmla="*/ 92 w 104"/>
                <a:gd name="T69" fmla="*/ 62 h 69"/>
                <a:gd name="T70" fmla="*/ 98 w 104"/>
                <a:gd name="T71" fmla="*/ 61 h 69"/>
                <a:gd name="T72" fmla="*/ 100 w 104"/>
                <a:gd name="T73" fmla="*/ 61 h 69"/>
                <a:gd name="T74" fmla="*/ 98 w 104"/>
                <a:gd name="T75" fmla="*/ 61 h 69"/>
                <a:gd name="T76" fmla="*/ 23 w 104"/>
                <a:gd name="T77" fmla="*/ 59 h 69"/>
                <a:gd name="T78" fmla="*/ 23 w 104"/>
                <a:gd name="T79" fmla="*/ 5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69">
                  <a:moveTo>
                    <a:pt x="23" y="65"/>
                  </a:moveTo>
                  <a:cubicBezTo>
                    <a:pt x="24" y="64"/>
                    <a:pt x="24" y="64"/>
                    <a:pt x="24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15" y="57"/>
                    <a:pt x="1" y="3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0" y="13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26"/>
                    <a:pt x="23" y="55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29" y="59"/>
                    <a:pt x="29" y="60"/>
                    <a:pt x="29" y="60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30" y="60"/>
                    <a:pt x="31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5" y="61"/>
                    <a:pt x="38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3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66" y="61"/>
                    <a:pt x="101" y="56"/>
                    <a:pt x="102" y="56"/>
                  </a:cubicBezTo>
                  <a:cubicBezTo>
                    <a:pt x="102" y="56"/>
                    <a:pt x="102" y="56"/>
                    <a:pt x="102" y="56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1" y="65"/>
                    <a:pt x="101" y="65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00" y="65"/>
                    <a:pt x="98" y="65"/>
                    <a:pt x="96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3" y="66"/>
                    <a:pt x="88" y="66"/>
                    <a:pt x="82" y="67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70" y="68"/>
                    <a:pt x="55" y="69"/>
                    <a:pt x="44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35" y="69"/>
                    <a:pt x="28" y="69"/>
                    <a:pt x="23" y="65"/>
                  </a:cubicBezTo>
                  <a:close/>
                  <a:moveTo>
                    <a:pt x="44" y="65"/>
                  </a:moveTo>
                  <a:cubicBezTo>
                    <a:pt x="54" y="65"/>
                    <a:pt x="67" y="64"/>
                    <a:pt x="77" y="63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67" y="64"/>
                    <a:pt x="5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44" y="65"/>
                    <a:pt x="43" y="65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4" y="65"/>
                    <a:pt x="44" y="65"/>
                  </a:cubicBezTo>
                  <a:close/>
                  <a:moveTo>
                    <a:pt x="36" y="65"/>
                  </a:moveTo>
                  <a:cubicBezTo>
                    <a:pt x="33" y="64"/>
                    <a:pt x="30" y="64"/>
                    <a:pt x="28" y="64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0" y="64"/>
                    <a:pt x="33" y="64"/>
                    <a:pt x="36" y="65"/>
                  </a:cubicBezTo>
                  <a:close/>
                  <a:moveTo>
                    <a:pt x="26" y="62"/>
                  </a:move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5" y="62"/>
                    <a:pt x="24" y="60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4" y="60"/>
                    <a:pt x="25" y="61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lose/>
                  <a:moveTo>
                    <a:pt x="88" y="62"/>
                  </a:moveTo>
                  <a:cubicBezTo>
                    <a:pt x="89" y="62"/>
                    <a:pt x="91" y="62"/>
                    <a:pt x="92" y="62"/>
                  </a:cubicBezTo>
                  <a:cubicBezTo>
                    <a:pt x="92" y="62"/>
                    <a:pt x="92" y="62"/>
                    <a:pt x="92" y="62"/>
                  </a:cubicBezTo>
                  <a:cubicBezTo>
                    <a:pt x="91" y="62"/>
                    <a:pt x="89" y="62"/>
                    <a:pt x="88" y="62"/>
                  </a:cubicBezTo>
                  <a:close/>
                  <a:moveTo>
                    <a:pt x="98" y="61"/>
                  </a:moveTo>
                  <a:cubicBezTo>
                    <a:pt x="99" y="61"/>
                    <a:pt x="99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9" y="61"/>
                    <a:pt x="98" y="61"/>
                  </a:cubicBezTo>
                  <a:close/>
                  <a:moveTo>
                    <a:pt x="23" y="59"/>
                  </a:move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803"/>
            <p:cNvSpPr/>
            <p:nvPr>
              <p:custDataLst>
                <p:tags r:id="rId70"/>
              </p:custDataLst>
            </p:nvPr>
          </p:nvSpPr>
          <p:spPr bwMode="auto">
            <a:xfrm>
              <a:off x="6373189" y="2657405"/>
              <a:ext cx="85513" cy="100601"/>
            </a:xfrm>
            <a:custGeom>
              <a:avLst/>
              <a:gdLst>
                <a:gd name="T0" fmla="*/ 4 w 15"/>
                <a:gd name="T1" fmla="*/ 18 h 18"/>
                <a:gd name="T2" fmla="*/ 0 w 15"/>
                <a:gd name="T3" fmla="*/ 12 h 18"/>
                <a:gd name="T4" fmla="*/ 0 w 15"/>
                <a:gd name="T5" fmla="*/ 12 h 18"/>
                <a:gd name="T6" fmla="*/ 1 w 15"/>
                <a:gd name="T7" fmla="*/ 8 h 18"/>
                <a:gd name="T8" fmla="*/ 1 w 15"/>
                <a:gd name="T9" fmla="*/ 8 h 18"/>
                <a:gd name="T10" fmla="*/ 7 w 15"/>
                <a:gd name="T11" fmla="*/ 0 h 18"/>
                <a:gd name="T12" fmla="*/ 7 w 15"/>
                <a:gd name="T13" fmla="*/ 0 h 18"/>
                <a:gd name="T14" fmla="*/ 9 w 15"/>
                <a:gd name="T15" fmla="*/ 3 h 18"/>
                <a:gd name="T16" fmla="*/ 8 w 15"/>
                <a:gd name="T17" fmla="*/ 4 h 18"/>
                <a:gd name="T18" fmla="*/ 8 w 15"/>
                <a:gd name="T19" fmla="*/ 4 h 18"/>
                <a:gd name="T20" fmla="*/ 5 w 15"/>
                <a:gd name="T21" fmla="*/ 10 h 18"/>
                <a:gd name="T22" fmla="*/ 5 w 15"/>
                <a:gd name="T23" fmla="*/ 10 h 18"/>
                <a:gd name="T24" fmla="*/ 4 w 15"/>
                <a:gd name="T25" fmla="*/ 12 h 18"/>
                <a:gd name="T26" fmla="*/ 4 w 15"/>
                <a:gd name="T27" fmla="*/ 12 h 18"/>
                <a:gd name="T28" fmla="*/ 5 w 15"/>
                <a:gd name="T29" fmla="*/ 14 h 18"/>
                <a:gd name="T30" fmla="*/ 5 w 15"/>
                <a:gd name="T31" fmla="*/ 14 h 18"/>
                <a:gd name="T32" fmla="*/ 5 w 15"/>
                <a:gd name="T33" fmla="*/ 14 h 18"/>
                <a:gd name="T34" fmla="*/ 5 w 15"/>
                <a:gd name="T35" fmla="*/ 14 h 18"/>
                <a:gd name="T36" fmla="*/ 14 w 15"/>
                <a:gd name="T37" fmla="*/ 12 h 18"/>
                <a:gd name="T38" fmla="*/ 14 w 15"/>
                <a:gd name="T39" fmla="*/ 12 h 18"/>
                <a:gd name="T40" fmla="*/ 15 w 15"/>
                <a:gd name="T41" fmla="*/ 16 h 18"/>
                <a:gd name="T42" fmla="*/ 5 w 15"/>
                <a:gd name="T43" fmla="*/ 18 h 18"/>
                <a:gd name="T44" fmla="*/ 4 w 15"/>
                <a:gd name="T4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" h="18">
                  <a:moveTo>
                    <a:pt x="4" y="18"/>
                  </a:moveTo>
                  <a:cubicBezTo>
                    <a:pt x="4" y="18"/>
                    <a:pt x="0" y="16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9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5"/>
                    <a:pt x="6" y="7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3"/>
                    <a:pt x="4" y="13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3804"/>
            <p:cNvSpPr>
              <a:spLocks noEditPoints="1"/>
            </p:cNvSpPr>
            <p:nvPr>
              <p:custDataLst>
                <p:tags r:id="rId71"/>
              </p:custDataLst>
            </p:nvPr>
          </p:nvSpPr>
          <p:spPr bwMode="auto">
            <a:xfrm>
              <a:off x="6363129" y="2642317"/>
              <a:ext cx="105633" cy="125753"/>
            </a:xfrm>
            <a:custGeom>
              <a:avLst/>
              <a:gdLst>
                <a:gd name="T0" fmla="*/ 6 w 19"/>
                <a:gd name="T1" fmla="*/ 23 h 23"/>
                <a:gd name="T2" fmla="*/ 5 w 19"/>
                <a:gd name="T3" fmla="*/ 23 h 23"/>
                <a:gd name="T4" fmla="*/ 6 w 19"/>
                <a:gd name="T5" fmla="*/ 21 h 23"/>
                <a:gd name="T6" fmla="*/ 7 w 19"/>
                <a:gd name="T7" fmla="*/ 21 h 23"/>
                <a:gd name="T8" fmla="*/ 6 w 19"/>
                <a:gd name="T9" fmla="*/ 21 h 23"/>
                <a:gd name="T10" fmla="*/ 5 w 19"/>
                <a:gd name="T11" fmla="*/ 23 h 23"/>
                <a:gd name="T12" fmla="*/ 5 w 19"/>
                <a:gd name="T13" fmla="*/ 23 h 23"/>
                <a:gd name="T14" fmla="*/ 5 w 19"/>
                <a:gd name="T15" fmla="*/ 23 h 23"/>
                <a:gd name="T16" fmla="*/ 5 w 19"/>
                <a:gd name="T17" fmla="*/ 22 h 23"/>
                <a:gd name="T18" fmla="*/ 5 w 19"/>
                <a:gd name="T19" fmla="*/ 22 h 23"/>
                <a:gd name="T20" fmla="*/ 3 w 19"/>
                <a:gd name="T21" fmla="*/ 21 h 23"/>
                <a:gd name="T22" fmla="*/ 3 w 19"/>
                <a:gd name="T23" fmla="*/ 21 h 23"/>
                <a:gd name="T24" fmla="*/ 0 w 19"/>
                <a:gd name="T25" fmla="*/ 15 h 23"/>
                <a:gd name="T26" fmla="*/ 0 w 19"/>
                <a:gd name="T27" fmla="*/ 15 h 23"/>
                <a:gd name="T28" fmla="*/ 2 w 19"/>
                <a:gd name="T29" fmla="*/ 9 h 23"/>
                <a:gd name="T30" fmla="*/ 2 w 19"/>
                <a:gd name="T31" fmla="*/ 9 h 23"/>
                <a:gd name="T32" fmla="*/ 7 w 19"/>
                <a:gd name="T33" fmla="*/ 2 h 23"/>
                <a:gd name="T34" fmla="*/ 7 w 19"/>
                <a:gd name="T35" fmla="*/ 2 h 23"/>
                <a:gd name="T36" fmla="*/ 9 w 19"/>
                <a:gd name="T37" fmla="*/ 0 h 23"/>
                <a:gd name="T38" fmla="*/ 13 w 19"/>
                <a:gd name="T39" fmla="*/ 5 h 23"/>
                <a:gd name="T40" fmla="*/ 13 w 19"/>
                <a:gd name="T41" fmla="*/ 6 h 23"/>
                <a:gd name="T42" fmla="*/ 13 w 19"/>
                <a:gd name="T43" fmla="*/ 7 h 23"/>
                <a:gd name="T44" fmla="*/ 13 w 19"/>
                <a:gd name="T45" fmla="*/ 7 h 23"/>
                <a:gd name="T46" fmla="*/ 13 w 19"/>
                <a:gd name="T47" fmla="*/ 7 h 23"/>
                <a:gd name="T48" fmla="*/ 13 w 19"/>
                <a:gd name="T49" fmla="*/ 7 h 23"/>
                <a:gd name="T50" fmla="*/ 13 w 19"/>
                <a:gd name="T51" fmla="*/ 7 h 23"/>
                <a:gd name="T52" fmla="*/ 13 w 19"/>
                <a:gd name="T53" fmla="*/ 7 h 23"/>
                <a:gd name="T54" fmla="*/ 13 w 19"/>
                <a:gd name="T55" fmla="*/ 7 h 23"/>
                <a:gd name="T56" fmla="*/ 13 w 19"/>
                <a:gd name="T57" fmla="*/ 8 h 23"/>
                <a:gd name="T58" fmla="*/ 13 w 19"/>
                <a:gd name="T59" fmla="*/ 8 h 23"/>
                <a:gd name="T60" fmla="*/ 12 w 19"/>
                <a:gd name="T61" fmla="*/ 8 h 23"/>
                <a:gd name="T62" fmla="*/ 12 w 19"/>
                <a:gd name="T63" fmla="*/ 8 h 23"/>
                <a:gd name="T64" fmla="*/ 8 w 19"/>
                <a:gd name="T65" fmla="*/ 14 h 23"/>
                <a:gd name="T66" fmla="*/ 8 w 19"/>
                <a:gd name="T67" fmla="*/ 14 h 23"/>
                <a:gd name="T68" fmla="*/ 8 w 19"/>
                <a:gd name="T69" fmla="*/ 15 h 23"/>
                <a:gd name="T70" fmla="*/ 8 w 19"/>
                <a:gd name="T71" fmla="*/ 15 h 23"/>
                <a:gd name="T72" fmla="*/ 15 w 19"/>
                <a:gd name="T73" fmla="*/ 13 h 23"/>
                <a:gd name="T74" fmla="*/ 16 w 19"/>
                <a:gd name="T75" fmla="*/ 13 h 23"/>
                <a:gd name="T76" fmla="*/ 17 w 19"/>
                <a:gd name="T77" fmla="*/ 13 h 23"/>
                <a:gd name="T78" fmla="*/ 19 w 19"/>
                <a:gd name="T79" fmla="*/ 20 h 23"/>
                <a:gd name="T80" fmla="*/ 7 w 19"/>
                <a:gd name="T81" fmla="*/ 23 h 23"/>
                <a:gd name="T82" fmla="*/ 6 w 19"/>
                <a:gd name="T83" fmla="*/ 23 h 23"/>
                <a:gd name="T84" fmla="*/ 7 w 19"/>
                <a:gd name="T85" fmla="*/ 19 h 23"/>
                <a:gd name="T86" fmla="*/ 14 w 19"/>
                <a:gd name="T87" fmla="*/ 17 h 23"/>
                <a:gd name="T88" fmla="*/ 14 w 19"/>
                <a:gd name="T89" fmla="*/ 17 h 23"/>
                <a:gd name="T90" fmla="*/ 7 w 19"/>
                <a:gd name="T91" fmla="*/ 19 h 23"/>
                <a:gd name="T92" fmla="*/ 7 w 19"/>
                <a:gd name="T93" fmla="*/ 19 h 23"/>
                <a:gd name="T94" fmla="*/ 6 w 19"/>
                <a:gd name="T95" fmla="*/ 19 h 23"/>
                <a:gd name="T96" fmla="*/ 5 w 19"/>
                <a:gd name="T97" fmla="*/ 18 h 23"/>
                <a:gd name="T98" fmla="*/ 5 w 19"/>
                <a:gd name="T99" fmla="*/ 18 h 23"/>
                <a:gd name="T100" fmla="*/ 5 w 19"/>
                <a:gd name="T101" fmla="*/ 17 h 23"/>
                <a:gd name="T102" fmla="*/ 5 w 19"/>
                <a:gd name="T103" fmla="*/ 17 h 23"/>
                <a:gd name="T104" fmla="*/ 6 w 19"/>
                <a:gd name="T105" fmla="*/ 19 h 23"/>
                <a:gd name="T106" fmla="*/ 4 w 19"/>
                <a:gd name="T107" fmla="*/ 15 h 23"/>
                <a:gd name="T108" fmla="*/ 4 w 19"/>
                <a:gd name="T109" fmla="*/ 13 h 23"/>
                <a:gd name="T110" fmla="*/ 4 w 19"/>
                <a:gd name="T111" fmla="*/ 13 h 23"/>
                <a:gd name="T112" fmla="*/ 4 w 19"/>
                <a:gd name="T113" fmla="*/ 15 h 23"/>
                <a:gd name="T114" fmla="*/ 6 w 19"/>
                <a:gd name="T115" fmla="*/ 10 h 23"/>
                <a:gd name="T116" fmla="*/ 7 w 19"/>
                <a:gd name="T117" fmla="*/ 8 h 23"/>
                <a:gd name="T118" fmla="*/ 7 w 19"/>
                <a:gd name="T119" fmla="*/ 8 h 23"/>
                <a:gd name="T120" fmla="*/ 6 w 19"/>
                <a:gd name="T121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9" h="23">
                  <a:moveTo>
                    <a:pt x="6" y="23"/>
                  </a:moveTo>
                  <a:cubicBezTo>
                    <a:pt x="5" y="23"/>
                    <a:pt x="5" y="23"/>
                    <a:pt x="5" y="23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3" y="22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" y="20"/>
                    <a:pt x="0" y="18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11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5" y="4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3" y="7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9"/>
                    <a:pt x="10" y="11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7" y="19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lose/>
                  <a:moveTo>
                    <a:pt x="6" y="19"/>
                  </a:moveTo>
                  <a:cubicBezTo>
                    <a:pt x="6" y="19"/>
                    <a:pt x="6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6" y="18"/>
                    <a:pt x="6" y="19"/>
                  </a:cubicBezTo>
                  <a:close/>
                  <a:moveTo>
                    <a:pt x="4" y="15"/>
                  </a:moveTo>
                  <a:cubicBezTo>
                    <a:pt x="4" y="14"/>
                    <a:pt x="4" y="14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4" y="14"/>
                    <a:pt x="4" y="15"/>
                  </a:cubicBezTo>
                  <a:close/>
                  <a:moveTo>
                    <a:pt x="6" y="10"/>
                  </a:moveTo>
                  <a:cubicBezTo>
                    <a:pt x="7" y="9"/>
                    <a:pt x="7" y="9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9"/>
                    <a:pt x="7" y="9"/>
                    <a:pt x="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3805"/>
            <p:cNvSpPr/>
            <p:nvPr>
              <p:custDataLst>
                <p:tags r:id="rId72"/>
              </p:custDataLst>
            </p:nvPr>
          </p:nvSpPr>
          <p:spPr bwMode="auto">
            <a:xfrm>
              <a:off x="6353068" y="2677526"/>
              <a:ext cx="85513" cy="85513"/>
            </a:xfrm>
            <a:custGeom>
              <a:avLst/>
              <a:gdLst>
                <a:gd name="T0" fmla="*/ 0 w 17"/>
                <a:gd name="T1" fmla="*/ 9 h 17"/>
                <a:gd name="T2" fmla="*/ 3 w 17"/>
                <a:gd name="T3" fmla="*/ 6 h 17"/>
                <a:gd name="T4" fmla="*/ 6 w 17"/>
                <a:gd name="T5" fmla="*/ 10 h 17"/>
                <a:gd name="T6" fmla="*/ 14 w 17"/>
                <a:gd name="T7" fmla="*/ 0 h 17"/>
                <a:gd name="T8" fmla="*/ 14 w 17"/>
                <a:gd name="T9" fmla="*/ 0 h 17"/>
                <a:gd name="T10" fmla="*/ 17 w 17"/>
                <a:gd name="T11" fmla="*/ 4 h 17"/>
                <a:gd name="T12" fmla="*/ 7 w 17"/>
                <a:gd name="T13" fmla="*/ 17 h 17"/>
                <a:gd name="T14" fmla="*/ 0 w 17"/>
                <a:gd name="T15" fmla="*/ 9 h 17"/>
                <a:gd name="T16" fmla="*/ 0 w 17"/>
                <a:gd name="T17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9"/>
                  </a:moveTo>
                  <a:lnTo>
                    <a:pt x="3" y="6"/>
                  </a:lnTo>
                  <a:lnTo>
                    <a:pt x="6" y="1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7" y="4"/>
                  </a:lnTo>
                  <a:lnTo>
                    <a:pt x="7" y="17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3806"/>
            <p:cNvSpPr>
              <a:spLocks noEditPoints="1"/>
            </p:cNvSpPr>
            <p:nvPr>
              <p:custDataLst>
                <p:tags r:id="rId73"/>
              </p:custDataLst>
            </p:nvPr>
          </p:nvSpPr>
          <p:spPr bwMode="auto">
            <a:xfrm>
              <a:off x="6332948" y="2667465"/>
              <a:ext cx="125753" cy="110661"/>
            </a:xfrm>
            <a:custGeom>
              <a:avLst/>
              <a:gdLst>
                <a:gd name="T0" fmla="*/ 2 w 25"/>
                <a:gd name="T1" fmla="*/ 13 h 22"/>
                <a:gd name="T2" fmla="*/ 4 w 25"/>
                <a:gd name="T3" fmla="*/ 11 h 22"/>
                <a:gd name="T4" fmla="*/ 5 w 25"/>
                <a:gd name="T5" fmla="*/ 13 h 22"/>
                <a:gd name="T6" fmla="*/ 4 w 25"/>
                <a:gd name="T7" fmla="*/ 11 h 22"/>
                <a:gd name="T8" fmla="*/ 2 w 25"/>
                <a:gd name="T9" fmla="*/ 13 h 22"/>
                <a:gd name="T10" fmla="*/ 0 w 25"/>
                <a:gd name="T11" fmla="*/ 11 h 22"/>
                <a:gd name="T12" fmla="*/ 7 w 25"/>
                <a:gd name="T13" fmla="*/ 6 h 22"/>
                <a:gd name="T14" fmla="*/ 8 w 25"/>
                <a:gd name="T15" fmla="*/ 7 h 22"/>
                <a:gd name="T16" fmla="*/ 10 w 25"/>
                <a:gd name="T17" fmla="*/ 9 h 22"/>
                <a:gd name="T18" fmla="*/ 17 w 25"/>
                <a:gd name="T19" fmla="*/ 0 h 22"/>
                <a:gd name="T20" fmla="*/ 18 w 25"/>
                <a:gd name="T21" fmla="*/ 0 h 22"/>
                <a:gd name="T22" fmla="*/ 18 w 25"/>
                <a:gd name="T23" fmla="*/ 0 h 22"/>
                <a:gd name="T24" fmla="*/ 25 w 25"/>
                <a:gd name="T25" fmla="*/ 5 h 22"/>
                <a:gd name="T26" fmla="*/ 11 w 25"/>
                <a:gd name="T27" fmla="*/ 22 h 22"/>
                <a:gd name="T28" fmla="*/ 2 w 25"/>
                <a:gd name="T29" fmla="*/ 13 h 22"/>
                <a:gd name="T30" fmla="*/ 2 w 25"/>
                <a:gd name="T31" fmla="*/ 13 h 22"/>
                <a:gd name="T32" fmla="*/ 11 w 25"/>
                <a:gd name="T33" fmla="*/ 16 h 22"/>
                <a:gd name="T34" fmla="*/ 18 w 25"/>
                <a:gd name="T35" fmla="*/ 6 h 22"/>
                <a:gd name="T36" fmla="*/ 18 w 25"/>
                <a:gd name="T37" fmla="*/ 6 h 22"/>
                <a:gd name="T38" fmla="*/ 11 w 25"/>
                <a:gd name="T39" fmla="*/ 16 h 22"/>
                <a:gd name="T40" fmla="*/ 11 w 25"/>
                <a:gd name="T41" fmla="*/ 16 h 22"/>
                <a:gd name="T42" fmla="*/ 11 w 25"/>
                <a:gd name="T43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" h="22">
                  <a:moveTo>
                    <a:pt x="2" y="13"/>
                  </a:moveTo>
                  <a:lnTo>
                    <a:pt x="4" y="11"/>
                  </a:lnTo>
                  <a:lnTo>
                    <a:pt x="5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1"/>
                  </a:lnTo>
                  <a:lnTo>
                    <a:pt x="7" y="6"/>
                  </a:lnTo>
                  <a:lnTo>
                    <a:pt x="8" y="7"/>
                  </a:lnTo>
                  <a:lnTo>
                    <a:pt x="10" y="9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5" y="5"/>
                  </a:lnTo>
                  <a:lnTo>
                    <a:pt x="11" y="22"/>
                  </a:lnTo>
                  <a:lnTo>
                    <a:pt x="2" y="13"/>
                  </a:lnTo>
                  <a:lnTo>
                    <a:pt x="2" y="13"/>
                  </a:lnTo>
                  <a:close/>
                  <a:moveTo>
                    <a:pt x="11" y="16"/>
                  </a:moveTo>
                  <a:lnTo>
                    <a:pt x="18" y="6"/>
                  </a:lnTo>
                  <a:lnTo>
                    <a:pt x="18" y="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3807"/>
            <p:cNvSpPr>
              <a:spLocks noEditPoints="1"/>
            </p:cNvSpPr>
            <p:nvPr>
              <p:custDataLst>
                <p:tags r:id="rId74"/>
              </p:custDataLst>
            </p:nvPr>
          </p:nvSpPr>
          <p:spPr bwMode="auto">
            <a:xfrm>
              <a:off x="7142786" y="3009510"/>
              <a:ext cx="523126" cy="286715"/>
            </a:xfrm>
            <a:custGeom>
              <a:avLst/>
              <a:gdLst>
                <a:gd name="T0" fmla="*/ 70 w 95"/>
                <a:gd name="T1" fmla="*/ 50 h 52"/>
                <a:gd name="T2" fmla="*/ 71 w 95"/>
                <a:gd name="T3" fmla="*/ 46 h 52"/>
                <a:gd name="T4" fmla="*/ 74 w 95"/>
                <a:gd name="T5" fmla="*/ 47 h 52"/>
                <a:gd name="T6" fmla="*/ 74 w 95"/>
                <a:gd name="T7" fmla="*/ 47 h 52"/>
                <a:gd name="T8" fmla="*/ 82 w 95"/>
                <a:gd name="T9" fmla="*/ 48 h 52"/>
                <a:gd name="T10" fmla="*/ 82 w 95"/>
                <a:gd name="T11" fmla="*/ 48 h 52"/>
                <a:gd name="T12" fmla="*/ 90 w 95"/>
                <a:gd name="T13" fmla="*/ 47 h 52"/>
                <a:gd name="T14" fmla="*/ 90 w 95"/>
                <a:gd name="T15" fmla="*/ 47 h 52"/>
                <a:gd name="T16" fmla="*/ 91 w 95"/>
                <a:gd name="T17" fmla="*/ 40 h 52"/>
                <a:gd name="T18" fmla="*/ 91 w 95"/>
                <a:gd name="T19" fmla="*/ 40 h 52"/>
                <a:gd name="T20" fmla="*/ 79 w 95"/>
                <a:gd name="T21" fmla="*/ 8 h 52"/>
                <a:gd name="T22" fmla="*/ 79 w 95"/>
                <a:gd name="T23" fmla="*/ 8 h 52"/>
                <a:gd name="T24" fmla="*/ 43 w 95"/>
                <a:gd name="T25" fmla="*/ 4 h 52"/>
                <a:gd name="T26" fmla="*/ 43 w 95"/>
                <a:gd name="T27" fmla="*/ 4 h 52"/>
                <a:gd name="T28" fmla="*/ 0 w 95"/>
                <a:gd name="T29" fmla="*/ 6 h 52"/>
                <a:gd name="T30" fmla="*/ 0 w 95"/>
                <a:gd name="T31" fmla="*/ 6 h 52"/>
                <a:gd name="T32" fmla="*/ 0 w 95"/>
                <a:gd name="T33" fmla="*/ 2 h 52"/>
                <a:gd name="T34" fmla="*/ 43 w 95"/>
                <a:gd name="T35" fmla="*/ 0 h 52"/>
                <a:gd name="T36" fmla="*/ 43 w 95"/>
                <a:gd name="T37" fmla="*/ 0 h 52"/>
                <a:gd name="T38" fmla="*/ 81 w 95"/>
                <a:gd name="T39" fmla="*/ 4 h 52"/>
                <a:gd name="T40" fmla="*/ 81 w 95"/>
                <a:gd name="T41" fmla="*/ 4 h 52"/>
                <a:gd name="T42" fmla="*/ 95 w 95"/>
                <a:gd name="T43" fmla="*/ 40 h 52"/>
                <a:gd name="T44" fmla="*/ 95 w 95"/>
                <a:gd name="T45" fmla="*/ 40 h 52"/>
                <a:gd name="T46" fmla="*/ 91 w 95"/>
                <a:gd name="T47" fmla="*/ 50 h 52"/>
                <a:gd name="T48" fmla="*/ 91 w 95"/>
                <a:gd name="T49" fmla="*/ 50 h 52"/>
                <a:gd name="T50" fmla="*/ 82 w 95"/>
                <a:gd name="T51" fmla="*/ 52 h 52"/>
                <a:gd name="T52" fmla="*/ 82 w 95"/>
                <a:gd name="T53" fmla="*/ 52 h 52"/>
                <a:gd name="T54" fmla="*/ 70 w 95"/>
                <a:gd name="T55" fmla="*/ 50 h 52"/>
                <a:gd name="T56" fmla="*/ 0 w 95"/>
                <a:gd name="T57" fmla="*/ 6 h 52"/>
                <a:gd name="T58" fmla="*/ 0 w 95"/>
                <a:gd name="T59" fmla="*/ 6 h 52"/>
                <a:gd name="T60" fmla="*/ 0 w 95"/>
                <a:gd name="T61" fmla="*/ 6 h 52"/>
                <a:gd name="T62" fmla="*/ 0 w 95"/>
                <a:gd name="T63" fmla="*/ 6 h 52"/>
                <a:gd name="T64" fmla="*/ 0 w 95"/>
                <a:gd name="T65" fmla="*/ 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5" h="52">
                  <a:moveTo>
                    <a:pt x="70" y="50"/>
                  </a:moveTo>
                  <a:cubicBezTo>
                    <a:pt x="71" y="46"/>
                    <a:pt x="71" y="46"/>
                    <a:pt x="71" y="46"/>
                  </a:cubicBezTo>
                  <a:cubicBezTo>
                    <a:pt x="71" y="46"/>
                    <a:pt x="72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6" y="48"/>
                    <a:pt x="79" y="48"/>
                    <a:pt x="82" y="48"/>
                  </a:cubicBezTo>
                  <a:cubicBezTo>
                    <a:pt x="82" y="48"/>
                    <a:pt x="82" y="48"/>
                    <a:pt x="82" y="48"/>
                  </a:cubicBezTo>
                  <a:cubicBezTo>
                    <a:pt x="85" y="48"/>
                    <a:pt x="87" y="48"/>
                    <a:pt x="90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6"/>
                    <a:pt x="92" y="44"/>
                    <a:pt x="91" y="40"/>
                  </a:cubicBezTo>
                  <a:cubicBezTo>
                    <a:pt x="91" y="40"/>
                    <a:pt x="91" y="40"/>
                    <a:pt x="91" y="40"/>
                  </a:cubicBezTo>
                  <a:cubicBezTo>
                    <a:pt x="92" y="29"/>
                    <a:pt x="85" y="11"/>
                    <a:pt x="79" y="8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75" y="5"/>
                    <a:pt x="59" y="4"/>
                    <a:pt x="43" y="4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22" y="4"/>
                    <a:pt x="1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22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9" y="0"/>
                    <a:pt x="75" y="1"/>
                    <a:pt x="81" y="4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9" y="10"/>
                    <a:pt x="95" y="28"/>
                    <a:pt x="95" y="40"/>
                  </a:cubicBezTo>
                  <a:cubicBezTo>
                    <a:pt x="95" y="40"/>
                    <a:pt x="95" y="40"/>
                    <a:pt x="95" y="40"/>
                  </a:cubicBezTo>
                  <a:cubicBezTo>
                    <a:pt x="95" y="44"/>
                    <a:pt x="95" y="48"/>
                    <a:pt x="91" y="50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88" y="52"/>
                    <a:pt x="85" y="52"/>
                    <a:pt x="82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6" y="52"/>
                    <a:pt x="70" y="50"/>
                    <a:pt x="70" y="50"/>
                  </a:cubicBezTo>
                  <a:close/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3808"/>
            <p:cNvSpPr>
              <a:spLocks noEditPoints="1"/>
            </p:cNvSpPr>
            <p:nvPr>
              <p:custDataLst>
                <p:tags r:id="rId75"/>
              </p:custDataLst>
            </p:nvPr>
          </p:nvSpPr>
          <p:spPr bwMode="auto">
            <a:xfrm>
              <a:off x="7127698" y="2999449"/>
              <a:ext cx="548278" cy="306835"/>
            </a:xfrm>
            <a:custGeom>
              <a:avLst/>
              <a:gdLst>
                <a:gd name="T0" fmla="*/ 70 w 99"/>
                <a:gd name="T1" fmla="*/ 52 h 56"/>
                <a:gd name="T2" fmla="*/ 72 w 99"/>
                <a:gd name="T3" fmla="*/ 47 h 56"/>
                <a:gd name="T4" fmla="*/ 74 w 99"/>
                <a:gd name="T5" fmla="*/ 47 h 56"/>
                <a:gd name="T6" fmla="*/ 74 w 99"/>
                <a:gd name="T7" fmla="*/ 47 h 56"/>
                <a:gd name="T8" fmla="*/ 77 w 99"/>
                <a:gd name="T9" fmla="*/ 47 h 56"/>
                <a:gd name="T10" fmla="*/ 84 w 99"/>
                <a:gd name="T11" fmla="*/ 48 h 56"/>
                <a:gd name="T12" fmla="*/ 91 w 99"/>
                <a:gd name="T13" fmla="*/ 47 h 56"/>
                <a:gd name="T14" fmla="*/ 91 w 99"/>
                <a:gd name="T15" fmla="*/ 42 h 56"/>
                <a:gd name="T16" fmla="*/ 91 w 99"/>
                <a:gd name="T17" fmla="*/ 42 h 56"/>
                <a:gd name="T18" fmla="*/ 80 w 99"/>
                <a:gd name="T19" fmla="*/ 11 h 56"/>
                <a:gd name="T20" fmla="*/ 68 w 99"/>
                <a:gd name="T21" fmla="*/ 9 h 56"/>
                <a:gd name="T22" fmla="*/ 45 w 99"/>
                <a:gd name="T23" fmla="*/ 8 h 56"/>
                <a:gd name="T24" fmla="*/ 3 w 99"/>
                <a:gd name="T25" fmla="*/ 10 h 56"/>
                <a:gd name="T26" fmla="*/ 2 w 99"/>
                <a:gd name="T27" fmla="*/ 2 h 56"/>
                <a:gd name="T28" fmla="*/ 3 w 99"/>
                <a:gd name="T29" fmla="*/ 2 h 56"/>
                <a:gd name="T30" fmla="*/ 6 w 99"/>
                <a:gd name="T31" fmla="*/ 1 h 56"/>
                <a:gd name="T32" fmla="*/ 45 w 99"/>
                <a:gd name="T33" fmla="*/ 0 h 56"/>
                <a:gd name="T34" fmla="*/ 84 w 99"/>
                <a:gd name="T35" fmla="*/ 5 h 56"/>
                <a:gd name="T36" fmla="*/ 94 w 99"/>
                <a:gd name="T37" fmla="*/ 54 h 56"/>
                <a:gd name="T38" fmla="*/ 84 w 99"/>
                <a:gd name="T39" fmla="*/ 56 h 56"/>
                <a:gd name="T40" fmla="*/ 72 w 99"/>
                <a:gd name="T41" fmla="*/ 52 h 56"/>
                <a:gd name="T42" fmla="*/ 71 w 99"/>
                <a:gd name="T43" fmla="*/ 54 h 56"/>
                <a:gd name="T44" fmla="*/ 84 w 99"/>
                <a:gd name="T45" fmla="*/ 52 h 56"/>
                <a:gd name="T46" fmla="*/ 84 w 99"/>
                <a:gd name="T47" fmla="*/ 52 h 56"/>
                <a:gd name="T48" fmla="*/ 92 w 99"/>
                <a:gd name="T49" fmla="*/ 50 h 56"/>
                <a:gd name="T50" fmla="*/ 92 w 99"/>
                <a:gd name="T51" fmla="*/ 50 h 56"/>
                <a:gd name="T52" fmla="*/ 76 w 99"/>
                <a:gd name="T53" fmla="*/ 51 h 56"/>
                <a:gd name="T54" fmla="*/ 74 w 99"/>
                <a:gd name="T55" fmla="*/ 51 h 56"/>
                <a:gd name="T56" fmla="*/ 73 w 99"/>
                <a:gd name="T57" fmla="*/ 50 h 56"/>
                <a:gd name="T58" fmla="*/ 73 w 99"/>
                <a:gd name="T59" fmla="*/ 50 h 56"/>
                <a:gd name="T60" fmla="*/ 72 w 99"/>
                <a:gd name="T61" fmla="*/ 50 h 56"/>
                <a:gd name="T62" fmla="*/ 73 w 99"/>
                <a:gd name="T63" fmla="*/ 50 h 56"/>
                <a:gd name="T64" fmla="*/ 93 w 99"/>
                <a:gd name="T65" fmla="*/ 50 h 56"/>
                <a:gd name="T66" fmla="*/ 92 w 99"/>
                <a:gd name="T67" fmla="*/ 50 h 56"/>
                <a:gd name="T68" fmla="*/ 71 w 99"/>
                <a:gd name="T69" fmla="*/ 49 h 56"/>
                <a:gd name="T70" fmla="*/ 95 w 99"/>
                <a:gd name="T71" fmla="*/ 47 h 56"/>
                <a:gd name="T72" fmla="*/ 95 w 99"/>
                <a:gd name="T73" fmla="*/ 45 h 56"/>
                <a:gd name="T74" fmla="*/ 95 w 99"/>
                <a:gd name="T75" fmla="*/ 40 h 56"/>
                <a:gd name="T76" fmla="*/ 82 w 99"/>
                <a:gd name="T77" fmla="*/ 8 h 56"/>
                <a:gd name="T78" fmla="*/ 2 w 99"/>
                <a:gd name="T79" fmla="*/ 10 h 56"/>
                <a:gd name="T80" fmla="*/ 68 w 99"/>
                <a:gd name="T81" fmla="*/ 5 h 56"/>
                <a:gd name="T82" fmla="*/ 62 w 99"/>
                <a:gd name="T83" fmla="*/ 5 h 56"/>
                <a:gd name="T84" fmla="*/ 4 w 99"/>
                <a:gd name="T85" fmla="*/ 5 h 56"/>
                <a:gd name="T86" fmla="*/ 4 w 99"/>
                <a:gd name="T87" fmla="*/ 5 h 56"/>
                <a:gd name="T88" fmla="*/ 8 w 99"/>
                <a:gd name="T89" fmla="*/ 5 h 56"/>
                <a:gd name="T90" fmla="*/ 8 w 99"/>
                <a:gd name="T91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" h="56">
                  <a:moveTo>
                    <a:pt x="71" y="54"/>
                  </a:moveTo>
                  <a:cubicBezTo>
                    <a:pt x="69" y="54"/>
                    <a:pt x="69" y="54"/>
                    <a:pt x="69" y="54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1" y="48"/>
                    <a:pt x="71" y="47"/>
                    <a:pt x="72" y="47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47"/>
                    <a:pt x="72" y="46"/>
                    <a:pt x="73" y="46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73" y="46"/>
                    <a:pt x="73" y="46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4" y="47"/>
                    <a:pt x="74" y="47"/>
                    <a:pt x="74" y="47"/>
                  </a:cubicBezTo>
                  <a:cubicBezTo>
                    <a:pt x="75" y="47"/>
                    <a:pt x="76" y="47"/>
                    <a:pt x="77" y="47"/>
                  </a:cubicBezTo>
                  <a:cubicBezTo>
                    <a:pt x="77" y="47"/>
                    <a:pt x="77" y="47"/>
                    <a:pt x="77" y="47"/>
                  </a:cubicBezTo>
                  <a:cubicBezTo>
                    <a:pt x="79" y="48"/>
                    <a:pt x="81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6" y="48"/>
                    <a:pt x="89" y="48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1" y="47"/>
                    <a:pt x="91" y="46"/>
                    <a:pt x="91" y="46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5"/>
                    <a:pt x="91" y="44"/>
                    <a:pt x="91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91" y="42"/>
                    <a:pt x="91" y="42"/>
                    <a:pt x="91" y="42"/>
                  </a:cubicBezTo>
                  <a:cubicBezTo>
                    <a:pt x="91" y="42"/>
                    <a:pt x="91" y="42"/>
                    <a:pt x="91" y="41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2" y="32"/>
                    <a:pt x="85" y="14"/>
                    <a:pt x="80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4" y="10"/>
                    <a:pt x="68" y="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2" y="9"/>
                    <a:pt x="54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6" y="8"/>
                    <a:pt x="4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24" y="8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5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8" y="1"/>
                    <a:pt x="12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4" y="1"/>
                    <a:pt x="34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2" y="0"/>
                    <a:pt x="77" y="1"/>
                    <a:pt x="84" y="5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94" y="11"/>
                    <a:pt x="99" y="29"/>
                    <a:pt x="99" y="42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46"/>
                    <a:pt x="99" y="51"/>
                    <a:pt x="94" y="5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1" y="56"/>
                    <a:pt x="87" y="56"/>
                    <a:pt x="84" y="56"/>
                  </a:cubicBezTo>
                  <a:cubicBezTo>
                    <a:pt x="84" y="56"/>
                    <a:pt x="84" y="56"/>
                    <a:pt x="84" y="56"/>
                  </a:cubicBezTo>
                  <a:cubicBezTo>
                    <a:pt x="78" y="56"/>
                    <a:pt x="72" y="55"/>
                    <a:pt x="71" y="54"/>
                  </a:cubicBezTo>
                  <a:close/>
                  <a:moveTo>
                    <a:pt x="71" y="54"/>
                  </a:moveTo>
                  <a:cubicBezTo>
                    <a:pt x="72" y="52"/>
                    <a:pt x="72" y="52"/>
                    <a:pt x="72" y="52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1" y="54"/>
                    <a:pt x="71" y="54"/>
                    <a:pt x="71" y="54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lose/>
                  <a:moveTo>
                    <a:pt x="84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7" y="52"/>
                    <a:pt x="90" y="52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0" y="52"/>
                    <a:pt x="87" y="52"/>
                    <a:pt x="84" y="52"/>
                  </a:cubicBezTo>
                  <a:close/>
                  <a:moveTo>
                    <a:pt x="80" y="52"/>
                  </a:moveTo>
                  <a:cubicBezTo>
                    <a:pt x="78" y="52"/>
                    <a:pt x="77" y="51"/>
                    <a:pt x="76" y="51"/>
                  </a:cubicBezTo>
                  <a:cubicBezTo>
                    <a:pt x="76" y="51"/>
                    <a:pt x="76" y="51"/>
                    <a:pt x="76" y="51"/>
                  </a:cubicBezTo>
                  <a:cubicBezTo>
                    <a:pt x="75" y="51"/>
                    <a:pt x="75" y="51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6" y="51"/>
                    <a:pt x="78" y="52"/>
                    <a:pt x="80" y="52"/>
                  </a:cubicBezTo>
                  <a:close/>
                  <a:moveTo>
                    <a:pt x="73" y="50"/>
                  </a:move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lose/>
                  <a:moveTo>
                    <a:pt x="92" y="50"/>
                  </a:moveTo>
                  <a:cubicBezTo>
                    <a:pt x="92" y="50"/>
                    <a:pt x="93" y="50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3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lose/>
                  <a:moveTo>
                    <a:pt x="71" y="50"/>
                  </a:moveTo>
                  <a:cubicBezTo>
                    <a:pt x="71" y="50"/>
                    <a:pt x="71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1" y="49"/>
                    <a:pt x="71" y="49"/>
                    <a:pt x="71" y="50"/>
                  </a:cubicBezTo>
                  <a:close/>
                  <a:moveTo>
                    <a:pt x="95" y="47"/>
                  </a:moveTo>
                  <a:cubicBezTo>
                    <a:pt x="94" y="48"/>
                    <a:pt x="94" y="48"/>
                    <a:pt x="94" y="49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5" y="48"/>
                    <a:pt x="95" y="47"/>
                    <a:pt x="95" y="45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46"/>
                    <a:pt x="95" y="47"/>
                    <a:pt x="95" y="47"/>
                  </a:cubicBezTo>
                  <a:close/>
                  <a:moveTo>
                    <a:pt x="95" y="40"/>
                  </a:moveTo>
                  <a:cubicBezTo>
                    <a:pt x="95" y="29"/>
                    <a:pt x="89" y="12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9" y="12"/>
                    <a:pt x="95" y="29"/>
                    <a:pt x="95" y="40"/>
                  </a:cubicBezTo>
                  <a:close/>
                  <a:moveTo>
                    <a:pt x="2" y="10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10"/>
                    <a:pt x="2" y="10"/>
                    <a:pt x="2" y="10"/>
                  </a:cubicBezTo>
                  <a:close/>
                  <a:moveTo>
                    <a:pt x="68" y="5"/>
                  </a:moveTo>
                  <a:cubicBezTo>
                    <a:pt x="71" y="5"/>
                    <a:pt x="73" y="6"/>
                    <a:pt x="75" y="6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1" y="5"/>
                    <a:pt x="67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5" y="5"/>
                    <a:pt x="67" y="5"/>
                    <a:pt x="68" y="5"/>
                  </a:cubicBezTo>
                  <a:close/>
                  <a:moveTo>
                    <a:pt x="4" y="5"/>
                  </a:moveTo>
                  <a:cubicBezTo>
                    <a:pt x="5" y="5"/>
                    <a:pt x="7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5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lose/>
                  <a:moveTo>
                    <a:pt x="8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3809"/>
            <p:cNvSpPr/>
            <p:nvPr>
              <p:custDataLst>
                <p:tags r:id="rId76"/>
              </p:custDataLst>
            </p:nvPr>
          </p:nvSpPr>
          <p:spPr bwMode="auto">
            <a:xfrm>
              <a:off x="7540163" y="3276104"/>
              <a:ext cx="80481" cy="45272"/>
            </a:xfrm>
            <a:custGeom>
              <a:avLst/>
              <a:gdLst>
                <a:gd name="T0" fmla="*/ 0 w 16"/>
                <a:gd name="T1" fmla="*/ 4 h 9"/>
                <a:gd name="T2" fmla="*/ 15 w 16"/>
                <a:gd name="T3" fmla="*/ 0 h 9"/>
                <a:gd name="T4" fmla="*/ 16 w 16"/>
                <a:gd name="T5" fmla="*/ 4 h 9"/>
                <a:gd name="T6" fmla="*/ 1 w 16"/>
                <a:gd name="T7" fmla="*/ 9 h 9"/>
                <a:gd name="T8" fmla="*/ 0 w 16"/>
                <a:gd name="T9" fmla="*/ 4 h 9"/>
                <a:gd name="T10" fmla="*/ 0 w 16"/>
                <a:gd name="T11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9">
                  <a:moveTo>
                    <a:pt x="0" y="4"/>
                  </a:moveTo>
                  <a:lnTo>
                    <a:pt x="15" y="0"/>
                  </a:lnTo>
                  <a:lnTo>
                    <a:pt x="16" y="4"/>
                  </a:lnTo>
                  <a:lnTo>
                    <a:pt x="1" y="9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3810"/>
            <p:cNvSpPr>
              <a:spLocks noEditPoints="1"/>
            </p:cNvSpPr>
            <p:nvPr>
              <p:custDataLst>
                <p:tags r:id="rId77"/>
              </p:custDataLst>
            </p:nvPr>
          </p:nvSpPr>
          <p:spPr bwMode="auto">
            <a:xfrm>
              <a:off x="7520043" y="3266044"/>
              <a:ext cx="115693" cy="65392"/>
            </a:xfrm>
            <a:custGeom>
              <a:avLst/>
              <a:gdLst>
                <a:gd name="T0" fmla="*/ 3 w 23"/>
                <a:gd name="T1" fmla="*/ 11 h 13"/>
                <a:gd name="T2" fmla="*/ 1 w 23"/>
                <a:gd name="T3" fmla="*/ 6 h 13"/>
                <a:gd name="T4" fmla="*/ 4 w 23"/>
                <a:gd name="T5" fmla="*/ 6 h 13"/>
                <a:gd name="T6" fmla="*/ 4 w 23"/>
                <a:gd name="T7" fmla="*/ 8 h 13"/>
                <a:gd name="T8" fmla="*/ 4 w 23"/>
                <a:gd name="T9" fmla="*/ 6 h 13"/>
                <a:gd name="T10" fmla="*/ 1 w 23"/>
                <a:gd name="T11" fmla="*/ 6 h 13"/>
                <a:gd name="T12" fmla="*/ 0 w 23"/>
                <a:gd name="T13" fmla="*/ 4 h 13"/>
                <a:gd name="T14" fmla="*/ 21 w 23"/>
                <a:gd name="T15" fmla="*/ 0 h 13"/>
                <a:gd name="T16" fmla="*/ 23 w 23"/>
                <a:gd name="T17" fmla="*/ 7 h 13"/>
                <a:gd name="T18" fmla="*/ 3 w 23"/>
                <a:gd name="T19" fmla="*/ 13 h 13"/>
                <a:gd name="T20" fmla="*/ 3 w 23"/>
                <a:gd name="T21" fmla="*/ 11 h 13"/>
                <a:gd name="T22" fmla="*/ 3 w 23"/>
                <a:gd name="T23" fmla="*/ 11 h 13"/>
                <a:gd name="T24" fmla="*/ 7 w 23"/>
                <a:gd name="T25" fmla="*/ 7 h 13"/>
                <a:gd name="T26" fmla="*/ 18 w 23"/>
                <a:gd name="T27" fmla="*/ 4 h 13"/>
                <a:gd name="T28" fmla="*/ 18 w 23"/>
                <a:gd name="T29" fmla="*/ 4 h 13"/>
                <a:gd name="T30" fmla="*/ 7 w 23"/>
                <a:gd name="T31" fmla="*/ 7 h 13"/>
                <a:gd name="T32" fmla="*/ 7 w 23"/>
                <a:gd name="T3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13">
                  <a:moveTo>
                    <a:pt x="3" y="11"/>
                  </a:moveTo>
                  <a:lnTo>
                    <a:pt x="1" y="6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6"/>
                  </a:lnTo>
                  <a:lnTo>
                    <a:pt x="1" y="6"/>
                  </a:lnTo>
                  <a:lnTo>
                    <a:pt x="0" y="4"/>
                  </a:lnTo>
                  <a:lnTo>
                    <a:pt x="21" y="0"/>
                  </a:lnTo>
                  <a:lnTo>
                    <a:pt x="23" y="7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3" y="11"/>
                  </a:lnTo>
                  <a:close/>
                  <a:moveTo>
                    <a:pt x="7" y="7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3811"/>
            <p:cNvSpPr/>
            <p:nvPr>
              <p:custDataLst>
                <p:tags r:id="rId78"/>
              </p:custDataLst>
            </p:nvPr>
          </p:nvSpPr>
          <p:spPr bwMode="auto">
            <a:xfrm>
              <a:off x="7595492" y="3271073"/>
              <a:ext cx="40240" cy="45272"/>
            </a:xfrm>
            <a:custGeom>
              <a:avLst/>
              <a:gdLst>
                <a:gd name="T0" fmla="*/ 0 w 8"/>
                <a:gd name="T1" fmla="*/ 5 h 9"/>
                <a:gd name="T2" fmla="*/ 5 w 8"/>
                <a:gd name="T3" fmla="*/ 0 h 9"/>
                <a:gd name="T4" fmla="*/ 8 w 8"/>
                <a:gd name="T5" fmla="*/ 4 h 9"/>
                <a:gd name="T6" fmla="*/ 2 w 8"/>
                <a:gd name="T7" fmla="*/ 9 h 9"/>
                <a:gd name="T8" fmla="*/ 0 w 8"/>
                <a:gd name="T9" fmla="*/ 5 h 9"/>
                <a:gd name="T10" fmla="*/ 0 w 8"/>
                <a:gd name="T11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0" y="5"/>
                  </a:moveTo>
                  <a:lnTo>
                    <a:pt x="5" y="0"/>
                  </a:lnTo>
                  <a:lnTo>
                    <a:pt x="8" y="4"/>
                  </a:lnTo>
                  <a:lnTo>
                    <a:pt x="2" y="9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3812"/>
            <p:cNvSpPr/>
            <p:nvPr>
              <p:custDataLst>
                <p:tags r:id="rId79"/>
              </p:custDataLst>
            </p:nvPr>
          </p:nvSpPr>
          <p:spPr bwMode="auto">
            <a:xfrm>
              <a:off x="7575372" y="3261013"/>
              <a:ext cx="80481" cy="70421"/>
            </a:xfrm>
            <a:custGeom>
              <a:avLst/>
              <a:gdLst>
                <a:gd name="T0" fmla="*/ 1 w 16"/>
                <a:gd name="T1" fmla="*/ 8 h 14"/>
                <a:gd name="T2" fmla="*/ 4 w 16"/>
                <a:gd name="T3" fmla="*/ 7 h 14"/>
                <a:gd name="T4" fmla="*/ 5 w 16"/>
                <a:gd name="T5" fmla="*/ 9 h 14"/>
                <a:gd name="T6" fmla="*/ 4 w 16"/>
                <a:gd name="T7" fmla="*/ 7 h 14"/>
                <a:gd name="T8" fmla="*/ 1 w 16"/>
                <a:gd name="T9" fmla="*/ 8 h 14"/>
                <a:gd name="T10" fmla="*/ 0 w 16"/>
                <a:gd name="T11" fmla="*/ 7 h 14"/>
                <a:gd name="T12" fmla="*/ 10 w 16"/>
                <a:gd name="T13" fmla="*/ 0 h 14"/>
                <a:gd name="T14" fmla="*/ 16 w 16"/>
                <a:gd name="T15" fmla="*/ 6 h 14"/>
                <a:gd name="T16" fmla="*/ 6 w 16"/>
                <a:gd name="T17" fmla="*/ 14 h 14"/>
                <a:gd name="T18" fmla="*/ 1 w 16"/>
                <a:gd name="T19" fmla="*/ 8 h 14"/>
                <a:gd name="T20" fmla="*/ 1 w 16"/>
                <a:gd name="T2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14">
                  <a:moveTo>
                    <a:pt x="1" y="8"/>
                  </a:moveTo>
                  <a:lnTo>
                    <a:pt x="4" y="7"/>
                  </a:lnTo>
                  <a:lnTo>
                    <a:pt x="5" y="9"/>
                  </a:lnTo>
                  <a:lnTo>
                    <a:pt x="4" y="7"/>
                  </a:lnTo>
                  <a:lnTo>
                    <a:pt x="1" y="8"/>
                  </a:lnTo>
                  <a:lnTo>
                    <a:pt x="0" y="7"/>
                  </a:lnTo>
                  <a:lnTo>
                    <a:pt x="10" y="0"/>
                  </a:lnTo>
                  <a:lnTo>
                    <a:pt x="16" y="6"/>
                  </a:lnTo>
                  <a:lnTo>
                    <a:pt x="6" y="14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3813"/>
            <p:cNvSpPr/>
            <p:nvPr>
              <p:custDataLst>
                <p:tags r:id="rId80"/>
              </p:custDataLst>
            </p:nvPr>
          </p:nvSpPr>
          <p:spPr bwMode="auto">
            <a:xfrm>
              <a:off x="6403369" y="3557788"/>
              <a:ext cx="513066" cy="442645"/>
            </a:xfrm>
            <a:custGeom>
              <a:avLst/>
              <a:gdLst>
                <a:gd name="T0" fmla="*/ 0 w 93"/>
                <a:gd name="T1" fmla="*/ 76 h 80"/>
                <a:gd name="T2" fmla="*/ 23 w 93"/>
                <a:gd name="T3" fmla="*/ 76 h 80"/>
                <a:gd name="T4" fmla="*/ 28 w 93"/>
                <a:gd name="T5" fmla="*/ 45 h 80"/>
                <a:gd name="T6" fmla="*/ 28 w 93"/>
                <a:gd name="T7" fmla="*/ 45 h 80"/>
                <a:gd name="T8" fmla="*/ 38 w 93"/>
                <a:gd name="T9" fmla="*/ 3 h 80"/>
                <a:gd name="T10" fmla="*/ 38 w 93"/>
                <a:gd name="T11" fmla="*/ 3 h 80"/>
                <a:gd name="T12" fmla="*/ 50 w 93"/>
                <a:gd name="T13" fmla="*/ 0 h 80"/>
                <a:gd name="T14" fmla="*/ 50 w 93"/>
                <a:gd name="T15" fmla="*/ 0 h 80"/>
                <a:gd name="T16" fmla="*/ 93 w 93"/>
                <a:gd name="T17" fmla="*/ 9 h 80"/>
                <a:gd name="T18" fmla="*/ 93 w 93"/>
                <a:gd name="T19" fmla="*/ 9 h 80"/>
                <a:gd name="T20" fmla="*/ 93 w 93"/>
                <a:gd name="T21" fmla="*/ 9 h 80"/>
                <a:gd name="T22" fmla="*/ 92 w 93"/>
                <a:gd name="T23" fmla="*/ 13 h 80"/>
                <a:gd name="T24" fmla="*/ 76 w 93"/>
                <a:gd name="T25" fmla="*/ 8 h 80"/>
                <a:gd name="T26" fmla="*/ 76 w 93"/>
                <a:gd name="T27" fmla="*/ 8 h 80"/>
                <a:gd name="T28" fmla="*/ 50 w 93"/>
                <a:gd name="T29" fmla="*/ 4 h 80"/>
                <a:gd name="T30" fmla="*/ 50 w 93"/>
                <a:gd name="T31" fmla="*/ 4 h 80"/>
                <a:gd name="T32" fmla="*/ 41 w 93"/>
                <a:gd name="T33" fmla="*/ 6 h 80"/>
                <a:gd name="T34" fmla="*/ 41 w 93"/>
                <a:gd name="T35" fmla="*/ 6 h 80"/>
                <a:gd name="T36" fmla="*/ 32 w 93"/>
                <a:gd name="T37" fmla="*/ 45 h 80"/>
                <a:gd name="T38" fmla="*/ 32 w 93"/>
                <a:gd name="T39" fmla="*/ 45 h 80"/>
                <a:gd name="T40" fmla="*/ 27 w 93"/>
                <a:gd name="T41" fmla="*/ 78 h 80"/>
                <a:gd name="T42" fmla="*/ 27 w 93"/>
                <a:gd name="T43" fmla="*/ 78 h 80"/>
                <a:gd name="T44" fmla="*/ 27 w 93"/>
                <a:gd name="T45" fmla="*/ 80 h 80"/>
                <a:gd name="T46" fmla="*/ 0 w 93"/>
                <a:gd name="T47" fmla="*/ 80 h 80"/>
                <a:gd name="T48" fmla="*/ 0 w 93"/>
                <a:gd name="T49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3" h="80">
                  <a:moveTo>
                    <a:pt x="0" y="76"/>
                  </a:moveTo>
                  <a:cubicBezTo>
                    <a:pt x="23" y="76"/>
                    <a:pt x="23" y="76"/>
                    <a:pt x="23" y="76"/>
                  </a:cubicBezTo>
                  <a:cubicBezTo>
                    <a:pt x="24" y="72"/>
                    <a:pt x="26" y="58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31" y="27"/>
                    <a:pt x="34" y="9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40" y="0"/>
                    <a:pt x="45" y="0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66" y="0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3"/>
                    <a:pt x="85" y="10"/>
                    <a:pt x="76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8" y="6"/>
                    <a:pt x="57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5" y="4"/>
                    <a:pt x="42" y="5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39" y="9"/>
                    <a:pt x="35" y="28"/>
                    <a:pt x="32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9" y="62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76"/>
                    <a:pt x="0" y="76"/>
                    <a:pt x="0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3814"/>
            <p:cNvSpPr>
              <a:spLocks noEditPoints="1"/>
            </p:cNvSpPr>
            <p:nvPr>
              <p:custDataLst>
                <p:tags r:id="rId81"/>
              </p:custDataLst>
            </p:nvPr>
          </p:nvSpPr>
          <p:spPr bwMode="auto">
            <a:xfrm>
              <a:off x="6388277" y="3547728"/>
              <a:ext cx="538218" cy="462766"/>
            </a:xfrm>
            <a:custGeom>
              <a:avLst/>
              <a:gdLst>
                <a:gd name="T0" fmla="*/ 0 w 97"/>
                <a:gd name="T1" fmla="*/ 78 h 84"/>
                <a:gd name="T2" fmla="*/ 24 w 97"/>
                <a:gd name="T3" fmla="*/ 76 h 84"/>
                <a:gd name="T4" fmla="*/ 28 w 97"/>
                <a:gd name="T5" fmla="*/ 46 h 84"/>
                <a:gd name="T6" fmla="*/ 38 w 97"/>
                <a:gd name="T7" fmla="*/ 4 h 84"/>
                <a:gd name="T8" fmla="*/ 52 w 97"/>
                <a:gd name="T9" fmla="*/ 0 h 84"/>
                <a:gd name="T10" fmla="*/ 96 w 97"/>
                <a:gd name="T11" fmla="*/ 9 h 84"/>
                <a:gd name="T12" fmla="*/ 97 w 97"/>
                <a:gd name="T13" fmla="*/ 11 h 84"/>
                <a:gd name="T14" fmla="*/ 95 w 97"/>
                <a:gd name="T15" fmla="*/ 17 h 84"/>
                <a:gd name="T16" fmla="*/ 93 w 97"/>
                <a:gd name="T17" fmla="*/ 17 h 84"/>
                <a:gd name="T18" fmla="*/ 93 w 97"/>
                <a:gd name="T19" fmla="*/ 16 h 84"/>
                <a:gd name="T20" fmla="*/ 93 w 97"/>
                <a:gd name="T21" fmla="*/ 16 h 84"/>
                <a:gd name="T22" fmla="*/ 93 w 97"/>
                <a:gd name="T23" fmla="*/ 16 h 84"/>
                <a:gd name="T24" fmla="*/ 92 w 97"/>
                <a:gd name="T25" fmla="*/ 16 h 84"/>
                <a:gd name="T26" fmla="*/ 89 w 97"/>
                <a:gd name="T27" fmla="*/ 15 h 84"/>
                <a:gd name="T28" fmla="*/ 78 w 97"/>
                <a:gd name="T29" fmla="*/ 12 h 84"/>
                <a:gd name="T30" fmla="*/ 52 w 97"/>
                <a:gd name="T31" fmla="*/ 8 h 84"/>
                <a:gd name="T32" fmla="*/ 51 w 97"/>
                <a:gd name="T33" fmla="*/ 8 h 84"/>
                <a:gd name="T34" fmla="*/ 51 w 97"/>
                <a:gd name="T35" fmla="*/ 8 h 84"/>
                <a:gd name="T36" fmla="*/ 45 w 97"/>
                <a:gd name="T37" fmla="*/ 9 h 84"/>
                <a:gd name="T38" fmla="*/ 45 w 97"/>
                <a:gd name="T39" fmla="*/ 9 h 84"/>
                <a:gd name="T40" fmla="*/ 41 w 97"/>
                <a:gd name="T41" fmla="*/ 23 h 84"/>
                <a:gd name="T42" fmla="*/ 36 w 97"/>
                <a:gd name="T43" fmla="*/ 48 h 84"/>
                <a:gd name="T44" fmla="*/ 31 w 97"/>
                <a:gd name="T45" fmla="*/ 81 h 84"/>
                <a:gd name="T46" fmla="*/ 0 w 97"/>
                <a:gd name="T47" fmla="*/ 84 h 84"/>
                <a:gd name="T48" fmla="*/ 27 w 97"/>
                <a:gd name="T49" fmla="*/ 79 h 84"/>
                <a:gd name="T50" fmla="*/ 27 w 97"/>
                <a:gd name="T51" fmla="*/ 80 h 84"/>
                <a:gd name="T52" fmla="*/ 27 w 97"/>
                <a:gd name="T53" fmla="*/ 80 h 84"/>
                <a:gd name="T54" fmla="*/ 27 w 97"/>
                <a:gd name="T55" fmla="*/ 79 h 84"/>
                <a:gd name="T56" fmla="*/ 27 w 97"/>
                <a:gd name="T57" fmla="*/ 77 h 84"/>
                <a:gd name="T58" fmla="*/ 28 w 97"/>
                <a:gd name="T59" fmla="*/ 70 h 84"/>
                <a:gd name="T60" fmla="*/ 30 w 97"/>
                <a:gd name="T61" fmla="*/ 61 h 84"/>
                <a:gd name="T62" fmla="*/ 36 w 97"/>
                <a:gd name="T63" fmla="*/ 26 h 84"/>
                <a:gd name="T64" fmla="*/ 37 w 97"/>
                <a:gd name="T65" fmla="*/ 22 h 84"/>
                <a:gd name="T66" fmla="*/ 39 w 97"/>
                <a:gd name="T67" fmla="*/ 13 h 84"/>
                <a:gd name="T68" fmla="*/ 79 w 97"/>
                <a:gd name="T69" fmla="*/ 8 h 84"/>
                <a:gd name="T70" fmla="*/ 93 w 97"/>
                <a:gd name="T71" fmla="*/ 12 h 84"/>
                <a:gd name="T72" fmla="*/ 90 w 97"/>
                <a:gd name="T73" fmla="*/ 11 h 84"/>
                <a:gd name="T74" fmla="*/ 79 w 97"/>
                <a:gd name="T75" fmla="*/ 8 h 84"/>
                <a:gd name="T76" fmla="*/ 66 w 97"/>
                <a:gd name="T77" fmla="*/ 5 h 84"/>
                <a:gd name="T78" fmla="*/ 79 w 97"/>
                <a:gd name="T79" fmla="*/ 8 h 84"/>
                <a:gd name="T80" fmla="*/ 41 w 97"/>
                <a:gd name="T81" fmla="*/ 7 h 84"/>
                <a:gd name="T82" fmla="*/ 42 w 97"/>
                <a:gd name="T83" fmla="*/ 7 h 84"/>
                <a:gd name="T84" fmla="*/ 42 w 97"/>
                <a:gd name="T85" fmla="*/ 7 h 84"/>
                <a:gd name="T86" fmla="*/ 44 w 97"/>
                <a:gd name="T87" fmla="*/ 5 h 84"/>
                <a:gd name="T88" fmla="*/ 47 w 97"/>
                <a:gd name="T89" fmla="*/ 4 h 84"/>
                <a:gd name="T90" fmla="*/ 51 w 97"/>
                <a:gd name="T91" fmla="*/ 4 h 84"/>
                <a:gd name="T92" fmla="*/ 52 w 97"/>
                <a:gd name="T93" fmla="*/ 4 h 84"/>
                <a:gd name="T94" fmla="*/ 55 w 97"/>
                <a:gd name="T95" fmla="*/ 4 h 84"/>
                <a:gd name="T96" fmla="*/ 52 w 97"/>
                <a:gd name="T97" fmla="*/ 4 h 84"/>
                <a:gd name="T98" fmla="*/ 51 w 97"/>
                <a:gd name="T99" fmla="*/ 4 h 84"/>
                <a:gd name="T100" fmla="*/ 52 w 97"/>
                <a:gd name="T101" fmla="*/ 4 h 84"/>
                <a:gd name="T102" fmla="*/ 51 w 97"/>
                <a:gd name="T103" fmla="*/ 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7" h="84">
                  <a:moveTo>
                    <a:pt x="0" y="82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1"/>
                    <a:pt x="26" y="59"/>
                    <a:pt x="2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31" y="29"/>
                    <a:pt x="34" y="11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2" y="0"/>
                    <a:pt x="47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8" y="0"/>
                    <a:pt x="93" y="8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93" y="17"/>
                    <a:pt x="94" y="17"/>
                    <a:pt x="93" y="17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6"/>
                    <a:pt x="93" y="16"/>
                    <a:pt x="92" y="16"/>
                  </a:cubicBezTo>
                  <a:cubicBezTo>
                    <a:pt x="92" y="16"/>
                    <a:pt x="92" y="16"/>
                    <a:pt x="92" y="16"/>
                  </a:cubicBezTo>
                  <a:cubicBezTo>
                    <a:pt x="91" y="16"/>
                    <a:pt x="90" y="16"/>
                    <a:pt x="89" y="15"/>
                  </a:cubicBezTo>
                  <a:cubicBezTo>
                    <a:pt x="89" y="15"/>
                    <a:pt x="89" y="15"/>
                    <a:pt x="89" y="15"/>
                  </a:cubicBezTo>
                  <a:cubicBezTo>
                    <a:pt x="86" y="14"/>
                    <a:pt x="82" y="13"/>
                    <a:pt x="78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69" y="10"/>
                    <a:pt x="59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48" y="7"/>
                    <a:pt x="45" y="8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4" y="10"/>
                    <a:pt x="42" y="16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30"/>
                    <a:pt x="37" y="39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3" y="65"/>
                    <a:pt x="31" y="81"/>
                    <a:pt x="31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84"/>
                    <a:pt x="31" y="84"/>
                    <a:pt x="3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2"/>
                    <a:pt x="0" y="82"/>
                    <a:pt x="0" y="82"/>
                  </a:cubicBezTo>
                  <a:close/>
                  <a:moveTo>
                    <a:pt x="27" y="79"/>
                  </a:moveTo>
                  <a:cubicBezTo>
                    <a:pt x="27" y="80"/>
                    <a:pt x="27" y="80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cubicBezTo>
                    <a:pt x="27" y="80"/>
                    <a:pt x="27" y="80"/>
                    <a:pt x="27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7" y="79"/>
                    <a:pt x="27" y="78"/>
                    <a:pt x="27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8" y="76"/>
                    <a:pt x="28" y="73"/>
                    <a:pt x="28" y="70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9" y="67"/>
                    <a:pt x="29" y="6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9" y="69"/>
                    <a:pt x="28" y="76"/>
                    <a:pt x="27" y="79"/>
                  </a:cubicBezTo>
                  <a:close/>
                  <a:moveTo>
                    <a:pt x="36" y="26"/>
                  </a:moveTo>
                  <a:cubicBezTo>
                    <a:pt x="36" y="25"/>
                    <a:pt x="36" y="23"/>
                    <a:pt x="37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8" y="19"/>
                    <a:pt x="38" y="16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8" y="17"/>
                    <a:pt x="37" y="21"/>
                    <a:pt x="36" y="26"/>
                  </a:cubicBezTo>
                  <a:close/>
                  <a:moveTo>
                    <a:pt x="79" y="8"/>
                  </a:moveTo>
                  <a:cubicBezTo>
                    <a:pt x="85" y="10"/>
                    <a:pt x="90" y="11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2" y="12"/>
                    <a:pt x="91" y="12"/>
                    <a:pt x="90" y="11"/>
                  </a:cubicBezTo>
                  <a:cubicBezTo>
                    <a:pt x="90" y="11"/>
                    <a:pt x="90" y="11"/>
                    <a:pt x="90" y="11"/>
                  </a:cubicBezTo>
                  <a:cubicBezTo>
                    <a:pt x="87" y="10"/>
                    <a:pt x="83" y="9"/>
                    <a:pt x="79" y="8"/>
                  </a:cubicBezTo>
                  <a:cubicBezTo>
                    <a:pt x="79" y="8"/>
                    <a:pt x="79" y="8"/>
                    <a:pt x="79" y="8"/>
                  </a:cubicBezTo>
                  <a:cubicBezTo>
                    <a:pt x="75" y="7"/>
                    <a:pt x="70" y="6"/>
                    <a:pt x="66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70" y="6"/>
                    <a:pt x="75" y="7"/>
                    <a:pt x="79" y="8"/>
                  </a:cubicBezTo>
                  <a:close/>
                  <a:moveTo>
                    <a:pt x="42" y="7"/>
                  </a:moveTo>
                  <a:cubicBezTo>
                    <a:pt x="42" y="7"/>
                    <a:pt x="41" y="7"/>
                    <a:pt x="41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6"/>
                    <a:pt x="43" y="5"/>
                    <a:pt x="44" y="5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3" y="5"/>
                    <a:pt x="42" y="6"/>
                    <a:pt x="42" y="7"/>
                  </a:cubicBezTo>
                  <a:close/>
                  <a:moveTo>
                    <a:pt x="47" y="4"/>
                  </a:moveTo>
                  <a:cubicBezTo>
                    <a:pt x="48" y="4"/>
                    <a:pt x="49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8" y="4"/>
                    <a:pt x="47" y="4"/>
                  </a:cubicBezTo>
                  <a:close/>
                  <a:moveTo>
                    <a:pt x="52" y="4"/>
                  </a:moveTo>
                  <a:cubicBezTo>
                    <a:pt x="53" y="4"/>
                    <a:pt x="54" y="4"/>
                    <a:pt x="55" y="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4" y="4"/>
                    <a:pt x="53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lose/>
                  <a:moveTo>
                    <a:pt x="51" y="4"/>
                  </a:moveTo>
                  <a:cubicBezTo>
                    <a:pt x="52" y="4"/>
                    <a:pt x="52" y="4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815"/>
            <p:cNvSpPr/>
            <p:nvPr>
              <p:custDataLst>
                <p:tags r:id="rId82"/>
              </p:custDataLst>
            </p:nvPr>
          </p:nvSpPr>
          <p:spPr bwMode="auto">
            <a:xfrm>
              <a:off x="6951644" y="3658389"/>
              <a:ext cx="281683" cy="860142"/>
            </a:xfrm>
            <a:custGeom>
              <a:avLst/>
              <a:gdLst>
                <a:gd name="T0" fmla="*/ 2 w 51"/>
                <a:gd name="T1" fmla="*/ 154 h 156"/>
                <a:gd name="T2" fmla="*/ 0 w 51"/>
                <a:gd name="T3" fmla="*/ 152 h 156"/>
                <a:gd name="T4" fmla="*/ 0 w 51"/>
                <a:gd name="T5" fmla="*/ 152 h 156"/>
                <a:gd name="T6" fmla="*/ 7 w 51"/>
                <a:gd name="T7" fmla="*/ 137 h 156"/>
                <a:gd name="T8" fmla="*/ 7 w 51"/>
                <a:gd name="T9" fmla="*/ 137 h 156"/>
                <a:gd name="T10" fmla="*/ 21 w 51"/>
                <a:gd name="T11" fmla="*/ 115 h 156"/>
                <a:gd name="T12" fmla="*/ 21 w 51"/>
                <a:gd name="T13" fmla="*/ 115 h 156"/>
                <a:gd name="T14" fmla="*/ 46 w 51"/>
                <a:gd name="T15" fmla="*/ 79 h 156"/>
                <a:gd name="T16" fmla="*/ 46 w 51"/>
                <a:gd name="T17" fmla="*/ 79 h 156"/>
                <a:gd name="T18" fmla="*/ 47 w 51"/>
                <a:gd name="T19" fmla="*/ 76 h 156"/>
                <a:gd name="T20" fmla="*/ 47 w 51"/>
                <a:gd name="T21" fmla="*/ 76 h 156"/>
                <a:gd name="T22" fmla="*/ 32 w 51"/>
                <a:gd name="T23" fmla="*/ 33 h 156"/>
                <a:gd name="T24" fmla="*/ 32 w 51"/>
                <a:gd name="T25" fmla="*/ 33 h 156"/>
                <a:gd name="T26" fmla="*/ 17 w 51"/>
                <a:gd name="T27" fmla="*/ 2 h 156"/>
                <a:gd name="T28" fmla="*/ 17 w 51"/>
                <a:gd name="T29" fmla="*/ 2 h 156"/>
                <a:gd name="T30" fmla="*/ 20 w 51"/>
                <a:gd name="T31" fmla="*/ 0 h 156"/>
                <a:gd name="T32" fmla="*/ 51 w 51"/>
                <a:gd name="T33" fmla="*/ 76 h 156"/>
                <a:gd name="T34" fmla="*/ 51 w 51"/>
                <a:gd name="T35" fmla="*/ 76 h 156"/>
                <a:gd name="T36" fmla="*/ 50 w 51"/>
                <a:gd name="T37" fmla="*/ 81 h 156"/>
                <a:gd name="T38" fmla="*/ 50 w 51"/>
                <a:gd name="T39" fmla="*/ 81 h 156"/>
                <a:gd name="T40" fmla="*/ 10 w 51"/>
                <a:gd name="T41" fmla="*/ 139 h 156"/>
                <a:gd name="T42" fmla="*/ 10 w 51"/>
                <a:gd name="T43" fmla="*/ 139 h 156"/>
                <a:gd name="T44" fmla="*/ 4 w 51"/>
                <a:gd name="T45" fmla="*/ 151 h 156"/>
                <a:gd name="T46" fmla="*/ 4 w 51"/>
                <a:gd name="T47" fmla="*/ 151 h 156"/>
                <a:gd name="T48" fmla="*/ 20 w 51"/>
                <a:gd name="T49" fmla="*/ 152 h 156"/>
                <a:gd name="T50" fmla="*/ 20 w 51"/>
                <a:gd name="T51" fmla="*/ 152 h 156"/>
                <a:gd name="T52" fmla="*/ 31 w 51"/>
                <a:gd name="T53" fmla="*/ 152 h 156"/>
                <a:gd name="T54" fmla="*/ 31 w 51"/>
                <a:gd name="T55" fmla="*/ 152 h 156"/>
                <a:gd name="T56" fmla="*/ 31 w 51"/>
                <a:gd name="T57" fmla="*/ 156 h 156"/>
                <a:gd name="T58" fmla="*/ 20 w 51"/>
                <a:gd name="T59" fmla="*/ 156 h 156"/>
                <a:gd name="T60" fmla="*/ 20 w 51"/>
                <a:gd name="T61" fmla="*/ 156 h 156"/>
                <a:gd name="T62" fmla="*/ 2 w 51"/>
                <a:gd name="T63" fmla="*/ 15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156">
                  <a:moveTo>
                    <a:pt x="2" y="154"/>
                  </a:moveTo>
                  <a:cubicBezTo>
                    <a:pt x="1" y="154"/>
                    <a:pt x="0" y="152"/>
                    <a:pt x="0" y="152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48"/>
                    <a:pt x="3" y="144"/>
                    <a:pt x="7" y="137"/>
                  </a:cubicBezTo>
                  <a:cubicBezTo>
                    <a:pt x="7" y="137"/>
                    <a:pt x="7" y="137"/>
                    <a:pt x="7" y="137"/>
                  </a:cubicBezTo>
                  <a:cubicBezTo>
                    <a:pt x="11" y="131"/>
                    <a:pt x="16" y="123"/>
                    <a:pt x="21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32" y="100"/>
                    <a:pt x="44" y="84"/>
                    <a:pt x="46" y="79"/>
                  </a:cubicBezTo>
                  <a:cubicBezTo>
                    <a:pt x="46" y="79"/>
                    <a:pt x="46" y="79"/>
                    <a:pt x="46" y="79"/>
                  </a:cubicBezTo>
                  <a:cubicBezTo>
                    <a:pt x="47" y="79"/>
                    <a:pt x="47" y="78"/>
                    <a:pt x="47" y="76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47" y="69"/>
                    <a:pt x="39" y="50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24" y="17"/>
                    <a:pt x="17" y="2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1"/>
                    <a:pt x="51" y="58"/>
                    <a:pt x="51" y="76"/>
                  </a:cubicBezTo>
                  <a:cubicBezTo>
                    <a:pt x="51" y="76"/>
                    <a:pt x="51" y="76"/>
                    <a:pt x="51" y="76"/>
                  </a:cubicBezTo>
                  <a:cubicBezTo>
                    <a:pt x="51" y="78"/>
                    <a:pt x="51" y="80"/>
                    <a:pt x="5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5" y="89"/>
                    <a:pt x="22" y="120"/>
                    <a:pt x="10" y="139"/>
                  </a:cubicBezTo>
                  <a:cubicBezTo>
                    <a:pt x="10" y="139"/>
                    <a:pt x="10" y="139"/>
                    <a:pt x="10" y="139"/>
                  </a:cubicBezTo>
                  <a:cubicBezTo>
                    <a:pt x="7" y="145"/>
                    <a:pt x="5" y="149"/>
                    <a:pt x="4" y="151"/>
                  </a:cubicBezTo>
                  <a:cubicBezTo>
                    <a:pt x="4" y="151"/>
                    <a:pt x="4" y="151"/>
                    <a:pt x="4" y="151"/>
                  </a:cubicBezTo>
                  <a:cubicBezTo>
                    <a:pt x="7" y="152"/>
                    <a:pt x="14" y="152"/>
                    <a:pt x="20" y="152"/>
                  </a:cubicBezTo>
                  <a:cubicBezTo>
                    <a:pt x="20" y="152"/>
                    <a:pt x="20" y="152"/>
                    <a:pt x="20" y="152"/>
                  </a:cubicBezTo>
                  <a:cubicBezTo>
                    <a:pt x="26" y="152"/>
                    <a:pt x="31" y="152"/>
                    <a:pt x="31" y="152"/>
                  </a:cubicBezTo>
                  <a:cubicBezTo>
                    <a:pt x="31" y="152"/>
                    <a:pt x="31" y="152"/>
                    <a:pt x="31" y="152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26" y="156"/>
                    <a:pt x="20" y="156"/>
                  </a:cubicBezTo>
                  <a:cubicBezTo>
                    <a:pt x="20" y="156"/>
                    <a:pt x="20" y="156"/>
                    <a:pt x="20" y="156"/>
                  </a:cubicBezTo>
                  <a:cubicBezTo>
                    <a:pt x="14" y="156"/>
                    <a:pt x="6" y="156"/>
                    <a:pt x="2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3816"/>
            <p:cNvSpPr>
              <a:spLocks noEditPoints="1"/>
            </p:cNvSpPr>
            <p:nvPr>
              <p:custDataLst>
                <p:tags r:id="rId83"/>
              </p:custDataLst>
            </p:nvPr>
          </p:nvSpPr>
          <p:spPr bwMode="auto">
            <a:xfrm>
              <a:off x="6941584" y="3638269"/>
              <a:ext cx="301804" cy="890322"/>
            </a:xfrm>
            <a:custGeom>
              <a:avLst/>
              <a:gdLst>
                <a:gd name="T0" fmla="*/ 4 w 55"/>
                <a:gd name="T1" fmla="*/ 157 h 161"/>
                <a:gd name="T2" fmla="*/ 0 w 55"/>
                <a:gd name="T3" fmla="*/ 155 h 161"/>
                <a:gd name="T4" fmla="*/ 0 w 55"/>
                <a:gd name="T5" fmla="*/ 154 h 161"/>
                <a:gd name="T6" fmla="*/ 7 w 55"/>
                <a:gd name="T7" fmla="*/ 139 h 161"/>
                <a:gd name="T8" fmla="*/ 22 w 55"/>
                <a:gd name="T9" fmla="*/ 117 h 161"/>
                <a:gd name="T10" fmla="*/ 47 w 55"/>
                <a:gd name="T11" fmla="*/ 81 h 161"/>
                <a:gd name="T12" fmla="*/ 47 w 55"/>
                <a:gd name="T13" fmla="*/ 79 h 161"/>
                <a:gd name="T14" fmla="*/ 47 w 55"/>
                <a:gd name="T15" fmla="*/ 79 h 161"/>
                <a:gd name="T16" fmla="*/ 47 w 55"/>
                <a:gd name="T17" fmla="*/ 79 h 161"/>
                <a:gd name="T18" fmla="*/ 47 w 55"/>
                <a:gd name="T19" fmla="*/ 79 h 161"/>
                <a:gd name="T20" fmla="*/ 32 w 55"/>
                <a:gd name="T21" fmla="*/ 37 h 161"/>
                <a:gd name="T22" fmla="*/ 17 w 55"/>
                <a:gd name="T23" fmla="*/ 6 h 161"/>
                <a:gd name="T24" fmla="*/ 17 w 55"/>
                <a:gd name="T25" fmla="*/ 6 h 161"/>
                <a:gd name="T26" fmla="*/ 24 w 55"/>
                <a:gd name="T27" fmla="*/ 0 h 161"/>
                <a:gd name="T28" fmla="*/ 25 w 55"/>
                <a:gd name="T29" fmla="*/ 3 h 161"/>
                <a:gd name="T30" fmla="*/ 26 w 55"/>
                <a:gd name="T31" fmla="*/ 5 h 161"/>
                <a:gd name="T32" fmla="*/ 29 w 55"/>
                <a:gd name="T33" fmla="*/ 12 h 161"/>
                <a:gd name="T34" fmla="*/ 39 w 55"/>
                <a:gd name="T35" fmla="*/ 34 h 161"/>
                <a:gd name="T36" fmla="*/ 55 w 55"/>
                <a:gd name="T37" fmla="*/ 79 h 161"/>
                <a:gd name="T38" fmla="*/ 54 w 55"/>
                <a:gd name="T39" fmla="*/ 85 h 161"/>
                <a:gd name="T40" fmla="*/ 14 w 55"/>
                <a:gd name="T41" fmla="*/ 143 h 161"/>
                <a:gd name="T42" fmla="*/ 9 w 55"/>
                <a:gd name="T43" fmla="*/ 152 h 161"/>
                <a:gd name="T44" fmla="*/ 21 w 55"/>
                <a:gd name="T45" fmla="*/ 153 h 161"/>
                <a:gd name="T46" fmla="*/ 22 w 55"/>
                <a:gd name="T47" fmla="*/ 153 h 161"/>
                <a:gd name="T48" fmla="*/ 33 w 55"/>
                <a:gd name="T49" fmla="*/ 153 h 161"/>
                <a:gd name="T50" fmla="*/ 35 w 55"/>
                <a:gd name="T51" fmla="*/ 153 h 161"/>
                <a:gd name="T52" fmla="*/ 33 w 55"/>
                <a:gd name="T53" fmla="*/ 161 h 161"/>
                <a:gd name="T54" fmla="*/ 22 w 55"/>
                <a:gd name="T55" fmla="*/ 161 h 161"/>
                <a:gd name="T56" fmla="*/ 22 w 55"/>
                <a:gd name="T57" fmla="*/ 157 h 161"/>
                <a:gd name="T58" fmla="*/ 31 w 55"/>
                <a:gd name="T59" fmla="*/ 157 h 161"/>
                <a:gd name="T60" fmla="*/ 22 w 55"/>
                <a:gd name="T61" fmla="*/ 157 h 161"/>
                <a:gd name="T62" fmla="*/ 22 w 55"/>
                <a:gd name="T63" fmla="*/ 157 h 161"/>
                <a:gd name="T64" fmla="*/ 7 w 55"/>
                <a:gd name="T65" fmla="*/ 156 h 161"/>
                <a:gd name="T66" fmla="*/ 17 w 55"/>
                <a:gd name="T67" fmla="*/ 157 h 161"/>
                <a:gd name="T68" fmla="*/ 7 w 55"/>
                <a:gd name="T69" fmla="*/ 148 h 161"/>
                <a:gd name="T70" fmla="*/ 5 w 55"/>
                <a:gd name="T71" fmla="*/ 152 h 161"/>
                <a:gd name="T72" fmla="*/ 11 w 55"/>
                <a:gd name="T73" fmla="*/ 141 h 161"/>
                <a:gd name="T74" fmla="*/ 11 w 55"/>
                <a:gd name="T75" fmla="*/ 141 h 161"/>
                <a:gd name="T76" fmla="*/ 18 w 55"/>
                <a:gd name="T77" fmla="*/ 130 h 161"/>
                <a:gd name="T78" fmla="*/ 11 w 55"/>
                <a:gd name="T79" fmla="*/ 141 h 161"/>
                <a:gd name="T80" fmla="*/ 18 w 55"/>
                <a:gd name="T81" fmla="*/ 129 h 161"/>
                <a:gd name="T82" fmla="*/ 18 w 55"/>
                <a:gd name="T83" fmla="*/ 130 h 161"/>
                <a:gd name="T84" fmla="*/ 21 w 55"/>
                <a:gd name="T85" fmla="*/ 125 h 161"/>
                <a:gd name="T86" fmla="*/ 21 w 55"/>
                <a:gd name="T87" fmla="*/ 125 h 161"/>
                <a:gd name="T88" fmla="*/ 25 w 55"/>
                <a:gd name="T89" fmla="*/ 119 h 161"/>
                <a:gd name="T90" fmla="*/ 21 w 55"/>
                <a:gd name="T91" fmla="*/ 125 h 161"/>
                <a:gd name="T92" fmla="*/ 50 w 55"/>
                <a:gd name="T93" fmla="*/ 83 h 161"/>
                <a:gd name="T94" fmla="*/ 51 w 55"/>
                <a:gd name="T95" fmla="*/ 80 h 161"/>
                <a:gd name="T96" fmla="*/ 51 w 55"/>
                <a:gd name="T97" fmla="*/ 80 h 161"/>
                <a:gd name="T98" fmla="*/ 36 w 55"/>
                <a:gd name="T99" fmla="*/ 35 h 161"/>
                <a:gd name="T100" fmla="*/ 51 w 55"/>
                <a:gd name="T101" fmla="*/ 79 h 161"/>
                <a:gd name="T102" fmla="*/ 51 w 55"/>
                <a:gd name="T103" fmla="*/ 79 h 161"/>
                <a:gd name="T104" fmla="*/ 34 w 55"/>
                <a:gd name="T105" fmla="*/ 3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5" h="161">
                  <a:moveTo>
                    <a:pt x="3" y="159"/>
                  </a:moveTo>
                  <a:cubicBezTo>
                    <a:pt x="4" y="157"/>
                    <a:pt x="4" y="157"/>
                    <a:pt x="4" y="157"/>
                  </a:cubicBezTo>
                  <a:cubicBezTo>
                    <a:pt x="3" y="159"/>
                    <a:pt x="3" y="159"/>
                    <a:pt x="3" y="159"/>
                  </a:cubicBezTo>
                  <a:cubicBezTo>
                    <a:pt x="1" y="158"/>
                    <a:pt x="0" y="156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1" y="150"/>
                    <a:pt x="3" y="146"/>
                    <a:pt x="7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11" y="133"/>
                    <a:pt x="16" y="125"/>
                    <a:pt x="22" y="117"/>
                  </a:cubicBezTo>
                  <a:cubicBezTo>
                    <a:pt x="22" y="117"/>
                    <a:pt x="22" y="117"/>
                    <a:pt x="22" y="117"/>
                  </a:cubicBezTo>
                  <a:cubicBezTo>
                    <a:pt x="32" y="102"/>
                    <a:pt x="44" y="85"/>
                    <a:pt x="47" y="81"/>
                  </a:cubicBezTo>
                  <a:cubicBezTo>
                    <a:pt x="47" y="81"/>
                    <a:pt x="47" y="81"/>
                    <a:pt x="47" y="81"/>
                  </a:cubicBezTo>
                  <a:cubicBezTo>
                    <a:pt x="46" y="81"/>
                    <a:pt x="47" y="80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2"/>
                    <a:pt x="39" y="53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5" y="21"/>
                    <a:pt x="18" y="8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4"/>
                    <a:pt x="25" y="4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7"/>
                    <a:pt x="28" y="9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2" y="17"/>
                    <a:pt x="36" y="25"/>
                    <a:pt x="39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7" y="50"/>
                    <a:pt x="55" y="69"/>
                    <a:pt x="55" y="79"/>
                  </a:cubicBezTo>
                  <a:cubicBezTo>
                    <a:pt x="55" y="79"/>
                    <a:pt x="55" y="79"/>
                    <a:pt x="55" y="79"/>
                  </a:cubicBezTo>
                  <a:cubicBezTo>
                    <a:pt x="55" y="81"/>
                    <a:pt x="54" y="83"/>
                    <a:pt x="54" y="85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49" y="93"/>
                    <a:pt x="25" y="125"/>
                    <a:pt x="14" y="143"/>
                  </a:cubicBezTo>
                  <a:cubicBezTo>
                    <a:pt x="14" y="143"/>
                    <a:pt x="14" y="143"/>
                    <a:pt x="14" y="143"/>
                  </a:cubicBezTo>
                  <a:cubicBezTo>
                    <a:pt x="12" y="147"/>
                    <a:pt x="10" y="150"/>
                    <a:pt x="9" y="152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2" y="153"/>
                    <a:pt x="17" y="153"/>
                    <a:pt x="21" y="153"/>
                  </a:cubicBezTo>
                  <a:cubicBezTo>
                    <a:pt x="21" y="153"/>
                    <a:pt x="21" y="153"/>
                    <a:pt x="21" y="153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8" y="153"/>
                    <a:pt x="32" y="153"/>
                    <a:pt x="33" y="153"/>
                  </a:cubicBezTo>
                  <a:cubicBezTo>
                    <a:pt x="33" y="153"/>
                    <a:pt x="33" y="153"/>
                    <a:pt x="33" y="153"/>
                  </a:cubicBezTo>
                  <a:cubicBezTo>
                    <a:pt x="35" y="153"/>
                    <a:pt x="35" y="153"/>
                    <a:pt x="35" y="153"/>
                  </a:cubicBezTo>
                  <a:cubicBezTo>
                    <a:pt x="35" y="161"/>
                    <a:pt x="35" y="161"/>
                    <a:pt x="35" y="161"/>
                  </a:cubicBezTo>
                  <a:cubicBezTo>
                    <a:pt x="33" y="161"/>
                    <a:pt x="33" y="161"/>
                    <a:pt x="33" y="161"/>
                  </a:cubicBezTo>
                  <a:cubicBezTo>
                    <a:pt x="33" y="161"/>
                    <a:pt x="28" y="161"/>
                    <a:pt x="22" y="161"/>
                  </a:cubicBezTo>
                  <a:cubicBezTo>
                    <a:pt x="22" y="161"/>
                    <a:pt x="22" y="161"/>
                    <a:pt x="22" y="161"/>
                  </a:cubicBezTo>
                  <a:cubicBezTo>
                    <a:pt x="15" y="161"/>
                    <a:pt x="8" y="161"/>
                    <a:pt x="3" y="159"/>
                  </a:cubicBezTo>
                  <a:close/>
                  <a:moveTo>
                    <a:pt x="22" y="157"/>
                  </a:moveTo>
                  <a:cubicBezTo>
                    <a:pt x="26" y="157"/>
                    <a:pt x="29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29" y="157"/>
                    <a:pt x="26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2" y="157"/>
                    <a:pt x="22" y="157"/>
                    <a:pt x="22" y="157"/>
                  </a:cubicBezTo>
                  <a:close/>
                  <a:moveTo>
                    <a:pt x="17" y="157"/>
                  </a:moveTo>
                  <a:cubicBezTo>
                    <a:pt x="14" y="157"/>
                    <a:pt x="10" y="157"/>
                    <a:pt x="7" y="156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10" y="157"/>
                    <a:pt x="14" y="157"/>
                    <a:pt x="17" y="157"/>
                  </a:cubicBezTo>
                  <a:close/>
                  <a:moveTo>
                    <a:pt x="5" y="152"/>
                  </a:moveTo>
                  <a:cubicBezTo>
                    <a:pt x="5" y="151"/>
                    <a:pt x="6" y="150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6" y="150"/>
                    <a:pt x="5" y="151"/>
                    <a:pt x="5" y="152"/>
                  </a:cubicBezTo>
                  <a:close/>
                  <a:moveTo>
                    <a:pt x="11" y="141"/>
                  </a:moveTo>
                  <a:cubicBezTo>
                    <a:pt x="11" y="141"/>
                    <a:pt x="11" y="141"/>
                    <a:pt x="11" y="141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13" y="138"/>
                    <a:pt x="15" y="134"/>
                    <a:pt x="18" y="130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4"/>
                    <a:pt x="13" y="138"/>
                    <a:pt x="11" y="141"/>
                  </a:cubicBezTo>
                  <a:close/>
                  <a:moveTo>
                    <a:pt x="18" y="130"/>
                  </a:moveTo>
                  <a:cubicBezTo>
                    <a:pt x="18" y="130"/>
                    <a:pt x="18" y="130"/>
                    <a:pt x="18" y="129"/>
                  </a:cubicBezTo>
                  <a:cubicBezTo>
                    <a:pt x="18" y="129"/>
                    <a:pt x="18" y="129"/>
                    <a:pt x="18" y="129"/>
                  </a:cubicBezTo>
                  <a:cubicBezTo>
                    <a:pt x="18" y="130"/>
                    <a:pt x="18" y="130"/>
                    <a:pt x="18" y="130"/>
                  </a:cubicBezTo>
                  <a:close/>
                  <a:moveTo>
                    <a:pt x="21" y="125"/>
                  </a:move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lose/>
                  <a:moveTo>
                    <a:pt x="50" y="83"/>
                  </a:moveTo>
                  <a:cubicBezTo>
                    <a:pt x="47" y="88"/>
                    <a:pt x="36" y="104"/>
                    <a:pt x="25" y="119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4" y="121"/>
                    <a:pt x="23" y="123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33" y="108"/>
                    <a:pt x="47" y="89"/>
                    <a:pt x="50" y="83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50" y="82"/>
                    <a:pt x="51" y="81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1"/>
                    <a:pt x="50" y="82"/>
                    <a:pt x="50" y="83"/>
                  </a:cubicBezTo>
                  <a:close/>
                  <a:moveTo>
                    <a:pt x="36" y="35"/>
                  </a:moveTo>
                  <a:cubicBezTo>
                    <a:pt x="43" y="52"/>
                    <a:pt x="51" y="70"/>
                    <a:pt x="51" y="79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1" y="70"/>
                    <a:pt x="42" y="49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3"/>
                    <a:pt x="35" y="34"/>
                    <a:pt x="3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9" name="任意多边形 136"/>
          <p:cNvSpPr/>
          <p:nvPr>
            <p:custDataLst>
              <p:tags r:id="rId84"/>
            </p:custDataLst>
          </p:nvPr>
        </p:nvSpPr>
        <p:spPr>
          <a:xfrm flipV="1">
            <a:off x="1948339" y="1240396"/>
            <a:ext cx="2271213" cy="1849431"/>
          </a:xfrm>
          <a:custGeom>
            <a:avLst/>
            <a:gdLst>
              <a:gd name="connsiteX0" fmla="*/ 2060762 w 2515350"/>
              <a:gd name="connsiteY0" fmla="*/ 1643 h 1737373"/>
              <a:gd name="connsiteX1" fmla="*/ 2233970 w 2515350"/>
              <a:gd name="connsiteY1" fmla="*/ 309433 h 1737373"/>
              <a:gd name="connsiteX2" fmla="*/ 2238614 w 2515350"/>
              <a:gd name="connsiteY2" fmla="*/ 321423 h 1737373"/>
              <a:gd name="connsiteX3" fmla="*/ 2292242 w 2515350"/>
              <a:gd name="connsiteY3" fmla="*/ 325838 h 1737373"/>
              <a:gd name="connsiteX4" fmla="*/ 2440464 w 2515350"/>
              <a:gd name="connsiteY4" fmla="*/ 360082 h 1737373"/>
              <a:gd name="connsiteX5" fmla="*/ 2469654 w 2515350"/>
              <a:gd name="connsiteY5" fmla="*/ 1107553 h 1737373"/>
              <a:gd name="connsiteX6" fmla="*/ 2389716 w 2515350"/>
              <a:gd name="connsiteY6" fmla="*/ 1694190 h 1737373"/>
              <a:gd name="connsiteX7" fmla="*/ 798489 w 2515350"/>
              <a:gd name="connsiteY7" fmla="*/ 1710685 h 1737373"/>
              <a:gd name="connsiteX8" fmla="*/ 68722 w 2515350"/>
              <a:gd name="connsiteY8" fmla="*/ 1617895 h 1737373"/>
              <a:gd name="connsiteX9" fmla="*/ 24936 w 2515350"/>
              <a:gd name="connsiteY9" fmla="*/ 911664 h 1737373"/>
              <a:gd name="connsiteX10" fmla="*/ 17639 w 2515350"/>
              <a:gd name="connsiteY10" fmla="*/ 514731 h 1737373"/>
              <a:gd name="connsiteX11" fmla="*/ 211619 w 2515350"/>
              <a:gd name="connsiteY11" fmla="*/ 308532 h 1737373"/>
              <a:gd name="connsiteX12" fmla="*/ 1068502 w 2515350"/>
              <a:gd name="connsiteY12" fmla="*/ 323997 h 1737373"/>
              <a:gd name="connsiteX13" fmla="*/ 1627897 w 2515350"/>
              <a:gd name="connsiteY13" fmla="*/ 316717 h 1737373"/>
              <a:gd name="connsiteX14" fmla="*/ 1736026 w 2515350"/>
              <a:gd name="connsiteY14" fmla="*/ 314973 h 1737373"/>
              <a:gd name="connsiteX15" fmla="*/ 1741448 w 2515350"/>
              <a:gd name="connsiteY15" fmla="*/ 291928 h 1737373"/>
              <a:gd name="connsiteX16" fmla="*/ 2060762 w 2515350"/>
              <a:gd name="connsiteY16" fmla="*/ 1643 h 1737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15350" h="1737373">
                <a:moveTo>
                  <a:pt x="2060762" y="1643"/>
                </a:moveTo>
                <a:cubicBezTo>
                  <a:pt x="2100072" y="95381"/>
                  <a:pt x="2188518" y="212742"/>
                  <a:pt x="2233970" y="309433"/>
                </a:cubicBezTo>
                <a:lnTo>
                  <a:pt x="2238614" y="321423"/>
                </a:lnTo>
                <a:lnTo>
                  <a:pt x="2292242" y="325838"/>
                </a:lnTo>
                <a:cubicBezTo>
                  <a:pt x="2361440" y="333146"/>
                  <a:pt x="2413479" y="344101"/>
                  <a:pt x="2440464" y="360082"/>
                </a:cubicBezTo>
                <a:cubicBezTo>
                  <a:pt x="2584384" y="445315"/>
                  <a:pt x="2478112" y="885202"/>
                  <a:pt x="2469654" y="1107553"/>
                </a:cubicBezTo>
                <a:cubicBezTo>
                  <a:pt x="2461196" y="1329904"/>
                  <a:pt x="2570494" y="1616348"/>
                  <a:pt x="2389716" y="1694190"/>
                </a:cubicBezTo>
                <a:cubicBezTo>
                  <a:pt x="2208938" y="1772033"/>
                  <a:pt x="1185321" y="1723401"/>
                  <a:pt x="798489" y="1710685"/>
                </a:cubicBezTo>
                <a:cubicBezTo>
                  <a:pt x="411657" y="1697969"/>
                  <a:pt x="197648" y="1751066"/>
                  <a:pt x="68722" y="1617895"/>
                </a:cubicBezTo>
                <a:cubicBezTo>
                  <a:pt x="-60204" y="1484725"/>
                  <a:pt x="33450" y="1095525"/>
                  <a:pt x="24936" y="911664"/>
                </a:cubicBezTo>
                <a:cubicBezTo>
                  <a:pt x="16422" y="727803"/>
                  <a:pt x="-13475" y="615253"/>
                  <a:pt x="17639" y="514731"/>
                </a:cubicBezTo>
                <a:cubicBezTo>
                  <a:pt x="48752" y="414209"/>
                  <a:pt x="76612" y="314546"/>
                  <a:pt x="211619" y="308532"/>
                </a:cubicBezTo>
                <a:cubicBezTo>
                  <a:pt x="346625" y="302518"/>
                  <a:pt x="697029" y="315406"/>
                  <a:pt x="1068502" y="323997"/>
                </a:cubicBezTo>
                <a:cubicBezTo>
                  <a:pt x="1207805" y="327219"/>
                  <a:pt x="1415324" y="321113"/>
                  <a:pt x="1627897" y="316717"/>
                </a:cubicBezTo>
                <a:lnTo>
                  <a:pt x="1736026" y="314973"/>
                </a:lnTo>
                <a:lnTo>
                  <a:pt x="1741448" y="291928"/>
                </a:lnTo>
                <a:cubicBezTo>
                  <a:pt x="1863609" y="137109"/>
                  <a:pt x="1985771" y="-17710"/>
                  <a:pt x="2060762" y="1643"/>
                </a:cubicBezTo>
                <a:close/>
              </a:path>
            </a:pathLst>
          </a:custGeom>
          <a:noFill/>
          <a:ln w="3175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>
            <p:custDataLst>
              <p:tags r:id="rId85"/>
            </p:custDataLst>
          </p:nvPr>
        </p:nvSpPr>
        <p:spPr>
          <a:xfrm>
            <a:off x="2162175" y="1457325"/>
            <a:ext cx="196405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spc="300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同学，你真是大聪明啊！</a:t>
            </a:r>
            <a:endParaRPr lang="zh-CN" altLang="en-US" sz="2400" spc="3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Freeform 34"/>
          <p:cNvSpPr>
            <a:spLocks noEditPoints="1"/>
          </p:cNvSpPr>
          <p:nvPr/>
        </p:nvSpPr>
        <p:spPr bwMode="auto">
          <a:xfrm>
            <a:off x="6424082" y="527239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rgbClr val="11419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7" name="任意多边形 81"/>
          <p:cNvSpPr/>
          <p:nvPr/>
        </p:nvSpPr>
        <p:spPr>
          <a:xfrm>
            <a:off x="2610304" y="585486"/>
            <a:ext cx="3677179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592594" h="401116">
                <a:moveTo>
                  <a:pt x="424068" y="0"/>
                </a:moveTo>
                <a:cubicBezTo>
                  <a:pt x="-193412" y="38897"/>
                  <a:pt x="-131844" y="411428"/>
                  <a:pt x="577907" y="400898"/>
                </a:cubicBezTo>
                <a:lnTo>
                  <a:pt x="4592594" y="338266"/>
                </a:ln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任意多边形 82"/>
          <p:cNvSpPr/>
          <p:nvPr/>
        </p:nvSpPr>
        <p:spPr>
          <a:xfrm>
            <a:off x="1484830" y="577794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rgbClr val="114196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86"/>
            </p:custDataLst>
          </p:nvPr>
        </p:nvSpPr>
        <p:spPr>
          <a:xfrm>
            <a:off x="5146040" y="1421765"/>
            <a:ext cx="196405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spc="300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那还用说，一学就会</a:t>
            </a:r>
            <a:r>
              <a:rPr lang="en-US" altLang="zh-CN" sz="2400" spc="300" dirty="0">
                <a:solidFill>
                  <a:srgbClr val="11419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,...</a:t>
            </a:r>
            <a:endParaRPr lang="zh-CN" altLang="en-US" sz="2400" spc="300" dirty="0">
              <a:solidFill>
                <a:srgbClr val="1141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02" grpId="0"/>
      <p:bldP spid="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2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3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4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5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6.xml><?xml version="1.0" encoding="utf-8"?>
<p:tagLst xmlns:p="http://schemas.openxmlformats.org/presentationml/2006/main">
  <p:tag name="KSO_WM_DIAGRAM_VIRTUALLY_FRAME" val="{&quot;height&quot;:301.90905511811025,&quot;left&quot;:332.7979527559055,&quot;top&quot;:58.591968503937004,&quot;width&quot;:351.8520472440945}"/>
</p:tagLst>
</file>

<file path=ppt/tags/tag7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8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9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0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1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2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3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4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5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6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7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8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19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0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1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2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3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4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5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6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7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8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29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0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1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2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3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4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5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6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7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8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39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0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1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2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3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4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5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6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7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8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49.xml><?xml version="1.0" encoding="utf-8"?>
<p:tagLst xmlns:p="http://schemas.openxmlformats.org/presentationml/2006/main">
  <p:tag name="KSO_WM_DIAGRAM_VIRTUALLY_FRAME" val="{&quot;height&quot;:306.63409448818896,&quot;left&quot;:8.513858267716547,&quot;top&quot;:72.41590551181102,&quot;width&quot;:694.5361417322835}"/>
</p:tagLst>
</file>

<file path=ppt/tags/tag5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5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6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7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8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9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6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7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8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09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0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1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2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3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4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5.xml><?xml version="1.0" encoding="utf-8"?>
<p:tagLst xmlns:p="http://schemas.openxmlformats.org/presentationml/2006/main">
  <p:tag name="KSO_WM_DIAGRAM_VIRTUALLY_FRAME" val="{&quot;height&quot;:268.5972440944882,&quot;left&quot;:7.968976377952731,&quot;top&quot;:108.3911811023622,&quot;width&quot;:657.9225984251968}"/>
</p:tagLst>
</file>

<file path=ppt/tags/tag116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17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18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19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20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21.xml><?xml version="1.0" encoding="utf-8"?>
<p:tagLst xmlns:p="http://schemas.openxmlformats.org/presentationml/2006/main">
  <p:tag name="KSO_WM_DIAGRAM_VIRTUALLY_FRAME" val="{&quot;height&quot;:280.5,&quot;left&quot;:8.513858267716547,&quot;top&quot;:98.55,&quot;width&quot;:694.5361417322835}"/>
</p:tagLst>
</file>

<file path=ppt/tags/tag122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123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12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2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2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2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2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2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3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4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5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6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7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8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19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0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1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4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5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6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7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8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29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30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31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32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33.xml><?xml version="1.0" encoding="utf-8"?>
<p:tagLst xmlns:p="http://schemas.openxmlformats.org/presentationml/2006/main">
  <p:tag name="KSO_WM_DIAGRAM_VIRTUALLY_FRAME" val="{&quot;height&quot;:259.41622047244095,&quot;left&quot;:6.7,&quot;top&quot;:106.6,&quot;width&quot;:707.45}"/>
</p:tagLst>
</file>

<file path=ppt/tags/tag234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235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236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237.xml><?xml version="1.0" encoding="utf-8"?>
<p:tagLst xmlns:p="http://schemas.openxmlformats.org/presentationml/2006/main">
  <p:tag name="PA" val="v3.0.0"/>
  <p:tag name="KSO_WM_DIAGRAM_VIRTUALLY_FRAME" val="{&quot;height&quot;:259.41622047244095,&quot;left&quot;:6.7,&quot;top&quot;:106.6,&quot;width&quot;:707.45}"/>
</p:tagLst>
</file>

<file path=ppt/tags/tag238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39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0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1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2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3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4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5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6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7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8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49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0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1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2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3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4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5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6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7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8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59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0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1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2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3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4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5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6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7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8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69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0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1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2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3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4.xml><?xml version="1.0" encoding="utf-8"?>
<p:tagLst xmlns:p="http://schemas.openxmlformats.org/presentationml/2006/main">
  <p:tag name="KSO_WM_DIAGRAM_VIRTUALLY_FRAME" val="{&quot;height&quot;:293.91911126792445,&quot;left&quot;:8.513858267716547,&quot;top&quot;:85.13088873207556,&quot;width&quot;:694.5361417322835}"/>
</p:tagLst>
</file>

<file path=ppt/tags/tag275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76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77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78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79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0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1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2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3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4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5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6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7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8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89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0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1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2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3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4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5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6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7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8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299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0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1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2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3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4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5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6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7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8.xml><?xml version="1.0" encoding="utf-8"?>
<p:tagLst xmlns:p="http://schemas.openxmlformats.org/presentationml/2006/main">
  <p:tag name="KSO_WM_DIAGRAM_VIRTUALLY_FRAME" val="{&quot;height&quot;:280.5,&quot;left&quot;:8.513858267716547,&quot;top&quot;:98.55,&quot;width&quot;:697.9361417322834}"/>
</p:tagLst>
</file>

<file path=ppt/tags/tag309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0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1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2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3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4.xml><?xml version="1.0" encoding="utf-8"?>
<p:tagLst xmlns:p="http://schemas.openxmlformats.org/presentationml/2006/main">
  <p:tag name="PA" val="v3.0.0"/>
  <p:tag name="KSO_WM_DIAGRAM_VIRTUALLY_FRAME" val="{&quot;height&quot;:277.5,&quot;left&quot;:8.95,&quot;top&quot;:89.35,&quot;width&quot;:705.2}"/>
</p:tagLst>
</file>

<file path=ppt/tags/tag31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1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1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1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1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2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3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4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5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6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7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8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39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0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5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6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7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8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19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0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1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2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3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4.xml><?xml version="1.0" encoding="utf-8"?>
<p:tagLst xmlns:p="http://schemas.openxmlformats.org/presentationml/2006/main">
  <p:tag name="KSO_WM_DIAGRAM_VIRTUALLY_FRAME" val="{&quot;height&quot;:277.5,&quot;left&quot;:8.95,&quot;top&quot;:89.35,&quot;width&quot;:705.2}"/>
</p:tagLst>
</file>

<file path=ppt/tags/tag42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2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2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2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2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3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4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5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6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7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8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49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1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2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3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4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5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6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7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8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09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10.xml><?xml version="1.0" encoding="utf-8"?>
<p:tagLst xmlns:p="http://schemas.openxmlformats.org/presentationml/2006/main">
  <p:tag name="KSO_WM_DIAGRAM_VIRTUALLY_FRAME" val="{&quot;height&quot;:299.6771653543307,&quot;left&quot;:25.474645669291338,&quot;top&quot;:95.95858267716537,&quot;width&quot;:683.7703937007874}"/>
</p:tagLst>
</file>

<file path=ppt/tags/tag511.xml><?xml version="1.0" encoding="utf-8"?>
<p:tagLst xmlns:p="http://schemas.openxmlformats.org/presentationml/2006/main">
  <p:tag name="ISPRING_PRESENTATION_TITLE" val="zppt1437"/>
</p:tagLst>
</file>

<file path=ppt/theme/theme1.xml><?xml version="1.0" encoding="utf-8"?>
<a:theme xmlns:a="http://schemas.openxmlformats.org/drawingml/2006/main" name="Office 主题">
  <a:themeElements>
    <a:clrScheme name="自定义 497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4A67AA"/>
      </a:accent1>
      <a:accent2>
        <a:srgbClr val="4A67AA"/>
      </a:accent2>
      <a:accent3>
        <a:srgbClr val="4A67AA"/>
      </a:accent3>
      <a:accent4>
        <a:srgbClr val="4A67AA"/>
      </a:accent4>
      <a:accent5>
        <a:srgbClr val="4A67AA"/>
      </a:accent5>
      <a:accent6>
        <a:srgbClr val="4A67AA"/>
      </a:accent6>
      <a:hlink>
        <a:srgbClr val="168BBA"/>
      </a:hlink>
      <a:folHlink>
        <a:srgbClr val="68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WPS 演示</Application>
  <PresentationFormat>自定义</PresentationFormat>
  <Paragraphs>108</Paragraphs>
  <Slides>10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方正喵呜体</vt:lpstr>
      <vt:lpstr>微软雅黑</vt:lpstr>
      <vt:lpstr>Bradley Hand ITC</vt:lpstr>
      <vt:lpstr>Mongolian Baiti</vt:lpstr>
      <vt:lpstr>Calibri</vt:lpstr>
      <vt:lpstr>等线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32</cp:revision>
  <dcterms:created xsi:type="dcterms:W3CDTF">2022-04-20T06:00:00Z</dcterms:created>
  <dcterms:modified xsi:type="dcterms:W3CDTF">2025-04-17T07:46:03Z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52CA9143B6C44216BA5FE2E02CBF0D14</vt:lpwstr>
  </property>
  <property fmtid="{D5CDD505-2E9C-101B-9397-08002B2CF9AE}" pid="3" name="KSOProductBuildVer">
    <vt:lpwstr>2052-12.1.0.20784</vt:lpwstr>
  </property>
</Properties>
</file>