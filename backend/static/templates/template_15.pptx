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2.svg" ContentType="image/svg+xml"/>
  <Override PartName="/ppt/media/image36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314" r:id="rId6"/>
    <p:sldId id="259" r:id="rId7"/>
    <p:sldId id="315" r:id="rId8"/>
    <p:sldId id="11088362" r:id="rId9"/>
    <p:sldId id="11088363" r:id="rId10"/>
    <p:sldId id="11088364" r:id="rId11"/>
    <p:sldId id="11088365" r:id="rId12"/>
    <p:sldId id="11088366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5063"/>
    <a:srgbClr val="F4D521"/>
    <a:srgbClr val="5C4197"/>
    <a:srgbClr val="EB6D8D"/>
    <a:srgbClr val="1BA596"/>
    <a:srgbClr val="67B8CA"/>
    <a:srgbClr val="427B45"/>
    <a:srgbClr val="A9DAF1"/>
    <a:srgbClr val="A9DB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90" autoAdjust="0"/>
  </p:normalViewPr>
  <p:slideViewPr>
    <p:cSldViewPr snapToGrid="0">
      <p:cViewPr varScale="1">
        <p:scale>
          <a:sx n="57" d="100"/>
          <a:sy n="57" d="100"/>
        </p:scale>
        <p:origin x="3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68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9B340-ED5C-4D02-8D79-EEC58F681D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2AF20-443A-403A-B2BC-31FD78FE17E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2AF20-443A-403A-B2BC-31FD78FE17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2AF20-443A-403A-B2BC-31FD78FE17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2AF20-443A-403A-B2BC-31FD78FE17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2AF20-443A-403A-B2BC-31FD78FE17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2AF20-443A-403A-B2BC-31FD78FE17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2AF20-443A-403A-B2BC-31FD78FE17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2AF20-443A-403A-B2BC-31FD78FE17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2AF20-443A-403A-B2BC-31FD78FE17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2AF20-443A-403A-B2BC-31FD78FE17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2AF20-443A-403A-B2BC-31FD78FE17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14:switch dir="r"/>
      </p:transition>
    </mc:Choice>
    <mc:Fallback>
      <p:transition spd="slow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14:switch dir="r"/>
      </p:transition>
    </mc:Choice>
    <mc:Fallback>
      <p:transition spd="slow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A3CFA-56C1-46DA-9DE7-B1112DA2CF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A04CE-3164-4E6F-85D9-B8DDC6B03C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1250" advTm="0">
        <p14:switch dir="r"/>
      </p:transition>
    </mc:Choice>
    <mc:Fallback>
      <p:transition spd="slow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7.xml"/><Relationship Id="rId20" Type="http://schemas.openxmlformats.org/officeDocument/2006/relationships/tags" Target="../tags/tag6.xml"/><Relationship Id="rId2" Type="http://schemas.openxmlformats.org/officeDocument/2006/relationships/image" Target="../media/image13.svg"/><Relationship Id="rId19" Type="http://schemas.openxmlformats.org/officeDocument/2006/relationships/image" Target="../media/image23.svg"/><Relationship Id="rId18" Type="http://schemas.openxmlformats.org/officeDocument/2006/relationships/image" Target="../media/image22.png"/><Relationship Id="rId17" Type="http://schemas.openxmlformats.org/officeDocument/2006/relationships/image" Target="../media/image21.svg"/><Relationship Id="rId16" Type="http://schemas.openxmlformats.org/officeDocument/2006/relationships/image" Target="../media/image20.png"/><Relationship Id="rId15" Type="http://schemas.openxmlformats.org/officeDocument/2006/relationships/tags" Target="../tags/tag5.xml"/><Relationship Id="rId14" Type="http://schemas.openxmlformats.org/officeDocument/2006/relationships/tags" Target="../tags/tag4.xml"/><Relationship Id="rId13" Type="http://schemas.openxmlformats.org/officeDocument/2006/relationships/image" Target="../media/image19.svg"/><Relationship Id="rId12" Type="http://schemas.openxmlformats.org/officeDocument/2006/relationships/image" Target="../media/image18.png"/><Relationship Id="rId11" Type="http://schemas.openxmlformats.org/officeDocument/2006/relationships/tags" Target="../tags/tag3.xml"/><Relationship Id="rId10" Type="http://schemas.openxmlformats.org/officeDocument/2006/relationships/image" Target="../media/image17.svg"/><Relationship Id="rId1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25.sv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.svg"/><Relationship Id="rId1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30.jpeg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9" Type="http://schemas.openxmlformats.org/officeDocument/2006/relationships/notesSlide" Target="../notesSlides/notesSlide4.xml"/><Relationship Id="rId28" Type="http://schemas.openxmlformats.org/officeDocument/2006/relationships/slideLayout" Target="../slideLayouts/slideLayout2.xml"/><Relationship Id="rId27" Type="http://schemas.openxmlformats.org/officeDocument/2006/relationships/image" Target="../media/image34.png"/><Relationship Id="rId26" Type="http://schemas.openxmlformats.org/officeDocument/2006/relationships/image" Target="../media/image33.png"/><Relationship Id="rId25" Type="http://schemas.openxmlformats.org/officeDocument/2006/relationships/tags" Target="../tags/tag19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tags" Target="../tags/tag15.xml"/><Relationship Id="rId20" Type="http://schemas.openxmlformats.org/officeDocument/2006/relationships/tags" Target="../tags/tag14.xml"/><Relationship Id="rId2" Type="http://schemas.openxmlformats.org/officeDocument/2006/relationships/image" Target="../media/image29.svg"/><Relationship Id="rId19" Type="http://schemas.openxmlformats.org/officeDocument/2006/relationships/tags" Target="../tags/tag13.xml"/><Relationship Id="rId18" Type="http://schemas.openxmlformats.org/officeDocument/2006/relationships/tags" Target="../tags/tag12.xml"/><Relationship Id="rId17" Type="http://schemas.openxmlformats.org/officeDocument/2006/relationships/image" Target="../media/image32.svg"/><Relationship Id="rId16" Type="http://schemas.openxmlformats.org/officeDocument/2006/relationships/image" Target="../media/image31.png"/><Relationship Id="rId15" Type="http://schemas.openxmlformats.org/officeDocument/2006/relationships/tags" Target="../tags/tag11.xml"/><Relationship Id="rId14" Type="http://schemas.openxmlformats.org/officeDocument/2006/relationships/image" Target="../media/image21.svg"/><Relationship Id="rId13" Type="http://schemas.openxmlformats.org/officeDocument/2006/relationships/image" Target="../media/image20.png"/><Relationship Id="rId12" Type="http://schemas.openxmlformats.org/officeDocument/2006/relationships/image" Target="../media/image15.svg"/><Relationship Id="rId11" Type="http://schemas.openxmlformats.org/officeDocument/2006/relationships/image" Target="../media/image14.png"/><Relationship Id="rId10" Type="http://schemas.openxmlformats.org/officeDocument/2006/relationships/image" Target="../media/image9.svg"/><Relationship Id="rId1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28.xml"/><Relationship Id="rId23" Type="http://schemas.openxmlformats.org/officeDocument/2006/relationships/tags" Target="../tags/tag27.xml"/><Relationship Id="rId22" Type="http://schemas.openxmlformats.org/officeDocument/2006/relationships/image" Target="../media/image32.svg"/><Relationship Id="rId21" Type="http://schemas.openxmlformats.org/officeDocument/2006/relationships/image" Target="../media/image31.png"/><Relationship Id="rId20" Type="http://schemas.openxmlformats.org/officeDocument/2006/relationships/tags" Target="../tags/tag26.xml"/><Relationship Id="rId2" Type="http://schemas.openxmlformats.org/officeDocument/2006/relationships/image" Target="../media/image36.svg"/><Relationship Id="rId19" Type="http://schemas.openxmlformats.org/officeDocument/2006/relationships/image" Target="../media/image37.png"/><Relationship Id="rId18" Type="http://schemas.openxmlformats.org/officeDocument/2006/relationships/image" Target="../media/image11.svg"/><Relationship Id="rId17" Type="http://schemas.openxmlformats.org/officeDocument/2006/relationships/image" Target="../media/image10.png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image" Target="../media/image21.svg"/><Relationship Id="rId1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image" Target="../media/image40.svg"/><Relationship Id="rId7" Type="http://schemas.openxmlformats.org/officeDocument/2006/relationships/image" Target="../media/image39.png"/><Relationship Id="rId6" Type="http://schemas.openxmlformats.org/officeDocument/2006/relationships/tags" Target="../tags/tag29.xml"/><Relationship Id="rId5" Type="http://schemas.openxmlformats.org/officeDocument/2006/relationships/image" Target="../media/image20.png"/><Relationship Id="rId4" Type="http://schemas.openxmlformats.org/officeDocument/2006/relationships/image" Target="../media/image14.png"/><Relationship Id="rId3" Type="http://schemas.openxmlformats.org/officeDocument/2006/relationships/image" Target="../media/image8.png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image" Target="../media/image32.svg"/><Relationship Id="rId10" Type="http://schemas.openxmlformats.org/officeDocument/2006/relationships/image" Target="../media/image31.png"/><Relationship Id="rId1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image" Target="../media/image44.svg"/><Relationship Id="rId7" Type="http://schemas.openxmlformats.org/officeDocument/2006/relationships/image" Target="../media/image43.png"/><Relationship Id="rId6" Type="http://schemas.openxmlformats.org/officeDocument/2006/relationships/image" Target="../media/image20.png"/><Relationship Id="rId5" Type="http://schemas.openxmlformats.org/officeDocument/2006/relationships/image" Target="../media/image14.png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3" Type="http://schemas.openxmlformats.org/officeDocument/2006/relationships/notesSlide" Target="../notesSlides/notesSlide7.xml"/><Relationship Id="rId22" Type="http://schemas.openxmlformats.org/officeDocument/2006/relationships/slideLayout" Target="../slideLayouts/slideLayout2.xml"/><Relationship Id="rId21" Type="http://schemas.openxmlformats.org/officeDocument/2006/relationships/image" Target="../media/image46.svg"/><Relationship Id="rId20" Type="http://schemas.openxmlformats.org/officeDocument/2006/relationships/image" Target="../media/image45.png"/><Relationship Id="rId2" Type="http://schemas.openxmlformats.org/officeDocument/2006/relationships/image" Target="../media/image42.svg"/><Relationship Id="rId19" Type="http://schemas.openxmlformats.org/officeDocument/2006/relationships/tags" Target="../tags/tag47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image" Target="../media/image32.svg"/><Relationship Id="rId10" Type="http://schemas.openxmlformats.org/officeDocument/2006/relationships/image" Target="../media/image31.png"/><Relationship Id="rId1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svg"/><Relationship Id="rId8" Type="http://schemas.openxmlformats.org/officeDocument/2006/relationships/image" Target="../media/image47.png"/><Relationship Id="rId7" Type="http://schemas.openxmlformats.org/officeDocument/2006/relationships/image" Target="../media/image46.svg"/><Relationship Id="rId6" Type="http://schemas.openxmlformats.org/officeDocument/2006/relationships/image" Target="../media/image45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Relationship Id="rId3" Type="http://schemas.openxmlformats.org/officeDocument/2006/relationships/image" Target="../media/image8.png"/><Relationship Id="rId22" Type="http://schemas.openxmlformats.org/officeDocument/2006/relationships/notesSlide" Target="../notesSlides/notesSlide8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56.xml"/><Relationship Id="rId2" Type="http://schemas.openxmlformats.org/officeDocument/2006/relationships/image" Target="../media/image5.png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image" Target="../media/image32.svg"/><Relationship Id="rId11" Type="http://schemas.openxmlformats.org/officeDocument/2006/relationships/image" Target="../media/image31.png"/><Relationship Id="rId10" Type="http://schemas.openxmlformats.org/officeDocument/2006/relationships/tags" Target="../tags/tag48.xml"/><Relationship Id="rId1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tags" Target="../tags/tag57.xml"/><Relationship Id="rId7" Type="http://schemas.openxmlformats.org/officeDocument/2006/relationships/image" Target="../media/image50.svg"/><Relationship Id="rId6" Type="http://schemas.openxmlformats.org/officeDocument/2006/relationships/image" Target="../media/image49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Relationship Id="rId3" Type="http://schemas.openxmlformats.org/officeDocument/2006/relationships/image" Target="../media/image8.png"/><Relationship Id="rId20" Type="http://schemas.openxmlformats.org/officeDocument/2006/relationships/notesSlide" Target="../notesSlides/notesSlide9.xml"/><Relationship Id="rId2" Type="http://schemas.openxmlformats.org/officeDocument/2006/relationships/image" Target="../media/image5.png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image" Target="../media/image32.svg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9" Type="http://schemas.openxmlformats.org/officeDocument/2006/relationships/notesSlide" Target="../notesSlides/notesSlide10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50.svg"/><Relationship Id="rId16" Type="http://schemas.openxmlformats.org/officeDocument/2006/relationships/image" Target="../media/image49.png"/><Relationship Id="rId15" Type="http://schemas.openxmlformats.org/officeDocument/2006/relationships/image" Target="../media/image52.svg"/><Relationship Id="rId14" Type="http://schemas.openxmlformats.org/officeDocument/2006/relationships/image" Target="../media/image51.png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0"/>
            <a:ext cx="12224825" cy="2235200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4622800"/>
            <a:ext cx="12224825" cy="2235200"/>
          </a:xfrm>
          <a:prstGeom prst="rect">
            <a:avLst/>
          </a:prstGeom>
        </p:spPr>
      </p:pic>
      <p:pic>
        <p:nvPicPr>
          <p:cNvPr id="6" name="图形 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13762" y="-203811"/>
            <a:ext cx="12571924" cy="736660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927" y="1977340"/>
            <a:ext cx="4454146" cy="40843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819400" y="2395855"/>
            <a:ext cx="766381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6600" b="1" dirty="0">
                <a:ln/>
                <a:solidFill>
                  <a:srgbClr val="1BA59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{topic}</a:t>
            </a:r>
            <a:endParaRPr lang="zh-CN" altLang="zh-CN" sz="6600" b="1" dirty="0">
              <a:ln/>
              <a:solidFill>
                <a:srgbClr val="1BA59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31794" y="4820828"/>
            <a:ext cx="1449675" cy="1491898"/>
          </a:xfrm>
          <a:prstGeom prst="rect">
            <a:avLst/>
          </a:prstGeom>
        </p:spPr>
      </p:pic>
      <p:pic>
        <p:nvPicPr>
          <p:cNvPr id="27" name="图形 26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304867" y="185"/>
            <a:ext cx="3876675" cy="4048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14:switch dir="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3762" y="-203811"/>
            <a:ext cx="12571924" cy="7366603"/>
          </a:xfrm>
          <a:prstGeom prst="rect">
            <a:avLst/>
          </a:prstGeom>
        </p:spPr>
      </p:pic>
      <p:sp>
        <p:nvSpPr>
          <p:cNvPr id="6" name="PA-文本框 6"/>
          <p:cNvSpPr txBox="1"/>
          <p:nvPr>
            <p:custDataLst>
              <p:tags r:id="rId5"/>
            </p:custDataLst>
          </p:nvPr>
        </p:nvSpPr>
        <p:spPr>
          <a:xfrm>
            <a:off x="2133951" y="1597568"/>
            <a:ext cx="25384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1BA59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目 录</a:t>
            </a:r>
            <a:endParaRPr lang="zh-CN" altLang="en-US" sz="4800" b="1" dirty="0">
              <a:solidFill>
                <a:srgbClr val="1BA59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31975" y="3063875"/>
            <a:ext cx="42633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4000" b="1" spc="600" dirty="0">
                <a:solidFill>
                  <a:srgbClr val="4150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{title_1}</a:t>
            </a:r>
            <a:endParaRPr lang="en-US" altLang="zh-CN" sz="4000" b="1" spc="600" dirty="0">
              <a:solidFill>
                <a:srgbClr val="41506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02047" y="1928009"/>
            <a:ext cx="195897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CONTENT</a:t>
            </a:r>
            <a:endParaRPr lang="zh-CN" altLang="en-US" sz="28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0213420">
            <a:off x="10578731" y="5817783"/>
            <a:ext cx="468002" cy="678740"/>
          </a:xfrm>
          <a:prstGeom prst="rect">
            <a:avLst/>
          </a:prstGeom>
        </p:spPr>
      </p:pic>
      <p:pic>
        <p:nvPicPr>
          <p:cNvPr id="18" name="图形 1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75204" y="2201750"/>
            <a:ext cx="275538" cy="224781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52997" y="4296746"/>
            <a:ext cx="318720" cy="373599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88630" y="2924510"/>
            <a:ext cx="318720" cy="373599"/>
          </a:xfrm>
          <a:prstGeom prst="rect">
            <a:avLst/>
          </a:prstGeom>
        </p:spPr>
      </p:pic>
      <p:pic>
        <p:nvPicPr>
          <p:cNvPr id="22" name="图形 2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13735" y="2924510"/>
            <a:ext cx="318720" cy="373599"/>
          </a:xfrm>
          <a:prstGeom prst="rect">
            <a:avLst/>
          </a:prstGeom>
        </p:spPr>
      </p:pic>
      <p:pic>
        <p:nvPicPr>
          <p:cNvPr id="23" name="图形 22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977563" y="5591176"/>
            <a:ext cx="620430" cy="862012"/>
          </a:xfrm>
          <a:prstGeom prst="rect">
            <a:avLst/>
          </a:prstGeom>
        </p:spPr>
      </p:pic>
      <p:pic>
        <p:nvPicPr>
          <p:cNvPr id="24" name="图形 23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672823" y="1304763"/>
            <a:ext cx="806821" cy="912634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20"/>
            </p:custDataLst>
          </p:nvPr>
        </p:nvSpPr>
        <p:spPr>
          <a:xfrm>
            <a:off x="6513830" y="3063875"/>
            <a:ext cx="44704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4000" b="1" spc="600" dirty="0">
                <a:solidFill>
                  <a:srgbClr val="4150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{title_2}</a:t>
            </a:r>
            <a:endParaRPr lang="en-US" altLang="zh-CN" sz="4000" b="1" spc="600" dirty="0">
              <a:solidFill>
                <a:srgbClr val="41506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1"/>
            </p:custDataLst>
          </p:nvPr>
        </p:nvSpPr>
        <p:spPr>
          <a:xfrm>
            <a:off x="1800860" y="4455795"/>
            <a:ext cx="42945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4000" b="1" spc="600" dirty="0">
                <a:solidFill>
                  <a:srgbClr val="4150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{title_3}</a:t>
            </a:r>
            <a:endParaRPr lang="en-US" altLang="zh-CN" sz="4000" b="1" spc="600" dirty="0">
              <a:solidFill>
                <a:srgbClr val="41506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14:flip dir="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0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0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/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3762" y="-203811"/>
            <a:ext cx="12571924" cy="7366603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5729892" y="2520950"/>
            <a:ext cx="0" cy="181610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形 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527951">
            <a:off x="4613185" y="2325886"/>
            <a:ext cx="523874" cy="3714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86468" y="2602230"/>
            <a:ext cx="179387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F4D5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endParaRPr lang="en-US" altLang="zh-CN" sz="4800" b="1" dirty="0">
              <a:solidFill>
                <a:srgbClr val="F4D52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0942314">
            <a:off x="9513394" y="2428369"/>
            <a:ext cx="617069" cy="503398"/>
          </a:xfrm>
          <a:prstGeom prst="rect">
            <a:avLst/>
          </a:prstGeom>
        </p:spPr>
      </p:pic>
      <p:pic>
        <p:nvPicPr>
          <p:cNvPr id="15" name="图形 1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93989" y="1968408"/>
            <a:ext cx="1449675" cy="1491898"/>
          </a:xfrm>
          <a:prstGeom prst="rect">
            <a:avLst/>
          </a:prstGeom>
        </p:spPr>
      </p:pic>
      <p:sp>
        <p:nvSpPr>
          <p:cNvPr id="2" name="TextBox 10"/>
          <p:cNvSpPr txBox="1"/>
          <p:nvPr/>
        </p:nvSpPr>
        <p:spPr>
          <a:xfrm>
            <a:off x="5944870" y="3038475"/>
            <a:ext cx="4779645" cy="738505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4800" b="1">
                <a:solidFill>
                  <a:srgbClr val="1BA5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{title}</a:t>
            </a:r>
            <a:endParaRPr lang="en-US" altLang="zh-CN" sz="4800" b="1">
              <a:solidFill>
                <a:srgbClr val="1BA5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0" y="-1"/>
            <a:ext cx="12192000" cy="6869731"/>
          </a:xfrm>
          <a:prstGeom prst="rect">
            <a:avLst/>
          </a:prstGeom>
        </p:spPr>
      </p:pic>
      <p:pic>
        <p:nvPicPr>
          <p:cNvPr id="22" name="图形 2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3762" y="-203811"/>
            <a:ext cx="12571924" cy="7366603"/>
          </a:xfrm>
          <a:prstGeom prst="rect">
            <a:avLst/>
          </a:prstGeom>
        </p:spPr>
      </p:pic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3305446" y="3154044"/>
            <a:ext cx="407744" cy="406888"/>
          </a:xfrm>
          <a:prstGeom prst="ellipse">
            <a:avLst/>
          </a:prstGeom>
          <a:solidFill>
            <a:srgbClr val="EB6D8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椭圆 8"/>
          <p:cNvSpPr/>
          <p:nvPr>
            <p:custDataLst>
              <p:tags r:id="rId6"/>
            </p:custDataLst>
          </p:nvPr>
        </p:nvSpPr>
        <p:spPr>
          <a:xfrm>
            <a:off x="3178068" y="4146295"/>
            <a:ext cx="354705" cy="354705"/>
          </a:xfrm>
          <a:prstGeom prst="ellipse">
            <a:avLst/>
          </a:prstGeom>
          <a:solidFill>
            <a:srgbClr val="1BA59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114360" y="4327903"/>
            <a:ext cx="259246" cy="258501"/>
          </a:xfrm>
          <a:prstGeom prst="ellipse">
            <a:avLst/>
          </a:prstGeom>
          <a:solidFill>
            <a:srgbClr val="A9DBF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7"/>
            </p:custDataLst>
          </p:nvPr>
        </p:nvSpPr>
        <p:spPr>
          <a:xfrm>
            <a:off x="3462994" y="2047851"/>
            <a:ext cx="221414" cy="221413"/>
          </a:xfrm>
          <a:prstGeom prst="ellipse">
            <a:avLst/>
          </a:prstGeom>
          <a:solidFill>
            <a:srgbClr val="F4D52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687267" y="1655574"/>
            <a:ext cx="2491200" cy="24912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449166" y="515066"/>
            <a:ext cx="1140540" cy="1140540"/>
          </a:xfrm>
          <a:prstGeom prst="ellipse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58765" y="595544"/>
            <a:ext cx="2812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spc="600" dirty="0">
                <a:solidFill>
                  <a:srgbClr val="1BA5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{sub_title}</a:t>
            </a:r>
            <a:endParaRPr lang="en-US" altLang="zh-CN" sz="2800" b="1" spc="600" dirty="0">
              <a:solidFill>
                <a:srgbClr val="1BA59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65575" y="5480752"/>
            <a:ext cx="923909" cy="950819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213420">
            <a:off x="721995" y="729615"/>
            <a:ext cx="271780" cy="394335"/>
          </a:xfrm>
          <a:prstGeom prst="rect">
            <a:avLst/>
          </a:prstGeom>
        </p:spPr>
      </p:pic>
      <p:pic>
        <p:nvPicPr>
          <p:cNvPr id="21" name="图形 20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3770" y="598170"/>
            <a:ext cx="360680" cy="501015"/>
          </a:xfrm>
          <a:prstGeom prst="rect">
            <a:avLst/>
          </a:prstGeom>
        </p:spPr>
      </p:pic>
      <p:pic>
        <p:nvPicPr>
          <p:cNvPr id="3" name="图形 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460319" y="1656089"/>
            <a:ext cx="596104" cy="570373"/>
          </a:xfrm>
          <a:prstGeom prst="rect">
            <a:avLst/>
          </a:prstGeom>
        </p:spPr>
      </p:pic>
      <p:pic>
        <p:nvPicPr>
          <p:cNvPr id="23" name="图形 22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49815" y="4453710"/>
            <a:ext cx="596104" cy="570373"/>
          </a:xfrm>
          <a:prstGeom prst="rect">
            <a:avLst/>
          </a:prstGeom>
        </p:spPr>
      </p:pic>
      <p:pic>
        <p:nvPicPr>
          <p:cNvPr id="24" name="图形 23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44519" y="3126558"/>
            <a:ext cx="596104" cy="570373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20"/>
            </p:custDataLst>
          </p:nvPr>
        </p:nvSpPr>
        <p:spPr>
          <a:xfrm>
            <a:off x="5035550" y="1737995"/>
            <a:ext cx="640778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{desc_1}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21"/>
            </p:custDataLst>
          </p:nvPr>
        </p:nvSpPr>
        <p:spPr>
          <a:xfrm>
            <a:off x="5035550" y="2081530"/>
            <a:ext cx="640715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22"/>
            </p:custDataLst>
          </p:nvPr>
        </p:nvSpPr>
        <p:spPr>
          <a:xfrm>
            <a:off x="4750435" y="3225800"/>
            <a:ext cx="640715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{desc_2}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4750435" y="3569335"/>
            <a:ext cx="640715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4128770" y="4529455"/>
            <a:ext cx="640715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{desc_3}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>
            <p:custDataLst>
              <p:tags r:id="rId25"/>
            </p:custDataLst>
          </p:nvPr>
        </p:nvSpPr>
        <p:spPr>
          <a:xfrm>
            <a:off x="4128770" y="4872990"/>
            <a:ext cx="670052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3" name="图片 32" descr="图片1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6590" y="1524635"/>
            <a:ext cx="2493010" cy="2493010"/>
          </a:xfrm>
          <a:prstGeom prst="rect">
            <a:avLst/>
          </a:prstGeom>
        </p:spPr>
      </p:pic>
      <p:pic>
        <p:nvPicPr>
          <p:cNvPr id="34" name="图片 33" descr="图片2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74980" y="4684395"/>
            <a:ext cx="1639570" cy="16395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14:prism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331 -0.06898 L -1.04167E-6 2.59259E-6 " pathEditMode="relative" rAng="0" ptsTypes="AA">
                                      <p:cBhvr>
                                        <p:cTn id="4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2" y="3449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388 0.0544 L -2.08333E-7 1.85185E-6 " pathEditMode="relative" rAng="0" ptsTypes="AA">
                                      <p:cBhvr>
                                        <p:cTn id="5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40" y="-2731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53 -0.00024 L -2.08333E-6 4.44444E-6 " pathEditMode="relative" rAng="0" ptsTypes="AA">
                                      <p:cBhvr>
                                        <p:cTn id="5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56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5104 0.07153 L -2.29167E-6 -1.85185E-6 " pathEditMode="relative" rAng="0" ptsTypes="AA">
                                      <p:cBhvr>
                                        <p:cTn id="6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52" y="-3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bldLvl="0" animBg="1"/>
      <p:bldP spid="9" grpId="0" bldLvl="0" animBg="1"/>
      <p:bldP spid="9" grpId="1" bldLvl="0" animBg="1"/>
      <p:bldP spid="10" grpId="0" bldLvl="0" animBg="1"/>
      <p:bldP spid="10" grpId="1" bldLvl="0" animBg="1"/>
      <p:bldP spid="11" grpId="0" bldLvl="0" animBg="1"/>
      <p:bldP spid="11" grpId="1" bldLvl="0" animBg="1"/>
      <p:bldP spid="16" grpId="0" bldLvl="0" animBg="1"/>
      <p:bldP spid="17" grpId="0" bldLvl="0" animBg="1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8" name="图形 2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3762" y="-203811"/>
            <a:ext cx="12571924" cy="7366603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5575" y="5480752"/>
            <a:ext cx="923909" cy="950819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0213420">
            <a:off x="721995" y="729615"/>
            <a:ext cx="271780" cy="394335"/>
          </a:xfrm>
          <a:prstGeom prst="rect">
            <a:avLst/>
          </a:prstGeom>
        </p:spPr>
      </p:pic>
      <p:pic>
        <p:nvPicPr>
          <p:cNvPr id="10" name="图形 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3770" y="598170"/>
            <a:ext cx="360680" cy="50101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4765675" y="1737995"/>
            <a:ext cx="640778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{desc_1}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>
            <p:custDataLst>
              <p:tags r:id="rId12"/>
            </p:custDataLst>
          </p:nvPr>
        </p:nvSpPr>
        <p:spPr>
          <a:xfrm>
            <a:off x="4765675" y="2081530"/>
            <a:ext cx="640715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4750435" y="3225800"/>
            <a:ext cx="640715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{desc_2}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4750435" y="3569335"/>
            <a:ext cx="640715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>
            <p:custDataLst>
              <p:tags r:id="rId15"/>
            </p:custDataLst>
          </p:nvPr>
        </p:nvSpPr>
        <p:spPr>
          <a:xfrm>
            <a:off x="4750435" y="4453890"/>
            <a:ext cx="640715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{desc_3}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>
            <p:custDataLst>
              <p:tags r:id="rId16"/>
            </p:custDataLst>
          </p:nvPr>
        </p:nvSpPr>
        <p:spPr>
          <a:xfrm>
            <a:off x="4750435" y="4797425"/>
            <a:ext cx="670052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358765" y="595544"/>
            <a:ext cx="2812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spc="600" dirty="0">
                <a:solidFill>
                  <a:srgbClr val="1BA5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{sub_title}</a:t>
            </a:r>
            <a:endParaRPr lang="en-US" altLang="zh-CN" sz="2800" b="1" spc="600" dirty="0">
              <a:solidFill>
                <a:srgbClr val="1BA59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1" name="图形 26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550525" y="506095"/>
            <a:ext cx="1153160" cy="1204595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4375" y="1695450"/>
            <a:ext cx="3210560" cy="4321175"/>
          </a:xfrm>
          <a:prstGeom prst="rect">
            <a:avLst/>
          </a:prstGeom>
        </p:spPr>
      </p:pic>
      <p:pic>
        <p:nvPicPr>
          <p:cNvPr id="46" name="图形 2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176474" y="1673234"/>
            <a:ext cx="596104" cy="570373"/>
          </a:xfrm>
          <a:prstGeom prst="rect">
            <a:avLst/>
          </a:prstGeom>
        </p:spPr>
      </p:pic>
      <p:pic>
        <p:nvPicPr>
          <p:cNvPr id="47" name="图形 22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186085" y="4402275"/>
            <a:ext cx="596104" cy="570373"/>
          </a:xfrm>
          <a:prstGeom prst="rect">
            <a:avLst/>
          </a:prstGeom>
        </p:spPr>
      </p:pic>
      <p:pic>
        <p:nvPicPr>
          <p:cNvPr id="48" name="图形 23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176269" y="3134813"/>
            <a:ext cx="596104" cy="5703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14:prism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形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762" y="-203811"/>
            <a:ext cx="12571924" cy="7366603"/>
          </a:xfrm>
          <a:prstGeom prst="rect">
            <a:avLst/>
          </a:prstGeom>
        </p:spPr>
      </p:pic>
      <p:pic>
        <p:nvPicPr>
          <p:cNvPr id="8" name="图形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575" y="5480752"/>
            <a:ext cx="923909" cy="950819"/>
          </a:xfrm>
          <a:prstGeom prst="rect">
            <a:avLst/>
          </a:prstGeom>
        </p:spPr>
      </p:pic>
      <p:pic>
        <p:nvPicPr>
          <p:cNvPr id="10" name="图形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213420">
            <a:off x="721995" y="729615"/>
            <a:ext cx="271780" cy="394335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70" y="598170"/>
            <a:ext cx="360680" cy="501015"/>
          </a:xfrm>
          <a:prstGeom prst="rect">
            <a:avLst/>
          </a:prstGeom>
        </p:spPr>
      </p:pic>
      <p:pic>
        <p:nvPicPr>
          <p:cNvPr id="3" name="图形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7649" y="1577624"/>
            <a:ext cx="3915030" cy="4155493"/>
          </a:xfrm>
          <a:prstGeom prst="rect">
            <a:avLst/>
          </a:prstGeom>
        </p:spPr>
      </p:pic>
      <p:pic>
        <p:nvPicPr>
          <p:cNvPr id="14" name="图形 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60319" y="1656089"/>
            <a:ext cx="596104" cy="570373"/>
          </a:xfrm>
          <a:prstGeom prst="rect">
            <a:avLst/>
          </a:prstGeom>
        </p:spPr>
      </p:pic>
      <p:pic>
        <p:nvPicPr>
          <p:cNvPr id="15" name="图形 2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25380" y="4453710"/>
            <a:ext cx="596104" cy="570373"/>
          </a:xfrm>
          <a:prstGeom prst="rect">
            <a:avLst/>
          </a:prstGeom>
        </p:spPr>
      </p:pic>
      <p:pic>
        <p:nvPicPr>
          <p:cNvPr id="18" name="图形 2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44519" y="3126558"/>
            <a:ext cx="596104" cy="570373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5035550" y="1737995"/>
            <a:ext cx="640778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{desc_1}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15"/>
            </p:custDataLst>
          </p:nvPr>
        </p:nvSpPr>
        <p:spPr>
          <a:xfrm>
            <a:off x="5035550" y="2081530"/>
            <a:ext cx="640715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>
            <p:custDataLst>
              <p:tags r:id="rId16"/>
            </p:custDataLst>
          </p:nvPr>
        </p:nvSpPr>
        <p:spPr>
          <a:xfrm>
            <a:off x="4750435" y="3225800"/>
            <a:ext cx="640715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{desc_2}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>
            <p:custDataLst>
              <p:tags r:id="rId17"/>
            </p:custDataLst>
          </p:nvPr>
        </p:nvSpPr>
        <p:spPr>
          <a:xfrm>
            <a:off x="4750435" y="3569335"/>
            <a:ext cx="640715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>
            <p:custDataLst>
              <p:tags r:id="rId18"/>
            </p:custDataLst>
          </p:nvPr>
        </p:nvSpPr>
        <p:spPr>
          <a:xfrm>
            <a:off x="4204335" y="4529455"/>
            <a:ext cx="640715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{desc_3}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>
            <p:custDataLst>
              <p:tags r:id="rId19"/>
            </p:custDataLst>
          </p:nvPr>
        </p:nvSpPr>
        <p:spPr>
          <a:xfrm>
            <a:off x="4204335" y="4872990"/>
            <a:ext cx="670052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358765" y="595544"/>
            <a:ext cx="2812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spc="600" dirty="0">
                <a:solidFill>
                  <a:srgbClr val="1BA5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{sub_title}</a:t>
            </a:r>
            <a:endParaRPr lang="en-US" altLang="zh-CN" sz="2800" b="1" spc="600" dirty="0">
              <a:solidFill>
                <a:srgbClr val="1BA59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14:window dir="vert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0"/>
            <a:ext cx="12192001" cy="6946900"/>
          </a:xfrm>
          <a:prstGeom prst="rect">
            <a:avLst/>
          </a:prstGeom>
        </p:spPr>
      </p:pic>
      <p:pic>
        <p:nvPicPr>
          <p:cNvPr id="36" name="图形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3762" y="-203811"/>
            <a:ext cx="12571924" cy="7366603"/>
          </a:xfrm>
          <a:prstGeom prst="rect">
            <a:avLst/>
          </a:prstGeom>
        </p:spPr>
      </p:pic>
      <p:pic>
        <p:nvPicPr>
          <p:cNvPr id="38" name="图形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5575" y="5480752"/>
            <a:ext cx="923909" cy="950819"/>
          </a:xfrm>
          <a:prstGeom prst="rect">
            <a:avLst/>
          </a:prstGeom>
        </p:spPr>
      </p:pic>
      <p:pic>
        <p:nvPicPr>
          <p:cNvPr id="40" name="图形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213420">
            <a:off x="721995" y="729615"/>
            <a:ext cx="271780" cy="394335"/>
          </a:xfrm>
          <a:prstGeom prst="rect">
            <a:avLst/>
          </a:prstGeom>
        </p:spPr>
      </p:pic>
      <p:pic>
        <p:nvPicPr>
          <p:cNvPr id="41" name="图形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70" y="598170"/>
            <a:ext cx="360680" cy="501015"/>
          </a:xfrm>
          <a:prstGeom prst="rect">
            <a:avLst/>
          </a:prstGeom>
        </p:spPr>
      </p:pic>
      <p:pic>
        <p:nvPicPr>
          <p:cNvPr id="4" name="图形 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64" y="3176314"/>
            <a:ext cx="4031494" cy="2901061"/>
          </a:xfrm>
          <a:prstGeom prst="rect">
            <a:avLst/>
          </a:prstGeom>
        </p:spPr>
      </p:pic>
      <p:pic>
        <p:nvPicPr>
          <p:cNvPr id="14" name="图形 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02484" y="1483369"/>
            <a:ext cx="596104" cy="570373"/>
          </a:xfrm>
          <a:prstGeom prst="rect">
            <a:avLst/>
          </a:prstGeom>
        </p:spPr>
      </p:pic>
      <p:pic>
        <p:nvPicPr>
          <p:cNvPr id="15" name="图形 2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12095" y="4341950"/>
            <a:ext cx="596104" cy="570373"/>
          </a:xfrm>
          <a:prstGeom prst="rect">
            <a:avLst/>
          </a:prstGeom>
        </p:spPr>
      </p:pic>
      <p:pic>
        <p:nvPicPr>
          <p:cNvPr id="18" name="图形 2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02279" y="2912563"/>
            <a:ext cx="596104" cy="570373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4577715" y="1565275"/>
            <a:ext cx="701230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{desc_1}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15"/>
            </p:custDataLst>
          </p:nvPr>
        </p:nvSpPr>
        <p:spPr>
          <a:xfrm>
            <a:off x="4577715" y="1908810"/>
            <a:ext cx="671449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>
            <p:custDataLst>
              <p:tags r:id="rId16"/>
            </p:custDataLst>
          </p:nvPr>
        </p:nvSpPr>
        <p:spPr>
          <a:xfrm>
            <a:off x="4608195" y="3011805"/>
            <a:ext cx="689102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{desc_2}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17"/>
            </p:custDataLst>
          </p:nvPr>
        </p:nvSpPr>
        <p:spPr>
          <a:xfrm>
            <a:off x="4608195" y="3355340"/>
            <a:ext cx="677672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18"/>
            </p:custDataLst>
          </p:nvPr>
        </p:nvSpPr>
        <p:spPr>
          <a:xfrm>
            <a:off x="4591050" y="4417695"/>
            <a:ext cx="690816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{desc_3}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19"/>
            </p:custDataLst>
          </p:nvPr>
        </p:nvSpPr>
        <p:spPr>
          <a:xfrm>
            <a:off x="4591050" y="4761230"/>
            <a:ext cx="670052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58765" y="595544"/>
            <a:ext cx="2812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spc="600" dirty="0">
                <a:solidFill>
                  <a:srgbClr val="1BA5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{sub_title}</a:t>
            </a:r>
            <a:endParaRPr lang="en-US" altLang="zh-CN" sz="2800" b="1" spc="600" dirty="0">
              <a:solidFill>
                <a:srgbClr val="1BA59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形 2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68350" y="1508125"/>
            <a:ext cx="1276350" cy="1276350"/>
          </a:xfrm>
          <a:prstGeom prst="rect">
            <a:avLst/>
          </a:prstGeom>
        </p:spPr>
      </p:pic>
      <p:pic>
        <p:nvPicPr>
          <p:cNvPr id="9" name="图形 2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673985" y="2609850"/>
            <a:ext cx="819150" cy="819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14:conveyor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762" y="-203811"/>
            <a:ext cx="12571924" cy="7366603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575" y="5480752"/>
            <a:ext cx="923909" cy="950819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213420">
            <a:off x="721995" y="729615"/>
            <a:ext cx="271780" cy="394335"/>
          </a:xfrm>
          <a:prstGeom prst="rect">
            <a:avLst/>
          </a:prstGeom>
        </p:spPr>
      </p:pic>
      <p:pic>
        <p:nvPicPr>
          <p:cNvPr id="10" name="图形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70" y="598170"/>
            <a:ext cx="360680" cy="501015"/>
          </a:xfrm>
          <a:prstGeom prst="rect">
            <a:avLst/>
          </a:prstGeom>
        </p:spPr>
      </p:pic>
      <p:pic>
        <p:nvPicPr>
          <p:cNvPr id="3" name="图形 2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73985" y="2609850"/>
            <a:ext cx="819150" cy="819150"/>
          </a:xfrm>
          <a:prstGeom prst="rect">
            <a:avLst/>
          </a:prstGeom>
        </p:spPr>
      </p:pic>
      <p:pic>
        <p:nvPicPr>
          <p:cNvPr id="2" name="图形 1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146314">
            <a:off x="269875" y="1847215"/>
            <a:ext cx="3365500" cy="4748530"/>
          </a:xfrm>
          <a:prstGeom prst="rect">
            <a:avLst/>
          </a:prstGeom>
        </p:spPr>
      </p:pic>
      <p:pic>
        <p:nvPicPr>
          <p:cNvPr id="21" name="图形 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02484" y="1483369"/>
            <a:ext cx="596104" cy="570373"/>
          </a:xfrm>
          <a:prstGeom prst="rect">
            <a:avLst/>
          </a:prstGeom>
        </p:spPr>
      </p:pic>
      <p:pic>
        <p:nvPicPr>
          <p:cNvPr id="22" name="图形 2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12095" y="4341950"/>
            <a:ext cx="596104" cy="570373"/>
          </a:xfrm>
          <a:prstGeom prst="rect">
            <a:avLst/>
          </a:prstGeom>
        </p:spPr>
      </p:pic>
      <p:pic>
        <p:nvPicPr>
          <p:cNvPr id="23" name="图形 2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02279" y="2912563"/>
            <a:ext cx="596104" cy="570373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15"/>
            </p:custDataLst>
          </p:nvPr>
        </p:nvSpPr>
        <p:spPr>
          <a:xfrm>
            <a:off x="4577715" y="1565275"/>
            <a:ext cx="701230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{desc_1}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16"/>
            </p:custDataLst>
          </p:nvPr>
        </p:nvSpPr>
        <p:spPr>
          <a:xfrm>
            <a:off x="4577715" y="1908810"/>
            <a:ext cx="671449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>
            <p:custDataLst>
              <p:tags r:id="rId17"/>
            </p:custDataLst>
          </p:nvPr>
        </p:nvSpPr>
        <p:spPr>
          <a:xfrm>
            <a:off x="4608195" y="3011805"/>
            <a:ext cx="689102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{desc_2}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18"/>
            </p:custDataLst>
          </p:nvPr>
        </p:nvSpPr>
        <p:spPr>
          <a:xfrm>
            <a:off x="4608195" y="3355340"/>
            <a:ext cx="677672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>
            <p:custDataLst>
              <p:tags r:id="rId19"/>
            </p:custDataLst>
          </p:nvPr>
        </p:nvSpPr>
        <p:spPr>
          <a:xfrm>
            <a:off x="4591050" y="4417695"/>
            <a:ext cx="690816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{desc_3}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20"/>
            </p:custDataLst>
          </p:nvPr>
        </p:nvSpPr>
        <p:spPr>
          <a:xfrm>
            <a:off x="4591050" y="4761230"/>
            <a:ext cx="670052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358765" y="595544"/>
            <a:ext cx="2812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spc="600" dirty="0">
                <a:solidFill>
                  <a:srgbClr val="1BA5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{sub_title}</a:t>
            </a:r>
            <a:endParaRPr lang="en-US" altLang="zh-CN" sz="2800" b="1" spc="600" dirty="0">
              <a:solidFill>
                <a:srgbClr val="1BA59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:random/>
      </p:transition>
    </mc:Choice>
    <mc:Fallback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0" y="-1"/>
            <a:ext cx="12192000" cy="6869731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762" y="-203811"/>
            <a:ext cx="12571924" cy="7366603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40" y="5466147"/>
            <a:ext cx="923909" cy="950819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213420">
            <a:off x="721995" y="729615"/>
            <a:ext cx="271780" cy="394335"/>
          </a:xfrm>
          <a:prstGeom prst="rect">
            <a:avLst/>
          </a:prstGeom>
        </p:spPr>
      </p:pic>
      <p:pic>
        <p:nvPicPr>
          <p:cNvPr id="10" name="图形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70" y="598170"/>
            <a:ext cx="360680" cy="501015"/>
          </a:xfrm>
          <a:prstGeom prst="rect">
            <a:avLst/>
          </a:prstGeom>
        </p:spPr>
      </p:pic>
      <p:sp>
        <p:nvSpPr>
          <p:cNvPr id="11" name="椭圆 10"/>
          <p:cNvSpPr/>
          <p:nvPr/>
        </p:nvSpPr>
        <p:spPr>
          <a:xfrm>
            <a:off x="8502015" y="2739390"/>
            <a:ext cx="3181350" cy="318135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52400" dist="63500" dir="2700000" algn="tl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形 1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1442154">
            <a:off x="8107045" y="1557655"/>
            <a:ext cx="3438525" cy="37528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图形 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0509" y="1599574"/>
            <a:ext cx="596104" cy="570373"/>
          </a:xfrm>
          <a:prstGeom prst="rect">
            <a:avLst/>
          </a:prstGeom>
        </p:spPr>
      </p:pic>
      <p:pic>
        <p:nvPicPr>
          <p:cNvPr id="18" name="图形 2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0120" y="4458155"/>
            <a:ext cx="596104" cy="570373"/>
          </a:xfrm>
          <a:prstGeom prst="rect">
            <a:avLst/>
          </a:prstGeom>
        </p:spPr>
      </p:pic>
      <p:pic>
        <p:nvPicPr>
          <p:cNvPr id="19" name="图形 2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0304" y="3028768"/>
            <a:ext cx="596104" cy="570373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3"/>
            </p:custDataLst>
          </p:nvPr>
        </p:nvSpPr>
        <p:spPr>
          <a:xfrm>
            <a:off x="1475740" y="1681480"/>
            <a:ext cx="701230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{desc_1}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1475740" y="2025015"/>
            <a:ext cx="671449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>
            <p:custDataLst>
              <p:tags r:id="rId15"/>
            </p:custDataLst>
          </p:nvPr>
        </p:nvSpPr>
        <p:spPr>
          <a:xfrm>
            <a:off x="1506220" y="3128010"/>
            <a:ext cx="689102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{desc_2}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>
            <p:custDataLst>
              <p:tags r:id="rId16"/>
            </p:custDataLst>
          </p:nvPr>
        </p:nvSpPr>
        <p:spPr>
          <a:xfrm>
            <a:off x="1506220" y="3471545"/>
            <a:ext cx="677672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17"/>
            </p:custDataLst>
          </p:nvPr>
        </p:nvSpPr>
        <p:spPr>
          <a:xfrm>
            <a:off x="1489075" y="4533900"/>
            <a:ext cx="690816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E692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{desc_3}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E692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18"/>
            </p:custDataLst>
          </p:nvPr>
        </p:nvSpPr>
        <p:spPr>
          <a:xfrm>
            <a:off x="1489075" y="4877435"/>
            <a:ext cx="670052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358765" y="595544"/>
            <a:ext cx="2812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spc="600" dirty="0">
                <a:solidFill>
                  <a:srgbClr val="1BA5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{sub_title}</a:t>
            </a:r>
            <a:endParaRPr lang="en-US" altLang="zh-CN" sz="2800" b="1" spc="600" dirty="0">
              <a:solidFill>
                <a:srgbClr val="1BA59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14:prism isContent="1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" y="0"/>
            <a:ext cx="12224825" cy="2235200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4622800"/>
            <a:ext cx="12224825" cy="2235200"/>
          </a:xfrm>
          <a:prstGeom prst="rect">
            <a:avLst/>
          </a:prstGeom>
        </p:spPr>
      </p:pic>
      <p:pic>
        <p:nvPicPr>
          <p:cNvPr id="6" name="图形 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13762" y="-203811"/>
            <a:ext cx="12571924" cy="736660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927" y="2160855"/>
            <a:ext cx="4454146" cy="40843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894965" y="2579370"/>
            <a:ext cx="766381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6600" b="1" dirty="0">
                <a:solidFill>
                  <a:srgbClr val="F4D5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一分耕耘</a:t>
            </a:r>
            <a:r>
              <a:rPr lang="en-US" altLang="zh-CN" sz="6600" b="1" dirty="0">
                <a:solidFill>
                  <a:srgbClr val="F4D5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lang="zh-CN" altLang="en-US" sz="6600" b="1" dirty="0">
                <a:solidFill>
                  <a:srgbClr val="F4D5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一分收获！</a:t>
            </a:r>
            <a:endParaRPr lang="en-US" altLang="zh-CN" sz="6600" b="1" dirty="0">
              <a:solidFill>
                <a:srgbClr val="F4D52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31794" y="4820828"/>
            <a:ext cx="1449675" cy="1491898"/>
          </a:xfrm>
          <a:prstGeom prst="rect">
            <a:avLst/>
          </a:prstGeom>
        </p:spPr>
      </p:pic>
      <p:pic>
        <p:nvPicPr>
          <p:cNvPr id="27" name="图形 26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304867" y="185"/>
            <a:ext cx="3876675" cy="4048125"/>
          </a:xfrm>
          <a:prstGeom prst="rect">
            <a:avLst/>
          </a:prstGeom>
        </p:spPr>
      </p:pic>
      <p:sp>
        <p:nvSpPr>
          <p:cNvPr id="25" name="椭圆 24"/>
          <p:cNvSpPr/>
          <p:nvPr>
            <p:custDataLst>
              <p:tags r:id="rId12"/>
            </p:custDataLst>
          </p:nvPr>
        </p:nvSpPr>
        <p:spPr>
          <a:xfrm>
            <a:off x="2699385" y="4313555"/>
            <a:ext cx="1586230" cy="158623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52400" dist="63500" dir="2700000" algn="tl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形 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08605" y="4457065"/>
            <a:ext cx="1442720" cy="12814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椭圆 10"/>
          <p:cNvSpPr/>
          <p:nvPr/>
        </p:nvSpPr>
        <p:spPr>
          <a:xfrm>
            <a:off x="6021070" y="4685030"/>
            <a:ext cx="1398905" cy="12960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52400" dist="63500" dir="2700000" algn="tl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形 1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1442154">
            <a:off x="5865495" y="4173220"/>
            <a:ext cx="1512570" cy="15767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14:switch dir="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PA" val="v5.1.1"/>
</p:tagLst>
</file>

<file path=ppt/tags/tag2.xml><?xml version="1.0" encoding="utf-8"?>
<p:tagLst xmlns:p="http://schemas.openxmlformats.org/presentationml/2006/main">
  <p:tag name="KSO_WM_DIAGRAM_VIRTUALLY_FRAME" val="{&quot;height&quot;:197.12763779527563,&quot;left&quot;:105.60685039370078,&quot;top&quot;:230.27637795275592,&quot;width&quot;:759.2931496062993}"/>
</p:tagLst>
</file>

<file path=ppt/tags/tag3.xml><?xml version="1.0" encoding="utf-8"?>
<p:tagLst xmlns:p="http://schemas.openxmlformats.org/presentationml/2006/main">
  <p:tag name="KSO_WM_DIAGRAM_VIRTUALLY_FRAME" val="{&quot;height&quot;:197.12763779527563,&quot;left&quot;:105.60685039370078,&quot;top&quot;:230.27637795275592,&quot;width&quot;:759.2931496062993}"/>
</p:tagLst>
</file>

<file path=ppt/tags/tag4.xml><?xml version="1.0" encoding="utf-8"?>
<p:tagLst xmlns:p="http://schemas.openxmlformats.org/presentationml/2006/main">
  <p:tag name="KSO_WM_DIAGRAM_VIRTUALLY_FRAME" val="{&quot;height&quot;:197.12763779527563,&quot;left&quot;:105.60685039370078,&quot;top&quot;:230.27637795275592,&quot;width&quot;:759.2931496062993}"/>
</p:tagLst>
</file>

<file path=ppt/tags/tag5.xml><?xml version="1.0" encoding="utf-8"?>
<p:tagLst xmlns:p="http://schemas.openxmlformats.org/presentationml/2006/main">
  <p:tag name="KSO_WM_DIAGRAM_VIRTUALLY_FRAME" val="{&quot;height&quot;:197.12763779527563,&quot;left&quot;:105.60685039370078,&quot;top&quot;:230.27637795275592,&quot;width&quot;:759.2931496062993}"/>
</p:tagLst>
</file>

<file path=ppt/tags/tag6.xml><?xml version="1.0" encoding="utf-8"?>
<p:tagLst xmlns:p="http://schemas.openxmlformats.org/presentationml/2006/main">
  <p:tag name="KSO_WM_DIAGRAM_VIRTUALLY_FRAME" val="{&quot;height&quot;:197.12763779527563,&quot;left&quot;:105.60685039370078,&quot;top&quot;:230.27637795275592,&quot;width&quot;:759.2931496062993}"/>
</p:tagLst>
</file>

<file path=ppt/tags/tag7.xml><?xml version="1.0" encoding="utf-8"?>
<p:tagLst xmlns:p="http://schemas.openxmlformats.org/presentationml/2006/main">
  <p:tag name="KSO_WM_DIAGRAM_VIRTUALLY_FRAME" val="{&quot;height&quot;:197.12763779527563,&quot;left&quot;:105.60685039370078,&quot;top&quot;:230.27637795275592,&quot;width&quot;:759.2931496062993}"/>
</p:tagLst>
</file>

<file path=ppt/tags/tag8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9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10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11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12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13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14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15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16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17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18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19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20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21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22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23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24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25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26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27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28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29.xml><?xml version="1.0" encoding="utf-8"?>
<p:tagLst xmlns:p="http://schemas.openxmlformats.org/presentationml/2006/main">
  <p:tag name="KSO_WM_DIAGRAM_VIRTUALLY_FRAME" val="{&quot;height&quot;:327.20417322834646,&quot;left&quot;:135.19007874015747,&quot;top&quot;:124.17236220472441,&quot;width&quot;:688.6170866141732}"/>
</p:tagLst>
</file>

<file path=ppt/tags/tag30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31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32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33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34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35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36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37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38.xml><?xml version="1.0" encoding="utf-8"?>
<p:tagLst xmlns:p="http://schemas.openxmlformats.org/presentationml/2006/main">
  <p:tag name="KSO_WM_DIAGRAM_VIRTUALLY_FRAME" val="{&quot;height&quot;:322.5992913385827,&quot;left&quot;:25.953326122644842,&quot;top&quot;:130.40070866141733,&quot;width&quot;:954.9966738773552}"/>
</p:tagLst>
</file>

<file path=ppt/tags/tag39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40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41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42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43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44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45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46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47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48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49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50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51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52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53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54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55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56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57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58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59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60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61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62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63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64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65.xml><?xml version="1.0" encoding="utf-8"?>
<p:tagLst xmlns:p="http://schemas.openxmlformats.org/presentationml/2006/main">
  <p:tag name="KSO_WM_DIAGRAM_VIRTUALLY_FRAME" val="{&quot;height&quot;:336.19929133858267,&quot;left&quot;:25.953326122644842,&quot;top&quot;:116.80070866141732,&quot;width&quot;:954.9966738773552}"/>
</p:tagLst>
</file>

<file path=ppt/tags/tag66.xml><?xml version="1.0" encoding="utf-8"?>
<p:tagLst xmlns:p="http://schemas.openxmlformats.org/presentationml/2006/main">
  <p:tag name="KSO_WM_DIAGRAM_VIRTUALLY_FRAME" val="{&quot;height&quot;:227.7803937007874,&quot;left&quot;:117.22976377952754,&quot;top&quot;:187.05,&quot;width&quot;:366.65771653543305}"/>
</p:tagLst>
</file>

<file path=ppt/tags/tag67.xml><?xml version="1.0" encoding="utf-8"?>
<p:tagLst xmlns:p="http://schemas.openxmlformats.org/presentationml/2006/main">
  <p:tag name="KSO_WM_DIAGRAM_VIRTUALLY_FRAME" val="{&quot;height&quot;:227.7803937007874,&quot;left&quot;:117.22976377952754,&quot;top&quot;:187.05,&quot;width&quot;:366.65771653543305}"/>
</p:tagLst>
</file>

<file path=ppt/tags/tag68.xml><?xml version="1.0" encoding="utf-8"?>
<p:tagLst xmlns:p="http://schemas.openxmlformats.org/presentationml/2006/main">
  <p:tag name="ISPRING_PRESENTATION_TITLE" val="企业招聘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WPS 演示</Application>
  <PresentationFormat>宽屏</PresentationFormat>
  <Paragraphs>102</Paragraphs>
  <Slides>10</Slides>
  <Notes>24</Notes>
  <HiddenSlides>0</HiddenSlides>
  <MMClips>1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40" baseType="lpstr">
      <vt:lpstr>Arial</vt:lpstr>
      <vt:lpstr>宋体</vt:lpstr>
      <vt:lpstr>Wingdings</vt:lpstr>
      <vt:lpstr>印品溜溜圆</vt:lpstr>
      <vt:lpstr>Noto Sans S Chinese Regular</vt:lpstr>
      <vt:lpstr>微软雅黑</vt:lpstr>
      <vt:lpstr>Helvetica Light</vt:lpstr>
      <vt:lpstr>等线</vt:lpstr>
      <vt:lpstr>Open Sans</vt:lpstr>
      <vt:lpstr>Calibri</vt:lpstr>
      <vt:lpstr>Simply City Light</vt:lpstr>
      <vt:lpstr>SimSun-ExtB</vt:lpstr>
      <vt:lpstr>Calibri Light</vt:lpstr>
      <vt:lpstr>Roboto Light</vt:lpstr>
      <vt:lpstr>华文细黑</vt:lpstr>
      <vt:lpstr>Calibri</vt:lpstr>
      <vt:lpstr>Arial Unicode MS</vt:lpstr>
      <vt:lpstr>Playfair Display Black</vt:lpstr>
      <vt:lpstr>Arial Unicode MS</vt:lpstr>
      <vt:lpstr>等线 Light</vt:lpstr>
      <vt:lpstr>Segoe UI</vt:lpstr>
      <vt:lpstr>Gill Sans</vt:lpstr>
      <vt:lpstr>Calibri Light</vt:lpstr>
      <vt:lpstr>汉仪小隶书简</vt:lpstr>
      <vt:lpstr>FZKai-Z03S</vt:lpstr>
      <vt:lpstr>印品丫丫体-D版</vt:lpstr>
      <vt:lpstr>Arial</vt:lpstr>
      <vt:lpstr>Segoe Print</vt:lpstr>
      <vt:lpstr>Yu Gothic UI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企业招聘4</dc:title>
  <dc:creator>张 建春</dc:creator>
  <cp:lastModifiedBy>swing</cp:lastModifiedBy>
  <cp:revision>60</cp:revision>
  <dcterms:created xsi:type="dcterms:W3CDTF">2019-03-07T05:41:00Z</dcterms:created>
  <dcterms:modified xsi:type="dcterms:W3CDTF">2025-05-15T07:02:58Z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5B86E3A40B10456E917552B702A8E06B_12</vt:lpwstr>
  </property>
</Properties>
</file>