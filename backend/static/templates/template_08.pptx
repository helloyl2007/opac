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8" r:id="rId3"/>
    <p:sldId id="261" r:id="rId4"/>
    <p:sldId id="262" r:id="rId5"/>
    <p:sldId id="265" r:id="rId6"/>
    <p:sldId id="273" r:id="rId7"/>
    <p:sldId id="267" r:id="rId8"/>
    <p:sldId id="270" r:id="rId9"/>
    <p:sldId id="274" r:id="rId10"/>
    <p:sldId id="266" r:id="rId11"/>
    <p:sldId id="259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9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1B4"/>
    <a:srgbClr val="FECE7A"/>
    <a:srgbClr val="906459"/>
    <a:srgbClr val="D5835D"/>
    <a:srgbClr val="FDE8C6"/>
    <a:srgbClr val="579BA7"/>
    <a:srgbClr val="E6603C"/>
    <a:srgbClr val="E76845"/>
    <a:srgbClr val="FCFFC8"/>
    <a:srgbClr val="FFD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pos="39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45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1.png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image" Target="../media/image13.png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image" Target="../media/image12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image" Target="../media/image14.png"/><Relationship Id="rId10" Type="http://schemas.openxmlformats.org/officeDocument/2006/relationships/tags" Target="../tags/tag17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25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tags" Target="../tags/tag24.xml"/><Relationship Id="rId4" Type="http://schemas.openxmlformats.org/officeDocument/2006/relationships/image" Target="../media/image15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50.xml"/><Relationship Id="rId26" Type="http://schemas.openxmlformats.org/officeDocument/2006/relationships/tags" Target="../tags/tag49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7.xml"/><Relationship Id="rId19" Type="http://schemas.openxmlformats.org/officeDocument/2006/relationships/tags" Target="../tags/tag42.xml"/><Relationship Id="rId18" Type="http://schemas.openxmlformats.org/officeDocument/2006/relationships/image" Target="../media/image19.png"/><Relationship Id="rId17" Type="http://schemas.openxmlformats.org/officeDocument/2006/relationships/image" Target="../media/image18.jpeg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image" Target="../media/image21.png"/><Relationship Id="rId2" Type="http://schemas.openxmlformats.org/officeDocument/2006/relationships/tags" Target="../tags/tag52.xml"/><Relationship Id="rId19" Type="http://schemas.openxmlformats.org/officeDocument/2006/relationships/image" Target="../media/image20.png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image" Target="../media/image22.png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91.xml"/><Relationship Id="rId23" Type="http://schemas.openxmlformats.org/officeDocument/2006/relationships/tags" Target="../tags/tag90.xml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tags" Target="../tags/tag73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image" Target="../media/image15.png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24.png"/><Relationship Id="rId11" Type="http://schemas.openxmlformats.org/officeDocument/2006/relationships/tags" Target="../tags/tag80.xml"/><Relationship Id="rId10" Type="http://schemas.openxmlformats.org/officeDocument/2006/relationships/image" Target="../media/image23.png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image" Target="../media/image22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image" Target="../media/image23.png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image" Target="../media/image11.png"/><Relationship Id="rId3" Type="http://schemas.openxmlformats.org/officeDocument/2006/relationships/tags" Target="../tags/tag118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image" Target="../media/image5.png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image" Target="../media/image24.png"/><Relationship Id="rId12" Type="http://schemas.openxmlformats.org/officeDocument/2006/relationships/tags" Target="../tags/tag124.xml"/><Relationship Id="rId11" Type="http://schemas.openxmlformats.org/officeDocument/2006/relationships/image" Target="../media/image23.png"/><Relationship Id="rId10" Type="http://schemas.openxmlformats.org/officeDocument/2006/relationships/tags" Target="../tags/tag123.xml"/><Relationship Id="rId1" Type="http://schemas.openxmlformats.org/officeDocument/2006/relationships/tags" Target="../tags/tag11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image" Target="../media/image10.png"/><Relationship Id="rId4" Type="http://schemas.openxmlformats.org/officeDocument/2006/relationships/tags" Target="../tags/tag136.xml"/><Relationship Id="rId3" Type="http://schemas.openxmlformats.org/officeDocument/2006/relationships/image" Target="../media/image5.png"/><Relationship Id="rId2" Type="http://schemas.openxmlformats.org/officeDocument/2006/relationships/tags" Target="../tags/tag135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5" Type="http://schemas.openxmlformats.org/officeDocument/2006/relationships/image" Target="../media/image25.png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4255" y="3975100"/>
            <a:ext cx="5064125" cy="459168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740000">
            <a:off x="-1859280" y="-1560195"/>
            <a:ext cx="6687185" cy="5459730"/>
          </a:xfrm>
          <a:custGeom>
            <a:avLst/>
            <a:gdLst>
              <a:gd name="connsiteX0" fmla="*/ 0 w 9370"/>
              <a:gd name="connsiteY0" fmla="*/ 3825 h 7650"/>
              <a:gd name="connsiteX1" fmla="*/ 4144 w 9370"/>
              <a:gd name="connsiteY1" fmla="*/ 0 h 7650"/>
              <a:gd name="connsiteX2" fmla="*/ 9355 w 9370"/>
              <a:gd name="connsiteY2" fmla="*/ 4291 h 7650"/>
              <a:gd name="connsiteX3" fmla="*/ 4144 w 9370"/>
              <a:gd name="connsiteY3" fmla="*/ 7650 h 7650"/>
              <a:gd name="connsiteX4" fmla="*/ 0 w 9370"/>
              <a:gd name="connsiteY4" fmla="*/ 3825 h 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0" h="7650">
                <a:moveTo>
                  <a:pt x="0" y="3825"/>
                </a:moveTo>
                <a:cubicBezTo>
                  <a:pt x="0" y="1713"/>
                  <a:pt x="1855" y="0"/>
                  <a:pt x="4144" y="0"/>
                </a:cubicBezTo>
                <a:cubicBezTo>
                  <a:pt x="6432" y="0"/>
                  <a:pt x="9617" y="1966"/>
                  <a:pt x="9355" y="4291"/>
                </a:cubicBezTo>
                <a:cubicBezTo>
                  <a:pt x="9093" y="6616"/>
                  <a:pt x="6432" y="7650"/>
                  <a:pt x="4144" y="7650"/>
                </a:cubicBezTo>
                <a:cubicBezTo>
                  <a:pt x="1855" y="7650"/>
                  <a:pt x="0" y="5937"/>
                  <a:pt x="0" y="3825"/>
                </a:cubicBezTo>
                <a:close/>
              </a:path>
            </a:pathLst>
          </a:custGeom>
          <a:solidFill>
            <a:srgbClr val="FECE7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8905875" y="899795"/>
            <a:ext cx="5913120" cy="505841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521450" y="-1643380"/>
            <a:ext cx="3178810" cy="28714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865" y="-1271270"/>
            <a:ext cx="1718310" cy="2824480"/>
          </a:xfrm>
          <a:prstGeom prst="rect">
            <a:avLst/>
          </a:prstGeom>
        </p:spPr>
      </p:pic>
      <p:pic>
        <p:nvPicPr>
          <p:cNvPr id="18" name="图片 17" descr="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020000">
            <a:off x="9493250" y="-57785"/>
            <a:ext cx="1091565" cy="1375410"/>
          </a:xfrm>
          <a:prstGeom prst="rect">
            <a:avLst/>
          </a:prstGeom>
        </p:spPr>
      </p:pic>
      <p:sp>
        <p:nvSpPr>
          <p:cNvPr id="21" name="任意多边形 20"/>
          <p:cNvSpPr/>
          <p:nvPr>
            <p:custDataLst>
              <p:tags r:id="rId6"/>
            </p:custDataLst>
          </p:nvPr>
        </p:nvSpPr>
        <p:spPr>
          <a:xfrm rot="1200000">
            <a:off x="1799590" y="4652645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7"/>
            </p:custDataLst>
          </p:nvPr>
        </p:nvSpPr>
        <p:spPr>
          <a:xfrm rot="1200000">
            <a:off x="2229485" y="4746625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8"/>
            </p:custDataLst>
          </p:nvPr>
        </p:nvSpPr>
        <p:spPr>
          <a:xfrm rot="1200000">
            <a:off x="1830070" y="5034280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9"/>
            </p:custDataLst>
          </p:nvPr>
        </p:nvSpPr>
        <p:spPr>
          <a:xfrm rot="1200000">
            <a:off x="1405255" y="4879340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0"/>
            </p:custDataLst>
          </p:nvPr>
        </p:nvSpPr>
        <p:spPr>
          <a:xfrm rot="1200000">
            <a:off x="2465070" y="5265420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11"/>
            </p:custDataLst>
          </p:nvPr>
        </p:nvSpPr>
        <p:spPr>
          <a:xfrm rot="1200000">
            <a:off x="1397000" y="5309235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12"/>
            </p:custDataLst>
          </p:nvPr>
        </p:nvSpPr>
        <p:spPr>
          <a:xfrm rot="1200000">
            <a:off x="1985010" y="5523230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47370" y="5927725"/>
            <a:ext cx="2597785" cy="1026795"/>
          </a:xfrm>
          <a:prstGeom prst="rect">
            <a:avLst/>
          </a:prstGeom>
        </p:spPr>
      </p:pic>
      <p:pic>
        <p:nvPicPr>
          <p:cNvPr id="35" name="图片 34" descr="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7040000">
            <a:off x="10241915" y="1104900"/>
            <a:ext cx="1884680" cy="3111500"/>
          </a:xfrm>
          <a:prstGeom prst="rect">
            <a:avLst/>
          </a:prstGeom>
        </p:spPr>
      </p:pic>
      <p:pic>
        <p:nvPicPr>
          <p:cNvPr id="45" name="图片 44" descr="3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902335" y="916940"/>
            <a:ext cx="3800475" cy="3218180"/>
          </a:xfrm>
          <a:prstGeom prst="rect">
            <a:avLst/>
          </a:prstGeom>
        </p:spPr>
      </p:pic>
      <p:pic>
        <p:nvPicPr>
          <p:cNvPr id="46" name="图片 45" descr="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82125" y="5812155"/>
            <a:ext cx="2182495" cy="155130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2174875" y="1545590"/>
            <a:ext cx="8046720" cy="1208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>
              <a:lnSpc>
                <a:spcPct val="110000"/>
              </a:lnSpc>
            </a:pPr>
            <a:r>
              <a:rPr lang="en-US" sz="6600" b="1" spc="400">
                <a:solidFill>
                  <a:srgbClr val="E66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{topic}</a:t>
            </a:r>
            <a:endParaRPr lang="en-US" sz="6600" b="1" spc="400">
              <a:solidFill>
                <a:srgbClr val="E660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-1602740" y="4926965"/>
            <a:ext cx="4779010" cy="454723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1953260" y="5243195"/>
            <a:ext cx="5350510" cy="423100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4435475" y="469265"/>
            <a:ext cx="3321050" cy="1383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zh-CN" altLang="en-US" sz="6000" b="1" spc="400">
                <a:solidFill>
                  <a:srgbClr val="579BA7"/>
                </a:solidFill>
                <a:latin typeface="Showcard Gothic" charset="0"/>
                <a:ea typeface="微软雅黑" panose="020B0503020204020204" charset="-122"/>
                <a:cs typeface="Showcard Gothic" charset="0"/>
              </a:rPr>
              <a:t>目录</a:t>
            </a:r>
            <a:br>
              <a:rPr lang="zh-CN" altLang="en-US" sz="6000" b="1" spc="400">
                <a:solidFill>
                  <a:srgbClr val="579BA7"/>
                </a:solidFill>
                <a:latin typeface="Showcard Gothic" charset="0"/>
                <a:ea typeface="微软雅黑" panose="020B0503020204020204" charset="-122"/>
                <a:cs typeface="Showcard Gothic" charset="0"/>
              </a:rPr>
            </a:br>
            <a:r>
              <a:rPr lang="en-US" altLang="zh-CN" sz="2400" b="1" dirty="0">
                <a:solidFill>
                  <a:srgbClr val="F0795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CONTENTS</a:t>
            </a:r>
            <a:endParaRPr lang="en-US" altLang="zh-CN" sz="2400" b="1" spc="400" dirty="0">
              <a:solidFill>
                <a:srgbClr val="F0795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  <a:sym typeface="+mn-ea"/>
            </a:endParaRPr>
          </a:p>
        </p:txBody>
      </p:sp>
      <p:pic>
        <p:nvPicPr>
          <p:cNvPr id="2" name="图片 1" descr="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7715"/>
            <a:ext cx="6477000" cy="6090285"/>
          </a:xfrm>
          <a:prstGeom prst="rect">
            <a:avLst/>
          </a:prstGeom>
        </p:spPr>
      </p:pic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603240" y="5243830"/>
            <a:ext cx="5128260" cy="400812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8414385" y="5784215"/>
            <a:ext cx="5128260" cy="400812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477000" y="1780540"/>
            <a:ext cx="4984750" cy="8604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5000" b="1" spc="400">
                <a:solidFill>
                  <a:srgbClr val="579BA7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</a:rPr>
              <a:t>{title_1}</a:t>
            </a:r>
            <a:endParaRPr lang="en-US" altLang="zh-CN" sz="5000" b="1" spc="400">
              <a:solidFill>
                <a:srgbClr val="579BA7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pic>
        <p:nvPicPr>
          <p:cNvPr id="9" name="图片 8" descr="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80000">
            <a:off x="598170" y="259715"/>
            <a:ext cx="1094740" cy="1383665"/>
          </a:xfrm>
          <a:prstGeom prst="rect">
            <a:avLst/>
          </a:prstGeom>
        </p:spPr>
      </p:pic>
      <p:pic>
        <p:nvPicPr>
          <p:cNvPr id="10" name="图片 9" descr="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 rot="660000">
            <a:off x="6400800" y="5118735"/>
            <a:ext cx="988060" cy="1248410"/>
          </a:xfrm>
          <a:prstGeom prst="rect">
            <a:avLst/>
          </a:prstGeom>
        </p:spPr>
      </p:pic>
      <p:pic>
        <p:nvPicPr>
          <p:cNvPr id="11" name="图片 10" descr="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8"/>
          <a:stretch>
            <a:fillRect/>
          </a:stretch>
        </p:blipFill>
        <p:spPr>
          <a:xfrm rot="5400000">
            <a:off x="1109345" y="2901950"/>
            <a:ext cx="745490" cy="942340"/>
          </a:xfrm>
          <a:prstGeom prst="rect">
            <a:avLst/>
          </a:prstGeom>
        </p:spPr>
      </p:pic>
      <p:pic>
        <p:nvPicPr>
          <p:cNvPr id="12" name="图片 11" descr="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4505" y="794385"/>
            <a:ext cx="1175385" cy="1058545"/>
          </a:xfrm>
          <a:prstGeom prst="rect">
            <a:avLst/>
          </a:prstGeom>
        </p:spPr>
      </p:pic>
      <p:pic>
        <p:nvPicPr>
          <p:cNvPr id="13" name="图片 12" descr="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1"/>
          <a:stretch>
            <a:fillRect/>
          </a:stretch>
        </p:blipFill>
        <p:spPr>
          <a:xfrm rot="6420000">
            <a:off x="10126345" y="6330950"/>
            <a:ext cx="842645" cy="75882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3"/>
            </p:custDataLst>
          </p:nvPr>
        </p:nvSpPr>
        <p:spPr>
          <a:xfrm>
            <a:off x="6477000" y="2903220"/>
            <a:ext cx="4984750" cy="8604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5000" b="1" spc="400">
                <a:solidFill>
                  <a:srgbClr val="579BA7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ea"/>
              </a:rPr>
              <a:t>{title_2}</a:t>
            </a:r>
            <a:endParaRPr lang="zh-CN" altLang="zh-CN" sz="5000" b="1" spc="400">
              <a:solidFill>
                <a:srgbClr val="579BA7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477000" y="4109085"/>
            <a:ext cx="5342890" cy="8604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5000" b="1" spc="400">
                <a:solidFill>
                  <a:srgbClr val="579BA7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ea"/>
              </a:rPr>
              <a:t>{title_3}</a:t>
            </a:r>
            <a:endParaRPr lang="zh-CN" altLang="zh-CN" sz="5000" b="1" spc="400">
              <a:solidFill>
                <a:srgbClr val="579BA7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0" name="任意多边形 9"/>
          <p:cNvSpPr/>
          <p:nvPr>
            <p:custDataLst>
              <p:tags r:id="rId1"/>
            </p:custDataLst>
          </p:nvPr>
        </p:nvSpPr>
        <p:spPr>
          <a:xfrm rot="14940000">
            <a:off x="5364480" y="844550"/>
            <a:ext cx="8252460" cy="7396480"/>
          </a:xfrm>
          <a:custGeom>
            <a:avLst/>
            <a:gdLst>
              <a:gd name="connsiteX0" fmla="*/ 0 w 9370"/>
              <a:gd name="connsiteY0" fmla="*/ 3825 h 7650"/>
              <a:gd name="connsiteX1" fmla="*/ 4144 w 9370"/>
              <a:gd name="connsiteY1" fmla="*/ 0 h 7650"/>
              <a:gd name="connsiteX2" fmla="*/ 9355 w 9370"/>
              <a:gd name="connsiteY2" fmla="*/ 4291 h 7650"/>
              <a:gd name="connsiteX3" fmla="*/ 4144 w 9370"/>
              <a:gd name="connsiteY3" fmla="*/ 7650 h 7650"/>
              <a:gd name="connsiteX4" fmla="*/ 0 w 9370"/>
              <a:gd name="connsiteY4" fmla="*/ 3825 h 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0" h="7650">
                <a:moveTo>
                  <a:pt x="0" y="3825"/>
                </a:moveTo>
                <a:cubicBezTo>
                  <a:pt x="0" y="1713"/>
                  <a:pt x="1855" y="0"/>
                  <a:pt x="4144" y="0"/>
                </a:cubicBezTo>
                <a:cubicBezTo>
                  <a:pt x="6432" y="0"/>
                  <a:pt x="9617" y="1966"/>
                  <a:pt x="9355" y="4291"/>
                </a:cubicBezTo>
                <a:cubicBezTo>
                  <a:pt x="9093" y="6616"/>
                  <a:pt x="6432" y="7650"/>
                  <a:pt x="4144" y="7650"/>
                </a:cubicBezTo>
                <a:cubicBezTo>
                  <a:pt x="1855" y="7650"/>
                  <a:pt x="0" y="5937"/>
                  <a:pt x="0" y="3825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2"/>
            </p:custDataLst>
          </p:nvPr>
        </p:nvSpPr>
        <p:spPr>
          <a:xfrm rot="14940000">
            <a:off x="5161280" y="837565"/>
            <a:ext cx="8252460" cy="7396480"/>
          </a:xfrm>
          <a:custGeom>
            <a:avLst/>
            <a:gdLst>
              <a:gd name="connsiteX0" fmla="*/ 0 w 9370"/>
              <a:gd name="connsiteY0" fmla="*/ 3825 h 7650"/>
              <a:gd name="connsiteX1" fmla="*/ 4144 w 9370"/>
              <a:gd name="connsiteY1" fmla="*/ 0 h 7650"/>
              <a:gd name="connsiteX2" fmla="*/ 9355 w 9370"/>
              <a:gd name="connsiteY2" fmla="*/ 4291 h 7650"/>
              <a:gd name="connsiteX3" fmla="*/ 4144 w 9370"/>
              <a:gd name="connsiteY3" fmla="*/ 7650 h 7650"/>
              <a:gd name="connsiteX4" fmla="*/ 0 w 9370"/>
              <a:gd name="connsiteY4" fmla="*/ 3825 h 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0" h="7650">
                <a:moveTo>
                  <a:pt x="0" y="3825"/>
                </a:moveTo>
                <a:cubicBezTo>
                  <a:pt x="0" y="1713"/>
                  <a:pt x="1855" y="0"/>
                  <a:pt x="4144" y="0"/>
                </a:cubicBezTo>
                <a:cubicBezTo>
                  <a:pt x="6432" y="0"/>
                  <a:pt x="9617" y="1966"/>
                  <a:pt x="9355" y="4291"/>
                </a:cubicBezTo>
                <a:cubicBezTo>
                  <a:pt x="9093" y="6616"/>
                  <a:pt x="6432" y="7650"/>
                  <a:pt x="4144" y="7650"/>
                </a:cubicBezTo>
                <a:cubicBezTo>
                  <a:pt x="1855" y="7650"/>
                  <a:pt x="0" y="5937"/>
                  <a:pt x="0" y="3825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 rot="14940000">
            <a:off x="5480050" y="1128395"/>
            <a:ext cx="7849235" cy="7034530"/>
          </a:xfrm>
          <a:custGeom>
            <a:avLst/>
            <a:gdLst>
              <a:gd name="connsiteX0" fmla="*/ 0 w 9370"/>
              <a:gd name="connsiteY0" fmla="*/ 3825 h 7650"/>
              <a:gd name="connsiteX1" fmla="*/ 4144 w 9370"/>
              <a:gd name="connsiteY1" fmla="*/ 0 h 7650"/>
              <a:gd name="connsiteX2" fmla="*/ 9355 w 9370"/>
              <a:gd name="connsiteY2" fmla="*/ 4291 h 7650"/>
              <a:gd name="connsiteX3" fmla="*/ 4144 w 9370"/>
              <a:gd name="connsiteY3" fmla="*/ 7650 h 7650"/>
              <a:gd name="connsiteX4" fmla="*/ 0 w 9370"/>
              <a:gd name="connsiteY4" fmla="*/ 3825 h 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0" h="7650">
                <a:moveTo>
                  <a:pt x="0" y="3825"/>
                </a:moveTo>
                <a:cubicBezTo>
                  <a:pt x="0" y="1713"/>
                  <a:pt x="1855" y="0"/>
                  <a:pt x="4144" y="0"/>
                </a:cubicBezTo>
                <a:cubicBezTo>
                  <a:pt x="6432" y="0"/>
                  <a:pt x="9617" y="1966"/>
                  <a:pt x="9355" y="4291"/>
                </a:cubicBezTo>
                <a:cubicBezTo>
                  <a:pt x="9093" y="6616"/>
                  <a:pt x="6432" y="7650"/>
                  <a:pt x="4144" y="7650"/>
                </a:cubicBezTo>
                <a:cubicBezTo>
                  <a:pt x="1855" y="7650"/>
                  <a:pt x="0" y="5937"/>
                  <a:pt x="0" y="3825"/>
                </a:cubicBezTo>
                <a:close/>
              </a:path>
            </a:pathLst>
          </a:custGeom>
          <a:solidFill>
            <a:srgbClr val="FECE7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360" y="1515110"/>
            <a:ext cx="6008370" cy="540512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15950" y="3093085"/>
            <a:ext cx="6381750" cy="10147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60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</a:rPr>
              <a:t>{title}</a:t>
            </a:r>
            <a:endParaRPr lang="en-US" altLang="zh-CN" sz="60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pic>
        <p:nvPicPr>
          <p:cNvPr id="11" name="图片 10" descr="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5110" y="5055870"/>
            <a:ext cx="2622550" cy="1482725"/>
          </a:xfrm>
          <a:prstGeom prst="rect">
            <a:avLst/>
          </a:prstGeom>
        </p:spPr>
      </p:pic>
      <p:pic>
        <p:nvPicPr>
          <p:cNvPr id="12" name="图片 11" descr="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400000">
            <a:off x="883920" y="791210"/>
            <a:ext cx="1451610" cy="1005205"/>
          </a:xfrm>
          <a:prstGeom prst="rect">
            <a:avLst/>
          </a:prstGeom>
        </p:spPr>
      </p:pic>
      <p:pic>
        <p:nvPicPr>
          <p:cNvPr id="13" name="图片 12" descr="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53000" y="5265420"/>
            <a:ext cx="1143000" cy="7918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9" name="任意多边形 8"/>
          <p:cNvSpPr/>
          <p:nvPr>
            <p:custDataLst>
              <p:tags r:id="rId1"/>
            </p:custDataLst>
          </p:nvPr>
        </p:nvSpPr>
        <p:spPr>
          <a:xfrm>
            <a:off x="544195" y="514350"/>
            <a:ext cx="1044575" cy="89408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>
            <a:off x="1815465" y="495935"/>
            <a:ext cx="3321685" cy="921385"/>
          </a:xfrm>
          <a:custGeom>
            <a:avLst/>
            <a:gdLst>
              <a:gd name="connsiteX0" fmla="*/ 1173 w 5756"/>
              <a:gd name="connsiteY0" fmla="*/ 45 h 1596"/>
              <a:gd name="connsiteX1" fmla="*/ 4835 w 5756"/>
              <a:gd name="connsiteY1" fmla="*/ 45 h 1596"/>
              <a:gd name="connsiteX2" fmla="*/ 5741 w 5756"/>
              <a:gd name="connsiteY2" fmla="*/ 866 h 1596"/>
              <a:gd name="connsiteX3" fmla="*/ 4835 w 5756"/>
              <a:gd name="connsiteY3" fmla="*/ 1594 h 1596"/>
              <a:gd name="connsiteX4" fmla="*/ 1173 w 5756"/>
              <a:gd name="connsiteY4" fmla="*/ 1594 h 1596"/>
              <a:gd name="connsiteX5" fmla="*/ 1 w 5756"/>
              <a:gd name="connsiteY5" fmla="*/ 717 h 1596"/>
              <a:gd name="connsiteX6" fmla="*/ 1173 w 5756"/>
              <a:gd name="connsiteY6" fmla="*/ 45 h 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" h="1597">
                <a:moveTo>
                  <a:pt x="1173" y="45"/>
                </a:moveTo>
                <a:lnTo>
                  <a:pt x="4835" y="45"/>
                </a:lnTo>
                <a:cubicBezTo>
                  <a:pt x="5440" y="4"/>
                  <a:pt x="5630" y="265"/>
                  <a:pt x="5741" y="866"/>
                </a:cubicBezTo>
                <a:cubicBezTo>
                  <a:pt x="5852" y="1467"/>
                  <a:pt x="5315" y="1594"/>
                  <a:pt x="4835" y="1594"/>
                </a:cubicBezTo>
                <a:lnTo>
                  <a:pt x="1173" y="1594"/>
                </a:lnTo>
                <a:cubicBezTo>
                  <a:pt x="693" y="1594"/>
                  <a:pt x="-38" y="1693"/>
                  <a:pt x="1" y="717"/>
                </a:cubicBezTo>
                <a:cubicBezTo>
                  <a:pt x="40" y="-259"/>
                  <a:pt x="693" y="45"/>
                  <a:pt x="1173" y="45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1999615" y="669290"/>
            <a:ext cx="3484880" cy="5530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30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</a:rPr>
              <a:t>{sub_title}</a:t>
            </a:r>
            <a:endParaRPr lang="en-US" altLang="zh-CN" sz="30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597535" y="2409190"/>
            <a:ext cx="1026795" cy="97345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514350" y="2493010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1332230" y="2409190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7"/>
            </p:custDataLst>
          </p:nvPr>
        </p:nvSpPr>
        <p:spPr>
          <a:xfrm>
            <a:off x="597535" y="3806825"/>
            <a:ext cx="1026795" cy="97345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8"/>
            </p:custDataLst>
          </p:nvPr>
        </p:nvSpPr>
        <p:spPr>
          <a:xfrm>
            <a:off x="514350" y="3890645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9"/>
            </p:custDataLst>
          </p:nvPr>
        </p:nvSpPr>
        <p:spPr>
          <a:xfrm>
            <a:off x="1332230" y="3806825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0"/>
            </p:custDataLst>
          </p:nvPr>
        </p:nvSpPr>
        <p:spPr>
          <a:xfrm>
            <a:off x="597535" y="5170805"/>
            <a:ext cx="1026795" cy="97345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1"/>
            </p:custDataLst>
          </p:nvPr>
        </p:nvSpPr>
        <p:spPr>
          <a:xfrm>
            <a:off x="514350" y="5254625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12"/>
            </p:custDataLst>
          </p:nvPr>
        </p:nvSpPr>
        <p:spPr>
          <a:xfrm>
            <a:off x="1332230" y="5170805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8535670" y="605155"/>
            <a:ext cx="3170555" cy="300545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14"/>
            </p:custDataLst>
          </p:nvPr>
        </p:nvSpPr>
        <p:spPr>
          <a:xfrm>
            <a:off x="8188325" y="950595"/>
            <a:ext cx="901065" cy="85407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15"/>
            </p:custDataLst>
          </p:nvPr>
        </p:nvSpPr>
        <p:spPr>
          <a:xfrm>
            <a:off x="10895330" y="509270"/>
            <a:ext cx="901065" cy="85407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6"/>
            </p:custDataLst>
          </p:nvPr>
        </p:nvSpPr>
        <p:spPr>
          <a:xfrm>
            <a:off x="8793480" y="906145"/>
            <a:ext cx="2613025" cy="247650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blipFill rotWithShape="1">
            <a:blip r:embed="rId17"/>
            <a:stretch>
              <a:fillRect/>
            </a:stretch>
          </a:blipFill>
          <a:ln w="76200">
            <a:solidFill>
              <a:srgbClr val="FDE8C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660000">
            <a:off x="8991600" y="-20320"/>
            <a:ext cx="1466850" cy="126619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9"/>
            </p:custDataLst>
          </p:nvPr>
        </p:nvSpPr>
        <p:spPr>
          <a:xfrm>
            <a:off x="1819275" y="2600960"/>
            <a:ext cx="727011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100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{content_1}</a:t>
            </a:r>
            <a:endParaRPr lang="en-US" altLang="zh-CN" sz="2100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20"/>
            </p:custDataLst>
          </p:nvPr>
        </p:nvSpPr>
        <p:spPr>
          <a:xfrm>
            <a:off x="1819275" y="4020185"/>
            <a:ext cx="997775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100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{content_2}</a:t>
            </a:r>
            <a:endParaRPr lang="en-US" altLang="zh-CN" sz="21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21"/>
            </p:custDataLst>
          </p:nvPr>
        </p:nvSpPr>
        <p:spPr>
          <a:xfrm>
            <a:off x="498475" y="2618105"/>
            <a:ext cx="1206500" cy="5308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en-US" altLang="zh-CN" sz="3000" b="1" spc="400">
                <a:solidFill>
                  <a:srgbClr val="FCE1B4"/>
                </a:solidFill>
                <a:latin typeface="Showcard Gothic" charset="0"/>
                <a:ea typeface="微软雅黑" panose="020B0503020204020204" charset="-122"/>
                <a:cs typeface="Showcard Gothic" charset="0"/>
              </a:rPr>
              <a:t>01</a:t>
            </a:r>
            <a:endParaRPr lang="en-US" altLang="zh-CN" sz="3000" b="1" spc="400">
              <a:solidFill>
                <a:srgbClr val="FCE1B4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22"/>
            </p:custDataLst>
          </p:nvPr>
        </p:nvSpPr>
        <p:spPr>
          <a:xfrm>
            <a:off x="498475" y="5405120"/>
            <a:ext cx="1206500" cy="5308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en-US" altLang="zh-CN" sz="3000" b="1" spc="400">
                <a:solidFill>
                  <a:srgbClr val="FCE1B4"/>
                </a:solidFill>
                <a:latin typeface="Showcard Gothic" charset="0"/>
                <a:ea typeface="微软雅黑" panose="020B0503020204020204" charset="-122"/>
                <a:cs typeface="Showcard Gothic" charset="0"/>
              </a:rPr>
              <a:t>03</a:t>
            </a:r>
            <a:endParaRPr lang="en-US" altLang="zh-CN" sz="3000" b="1" spc="400">
              <a:solidFill>
                <a:srgbClr val="FCE1B4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23"/>
            </p:custDataLst>
          </p:nvPr>
        </p:nvSpPr>
        <p:spPr>
          <a:xfrm>
            <a:off x="498475" y="4028440"/>
            <a:ext cx="1206500" cy="5308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en-US" altLang="zh-CN" sz="3000" b="1" spc="400">
                <a:solidFill>
                  <a:srgbClr val="FCE1B4"/>
                </a:solidFill>
                <a:latin typeface="Showcard Gothic" charset="0"/>
                <a:ea typeface="微软雅黑" panose="020B0503020204020204" charset="-122"/>
                <a:cs typeface="Showcard Gothic" charset="0"/>
              </a:rPr>
              <a:t>02</a:t>
            </a:r>
            <a:endParaRPr lang="en-US" altLang="zh-CN" sz="3000" b="1" spc="400">
              <a:solidFill>
                <a:srgbClr val="FCE1B4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4"/>
            </p:custDataLst>
          </p:nvPr>
        </p:nvSpPr>
        <p:spPr>
          <a:xfrm>
            <a:off x="1837055" y="2181225"/>
            <a:ext cx="948118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2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{desc_1}</a:t>
            </a:r>
            <a:endParaRPr lang="en-US" altLang="zh-CN" sz="22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5"/>
            </p:custDataLst>
          </p:nvPr>
        </p:nvSpPr>
        <p:spPr>
          <a:xfrm>
            <a:off x="1830705" y="3624580"/>
            <a:ext cx="9065260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2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{desc_2}</a:t>
            </a:r>
            <a:endParaRPr lang="en-US" altLang="zh-CN" sz="22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6"/>
            </p:custDataLst>
          </p:nvPr>
        </p:nvSpPr>
        <p:spPr>
          <a:xfrm>
            <a:off x="1815465" y="5417820"/>
            <a:ext cx="997775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100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{content_3}</a:t>
            </a:r>
            <a:endParaRPr lang="en-US" altLang="zh-CN" sz="21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1826895" y="5022215"/>
            <a:ext cx="937196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2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{desc_3}</a:t>
            </a:r>
            <a:endParaRPr lang="en-US" altLang="zh-CN" sz="22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8" name="任意多边形 7"/>
          <p:cNvSpPr/>
          <p:nvPr>
            <p:custDataLst>
              <p:tags r:id="rId1"/>
            </p:custDataLst>
          </p:nvPr>
        </p:nvSpPr>
        <p:spPr>
          <a:xfrm>
            <a:off x="597535" y="2409190"/>
            <a:ext cx="1026795" cy="97345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514350" y="2493010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1332230" y="2409190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4"/>
            </p:custDataLst>
          </p:nvPr>
        </p:nvSpPr>
        <p:spPr>
          <a:xfrm>
            <a:off x="597535" y="3806825"/>
            <a:ext cx="1026795" cy="97345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514350" y="3890645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6"/>
            </p:custDataLst>
          </p:nvPr>
        </p:nvSpPr>
        <p:spPr>
          <a:xfrm>
            <a:off x="1332230" y="3806825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7"/>
            </p:custDataLst>
          </p:nvPr>
        </p:nvSpPr>
        <p:spPr>
          <a:xfrm>
            <a:off x="597535" y="5170805"/>
            <a:ext cx="1026795" cy="97345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8"/>
            </p:custDataLst>
          </p:nvPr>
        </p:nvSpPr>
        <p:spPr>
          <a:xfrm>
            <a:off x="514350" y="5254625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9"/>
            </p:custDataLst>
          </p:nvPr>
        </p:nvSpPr>
        <p:spPr>
          <a:xfrm>
            <a:off x="1332230" y="5170805"/>
            <a:ext cx="292100" cy="27686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1819275" y="2600960"/>
            <a:ext cx="727011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100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{content_1}</a:t>
            </a:r>
            <a:endParaRPr lang="en-US" altLang="zh-CN" sz="2100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1819275" y="4020185"/>
            <a:ext cx="997775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100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{content_2}</a:t>
            </a:r>
            <a:endParaRPr lang="en-US" altLang="zh-CN" sz="21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498475" y="2618105"/>
            <a:ext cx="1206500" cy="5308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en-US" altLang="zh-CN" sz="3000" b="1" spc="400">
                <a:solidFill>
                  <a:srgbClr val="FCE1B4"/>
                </a:solidFill>
                <a:latin typeface="Showcard Gothic" charset="0"/>
                <a:ea typeface="微软雅黑" panose="020B0503020204020204" charset="-122"/>
                <a:cs typeface="Showcard Gothic" charset="0"/>
              </a:rPr>
              <a:t>01</a:t>
            </a:r>
            <a:endParaRPr lang="en-US" altLang="zh-CN" sz="3000" b="1" spc="400">
              <a:solidFill>
                <a:srgbClr val="FCE1B4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498475" y="5405120"/>
            <a:ext cx="1206500" cy="5308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en-US" altLang="zh-CN" sz="3000" b="1" spc="400">
                <a:solidFill>
                  <a:srgbClr val="FCE1B4"/>
                </a:solidFill>
                <a:latin typeface="Showcard Gothic" charset="0"/>
                <a:ea typeface="微软雅黑" panose="020B0503020204020204" charset="-122"/>
                <a:cs typeface="Showcard Gothic" charset="0"/>
              </a:rPr>
              <a:t>03</a:t>
            </a:r>
            <a:endParaRPr lang="en-US" altLang="zh-CN" sz="3000" b="1" spc="400">
              <a:solidFill>
                <a:srgbClr val="FCE1B4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498475" y="4028440"/>
            <a:ext cx="1206500" cy="5308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en-US" altLang="zh-CN" sz="3000" b="1" spc="400">
                <a:solidFill>
                  <a:srgbClr val="FCE1B4"/>
                </a:solidFill>
                <a:latin typeface="Showcard Gothic" charset="0"/>
                <a:ea typeface="微软雅黑" panose="020B0503020204020204" charset="-122"/>
                <a:cs typeface="Showcard Gothic" charset="0"/>
              </a:rPr>
              <a:t>02</a:t>
            </a:r>
            <a:endParaRPr lang="en-US" altLang="zh-CN" sz="3000" b="1" spc="400">
              <a:solidFill>
                <a:srgbClr val="FCE1B4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1837055" y="2181225"/>
            <a:ext cx="948118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2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{desc_1}</a:t>
            </a:r>
            <a:endParaRPr lang="en-US" altLang="zh-CN" sz="22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1830705" y="3624580"/>
            <a:ext cx="9065260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2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{desc_2}</a:t>
            </a:r>
            <a:endParaRPr lang="en-US" altLang="zh-CN" sz="22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7"/>
            </p:custDataLst>
          </p:nvPr>
        </p:nvSpPr>
        <p:spPr>
          <a:xfrm>
            <a:off x="1815465" y="5417820"/>
            <a:ext cx="997775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100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{content_3}</a:t>
            </a:r>
            <a:endParaRPr lang="en-US" altLang="zh-CN" sz="21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18"/>
            </p:custDataLst>
          </p:nvPr>
        </p:nvSpPr>
        <p:spPr>
          <a:xfrm>
            <a:off x="1826895" y="5022215"/>
            <a:ext cx="937196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2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{desc_3}</a:t>
            </a:r>
            <a:endParaRPr lang="en-US" altLang="zh-CN" sz="22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 descr="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73895" y="109855"/>
            <a:ext cx="2541905" cy="2465705"/>
          </a:xfrm>
          <a:prstGeom prst="rect">
            <a:avLst/>
          </a:prstGeom>
        </p:spPr>
      </p:pic>
      <p:pic>
        <p:nvPicPr>
          <p:cNvPr id="13" name="图片 12" descr="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26450" y="497205"/>
            <a:ext cx="2026920" cy="1912620"/>
          </a:xfrm>
          <a:prstGeom prst="rect">
            <a:avLst/>
          </a:prstGeom>
        </p:spPr>
      </p:pic>
      <p:sp>
        <p:nvSpPr>
          <p:cNvPr id="2" name="任意多边形 1"/>
          <p:cNvSpPr/>
          <p:nvPr>
            <p:custDataLst>
              <p:tags r:id="rId21"/>
            </p:custDataLst>
          </p:nvPr>
        </p:nvSpPr>
        <p:spPr>
          <a:xfrm>
            <a:off x="544195" y="514350"/>
            <a:ext cx="1044575" cy="89408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2"/>
            </p:custDataLst>
          </p:nvPr>
        </p:nvSpPr>
        <p:spPr>
          <a:xfrm>
            <a:off x="1815465" y="495935"/>
            <a:ext cx="3321685" cy="921385"/>
          </a:xfrm>
          <a:custGeom>
            <a:avLst/>
            <a:gdLst>
              <a:gd name="connsiteX0" fmla="*/ 1173 w 5756"/>
              <a:gd name="connsiteY0" fmla="*/ 45 h 1596"/>
              <a:gd name="connsiteX1" fmla="*/ 4835 w 5756"/>
              <a:gd name="connsiteY1" fmla="*/ 45 h 1596"/>
              <a:gd name="connsiteX2" fmla="*/ 5741 w 5756"/>
              <a:gd name="connsiteY2" fmla="*/ 866 h 1596"/>
              <a:gd name="connsiteX3" fmla="*/ 4835 w 5756"/>
              <a:gd name="connsiteY3" fmla="*/ 1594 h 1596"/>
              <a:gd name="connsiteX4" fmla="*/ 1173 w 5756"/>
              <a:gd name="connsiteY4" fmla="*/ 1594 h 1596"/>
              <a:gd name="connsiteX5" fmla="*/ 1 w 5756"/>
              <a:gd name="connsiteY5" fmla="*/ 717 h 1596"/>
              <a:gd name="connsiteX6" fmla="*/ 1173 w 5756"/>
              <a:gd name="connsiteY6" fmla="*/ 45 h 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" h="1597">
                <a:moveTo>
                  <a:pt x="1173" y="45"/>
                </a:moveTo>
                <a:lnTo>
                  <a:pt x="4835" y="45"/>
                </a:lnTo>
                <a:cubicBezTo>
                  <a:pt x="5440" y="4"/>
                  <a:pt x="5630" y="265"/>
                  <a:pt x="5741" y="866"/>
                </a:cubicBezTo>
                <a:cubicBezTo>
                  <a:pt x="5852" y="1467"/>
                  <a:pt x="5315" y="1594"/>
                  <a:pt x="4835" y="1594"/>
                </a:cubicBezTo>
                <a:lnTo>
                  <a:pt x="1173" y="1594"/>
                </a:lnTo>
                <a:cubicBezTo>
                  <a:pt x="693" y="1594"/>
                  <a:pt x="-38" y="1693"/>
                  <a:pt x="1" y="717"/>
                </a:cubicBezTo>
                <a:cubicBezTo>
                  <a:pt x="40" y="-259"/>
                  <a:pt x="693" y="45"/>
                  <a:pt x="1173" y="45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1999615" y="669290"/>
            <a:ext cx="3484880" cy="5530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30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</a:rPr>
              <a:t>{sub_title}</a:t>
            </a:r>
            <a:endParaRPr lang="en-US" altLang="zh-CN" sz="30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30" name="任意多边形 29"/>
          <p:cNvSpPr/>
          <p:nvPr>
            <p:custDataLst>
              <p:tags r:id="rId1"/>
            </p:custDataLst>
          </p:nvPr>
        </p:nvSpPr>
        <p:spPr>
          <a:xfrm>
            <a:off x="-4088765" y="1238250"/>
            <a:ext cx="6792595" cy="5481955"/>
          </a:xfrm>
          <a:custGeom>
            <a:avLst/>
            <a:gdLst>
              <a:gd name="connsiteX0" fmla="*/ 0 w 10697"/>
              <a:gd name="connsiteY0" fmla="*/ 4756 h 8633"/>
              <a:gd name="connsiteX1" fmla="*/ 4637 w 10697"/>
              <a:gd name="connsiteY1" fmla="*/ 0 h 8633"/>
              <a:gd name="connsiteX2" fmla="*/ 10697 w 10697"/>
              <a:gd name="connsiteY2" fmla="*/ 4232 h 8633"/>
              <a:gd name="connsiteX3" fmla="*/ 4948 w 10697"/>
              <a:gd name="connsiteY3" fmla="*/ 8633 h 8633"/>
              <a:gd name="connsiteX4" fmla="*/ 0 w 10697"/>
              <a:gd name="connsiteY4" fmla="*/ 4756 h 8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97" h="8633">
                <a:moveTo>
                  <a:pt x="0" y="4756"/>
                </a:moveTo>
                <a:cubicBezTo>
                  <a:pt x="38" y="2155"/>
                  <a:pt x="2259" y="0"/>
                  <a:pt x="4637" y="0"/>
                </a:cubicBezTo>
                <a:cubicBezTo>
                  <a:pt x="7015" y="0"/>
                  <a:pt x="10697" y="1981"/>
                  <a:pt x="10697" y="4232"/>
                </a:cubicBezTo>
                <a:cubicBezTo>
                  <a:pt x="10697" y="6483"/>
                  <a:pt x="7326" y="8633"/>
                  <a:pt x="4948" y="8633"/>
                </a:cubicBezTo>
                <a:cubicBezTo>
                  <a:pt x="2570" y="8633"/>
                  <a:pt x="78" y="6947"/>
                  <a:pt x="0" y="4756"/>
                </a:cubicBezTo>
                <a:close/>
              </a:path>
            </a:pathLst>
          </a:custGeom>
          <a:solidFill>
            <a:srgbClr val="FDE8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"/>
            </p:custDataLst>
          </p:nvPr>
        </p:nvSpPr>
        <p:spPr>
          <a:xfrm>
            <a:off x="3916680" y="5427980"/>
            <a:ext cx="4751705" cy="365633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"/>
            </p:custDataLst>
          </p:nvPr>
        </p:nvSpPr>
        <p:spPr>
          <a:xfrm rot="2100000">
            <a:off x="6290945" y="-2194560"/>
            <a:ext cx="6955155" cy="551307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2532380" y="1868170"/>
            <a:ext cx="1170305" cy="110934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3176905" y="3535680"/>
            <a:ext cx="1170305" cy="110934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2618740" y="5138420"/>
            <a:ext cx="1170305" cy="110934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1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07640" y="2032635"/>
            <a:ext cx="784225" cy="809625"/>
          </a:xfrm>
          <a:prstGeom prst="rect">
            <a:avLst/>
          </a:prstGeom>
        </p:spPr>
      </p:pic>
      <p:pic>
        <p:nvPicPr>
          <p:cNvPr id="15" name="图片 14" descr="1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391535" y="3729990"/>
            <a:ext cx="807720" cy="809625"/>
          </a:xfrm>
          <a:prstGeom prst="rect">
            <a:avLst/>
          </a:prstGeom>
        </p:spPr>
      </p:pic>
      <p:pic>
        <p:nvPicPr>
          <p:cNvPr id="19" name="图片 18" descr="2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834005" y="5297805"/>
            <a:ext cx="743585" cy="839470"/>
          </a:xfrm>
          <a:prstGeom prst="rect">
            <a:avLst/>
          </a:prstGeom>
        </p:spPr>
      </p:pic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 rot="1260000">
            <a:off x="-2540" y="2834005"/>
            <a:ext cx="3050540" cy="274256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 flipH="1">
            <a:off x="43180" y="3024505"/>
            <a:ext cx="2660650" cy="239331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6"/>
            </p:custDataLst>
          </p:nvPr>
        </p:nvSpPr>
        <p:spPr>
          <a:xfrm>
            <a:off x="3866515" y="2232025"/>
            <a:ext cx="7472680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{content_1}</a:t>
            </a:r>
            <a:endParaRPr lang="en-US" altLang="zh-CN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7"/>
            </p:custDataLst>
          </p:nvPr>
        </p:nvSpPr>
        <p:spPr>
          <a:xfrm>
            <a:off x="4443730" y="3803015"/>
            <a:ext cx="7324090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{content_2}</a:t>
            </a:r>
            <a:endParaRPr lang="en-US" altLang="zh-CN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8"/>
            </p:custDataLst>
          </p:nvPr>
        </p:nvSpPr>
        <p:spPr>
          <a:xfrm>
            <a:off x="3884295" y="1812290"/>
            <a:ext cx="7729220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{desc_1}</a:t>
            </a:r>
            <a:endParaRPr lang="en-US" altLang="zh-CN" sz="20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9"/>
            </p:custDataLst>
          </p:nvPr>
        </p:nvSpPr>
        <p:spPr>
          <a:xfrm>
            <a:off x="4455160" y="3407410"/>
            <a:ext cx="7419340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{desc_2}</a:t>
            </a:r>
            <a:endParaRPr lang="en-US" altLang="zh-CN" sz="20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3930650" y="5450840"/>
            <a:ext cx="768286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{content_3}</a:t>
            </a:r>
            <a:endParaRPr lang="en-US" altLang="zh-CN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21"/>
            </p:custDataLst>
          </p:nvPr>
        </p:nvSpPr>
        <p:spPr>
          <a:xfrm>
            <a:off x="3942080" y="5055235"/>
            <a:ext cx="7825740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{desc_3}</a:t>
            </a:r>
            <a:endParaRPr lang="en-US" altLang="zh-CN" sz="20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22"/>
            </p:custDataLst>
          </p:nvPr>
        </p:nvSpPr>
        <p:spPr>
          <a:xfrm>
            <a:off x="544195" y="514350"/>
            <a:ext cx="1044575" cy="89408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23"/>
            </p:custDataLst>
          </p:nvPr>
        </p:nvSpPr>
        <p:spPr>
          <a:xfrm>
            <a:off x="1815465" y="495935"/>
            <a:ext cx="3321685" cy="921385"/>
          </a:xfrm>
          <a:custGeom>
            <a:avLst/>
            <a:gdLst>
              <a:gd name="connsiteX0" fmla="*/ 1173 w 5756"/>
              <a:gd name="connsiteY0" fmla="*/ 45 h 1596"/>
              <a:gd name="connsiteX1" fmla="*/ 4835 w 5756"/>
              <a:gd name="connsiteY1" fmla="*/ 45 h 1596"/>
              <a:gd name="connsiteX2" fmla="*/ 5741 w 5756"/>
              <a:gd name="connsiteY2" fmla="*/ 866 h 1596"/>
              <a:gd name="connsiteX3" fmla="*/ 4835 w 5756"/>
              <a:gd name="connsiteY3" fmla="*/ 1594 h 1596"/>
              <a:gd name="connsiteX4" fmla="*/ 1173 w 5756"/>
              <a:gd name="connsiteY4" fmla="*/ 1594 h 1596"/>
              <a:gd name="connsiteX5" fmla="*/ 1 w 5756"/>
              <a:gd name="connsiteY5" fmla="*/ 717 h 1596"/>
              <a:gd name="connsiteX6" fmla="*/ 1173 w 5756"/>
              <a:gd name="connsiteY6" fmla="*/ 45 h 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" h="1597">
                <a:moveTo>
                  <a:pt x="1173" y="45"/>
                </a:moveTo>
                <a:lnTo>
                  <a:pt x="4835" y="45"/>
                </a:lnTo>
                <a:cubicBezTo>
                  <a:pt x="5440" y="4"/>
                  <a:pt x="5630" y="265"/>
                  <a:pt x="5741" y="866"/>
                </a:cubicBezTo>
                <a:cubicBezTo>
                  <a:pt x="5852" y="1467"/>
                  <a:pt x="5315" y="1594"/>
                  <a:pt x="4835" y="1594"/>
                </a:cubicBezTo>
                <a:lnTo>
                  <a:pt x="1173" y="1594"/>
                </a:lnTo>
                <a:cubicBezTo>
                  <a:pt x="693" y="1594"/>
                  <a:pt x="-38" y="1693"/>
                  <a:pt x="1" y="717"/>
                </a:cubicBezTo>
                <a:cubicBezTo>
                  <a:pt x="40" y="-259"/>
                  <a:pt x="693" y="45"/>
                  <a:pt x="1173" y="45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24"/>
            </p:custDataLst>
          </p:nvPr>
        </p:nvSpPr>
        <p:spPr>
          <a:xfrm>
            <a:off x="1999615" y="669290"/>
            <a:ext cx="3484880" cy="5530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30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</a:rPr>
              <a:t>{sub_title}</a:t>
            </a:r>
            <a:endParaRPr lang="en-US" altLang="zh-CN" sz="30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543560" y="4803140"/>
            <a:ext cx="10949305" cy="1503045"/>
          </a:xfrm>
          <a:prstGeom prst="roundRect">
            <a:avLst/>
          </a:prstGeom>
          <a:solidFill>
            <a:srgbClr val="D5835D"/>
          </a:solidFill>
          <a:ln w="76200">
            <a:solidFill>
              <a:srgbClr val="FECE7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5" y="2168525"/>
            <a:ext cx="2514600" cy="2597150"/>
          </a:xfrm>
          <a:prstGeom prst="rect">
            <a:avLst/>
          </a:prstGeom>
        </p:spPr>
      </p:pic>
      <p:sp>
        <p:nvSpPr>
          <p:cNvPr id="18" name="圆角矩形 17"/>
          <p:cNvSpPr/>
          <p:nvPr>
            <p:custDataLst>
              <p:tags r:id="rId3"/>
            </p:custDataLst>
          </p:nvPr>
        </p:nvSpPr>
        <p:spPr>
          <a:xfrm>
            <a:off x="3540760" y="2860675"/>
            <a:ext cx="7952105" cy="1586230"/>
          </a:xfrm>
          <a:prstGeom prst="roundRect">
            <a:avLst/>
          </a:prstGeom>
          <a:solidFill>
            <a:srgbClr val="FECE7A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4"/>
            </p:custDataLst>
          </p:nvPr>
        </p:nvSpPr>
        <p:spPr>
          <a:xfrm>
            <a:off x="5455285" y="514350"/>
            <a:ext cx="6353175" cy="2047240"/>
          </a:xfrm>
          <a:prstGeom prst="roundRect">
            <a:avLst/>
          </a:prstGeom>
          <a:solidFill>
            <a:srgbClr val="D5835D"/>
          </a:solidFill>
          <a:ln w="76200">
            <a:solidFill>
              <a:srgbClr val="FECE7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869315" y="5403215"/>
            <a:ext cx="1012888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{content_3}</a:t>
            </a:r>
            <a:endParaRPr lang="en-US" altLang="zh-CN" sz="2000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869315" y="4980305"/>
            <a:ext cx="942403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2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{desc_3}</a:t>
            </a:r>
            <a:endParaRPr lang="en-US" altLang="zh-CN" sz="22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3781425" y="3361055"/>
            <a:ext cx="756983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2000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{content_2}</a:t>
            </a:r>
            <a:endParaRPr lang="en-US" altLang="zh-CN" sz="2000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3781425" y="2925445"/>
            <a:ext cx="756983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buClrTx/>
              <a:buSzTx/>
              <a:buFontTx/>
            </a:pPr>
            <a:r>
              <a:rPr lang="en-US" altLang="zh-CN" sz="22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{desc_2}</a:t>
            </a:r>
            <a:endParaRPr lang="en-US" altLang="zh-CN" sz="22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5625465" y="687070"/>
            <a:ext cx="6000115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1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{desc_1}</a:t>
            </a:r>
            <a:endParaRPr lang="en-US" altLang="zh-CN" sz="2100" b="1" spc="400">
              <a:solidFill>
                <a:srgbClr val="FCE1B4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5612765" y="1344295"/>
            <a:ext cx="600011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{content_1}</a:t>
            </a:r>
            <a:endParaRPr lang="en-US" altLang="zh-CN" sz="2000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9" name="任意多边形 8"/>
          <p:cNvSpPr/>
          <p:nvPr>
            <p:custDataLst>
              <p:tags r:id="rId11"/>
            </p:custDataLst>
          </p:nvPr>
        </p:nvSpPr>
        <p:spPr>
          <a:xfrm>
            <a:off x="544195" y="514350"/>
            <a:ext cx="1044575" cy="89408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1815465" y="495935"/>
            <a:ext cx="3321685" cy="921385"/>
          </a:xfrm>
          <a:custGeom>
            <a:avLst/>
            <a:gdLst>
              <a:gd name="connsiteX0" fmla="*/ 1173 w 5756"/>
              <a:gd name="connsiteY0" fmla="*/ 45 h 1596"/>
              <a:gd name="connsiteX1" fmla="*/ 4835 w 5756"/>
              <a:gd name="connsiteY1" fmla="*/ 45 h 1596"/>
              <a:gd name="connsiteX2" fmla="*/ 5741 w 5756"/>
              <a:gd name="connsiteY2" fmla="*/ 866 h 1596"/>
              <a:gd name="connsiteX3" fmla="*/ 4835 w 5756"/>
              <a:gd name="connsiteY3" fmla="*/ 1594 h 1596"/>
              <a:gd name="connsiteX4" fmla="*/ 1173 w 5756"/>
              <a:gd name="connsiteY4" fmla="*/ 1594 h 1596"/>
              <a:gd name="connsiteX5" fmla="*/ 1 w 5756"/>
              <a:gd name="connsiteY5" fmla="*/ 717 h 1596"/>
              <a:gd name="connsiteX6" fmla="*/ 1173 w 5756"/>
              <a:gd name="connsiteY6" fmla="*/ 45 h 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" h="1597">
                <a:moveTo>
                  <a:pt x="1173" y="45"/>
                </a:moveTo>
                <a:lnTo>
                  <a:pt x="4835" y="45"/>
                </a:lnTo>
                <a:cubicBezTo>
                  <a:pt x="5440" y="4"/>
                  <a:pt x="5630" y="265"/>
                  <a:pt x="5741" y="866"/>
                </a:cubicBezTo>
                <a:cubicBezTo>
                  <a:pt x="5852" y="1467"/>
                  <a:pt x="5315" y="1594"/>
                  <a:pt x="4835" y="1594"/>
                </a:cubicBezTo>
                <a:lnTo>
                  <a:pt x="1173" y="1594"/>
                </a:lnTo>
                <a:cubicBezTo>
                  <a:pt x="693" y="1594"/>
                  <a:pt x="-38" y="1693"/>
                  <a:pt x="1" y="717"/>
                </a:cubicBezTo>
                <a:cubicBezTo>
                  <a:pt x="40" y="-259"/>
                  <a:pt x="693" y="45"/>
                  <a:pt x="1173" y="45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1999615" y="669290"/>
            <a:ext cx="3484880" cy="5530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30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</a:rPr>
              <a:t>{sub_title}</a:t>
            </a:r>
            <a:endParaRPr lang="en-US" altLang="zh-CN" sz="30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543560" y="4803140"/>
            <a:ext cx="10949305" cy="1503045"/>
          </a:xfrm>
          <a:prstGeom prst="roundRect">
            <a:avLst/>
          </a:prstGeom>
          <a:solidFill>
            <a:srgbClr val="D5835D"/>
          </a:solidFill>
          <a:ln w="76200">
            <a:solidFill>
              <a:srgbClr val="FECE7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>
            <p:custDataLst>
              <p:tags r:id="rId2"/>
            </p:custDataLst>
          </p:nvPr>
        </p:nvSpPr>
        <p:spPr>
          <a:xfrm>
            <a:off x="3540760" y="2860675"/>
            <a:ext cx="7952105" cy="1586230"/>
          </a:xfrm>
          <a:prstGeom prst="roundRect">
            <a:avLst/>
          </a:prstGeom>
          <a:solidFill>
            <a:srgbClr val="FECE7A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3"/>
            </p:custDataLst>
          </p:nvPr>
        </p:nvSpPr>
        <p:spPr>
          <a:xfrm>
            <a:off x="5455285" y="514350"/>
            <a:ext cx="6353175" cy="2047240"/>
          </a:xfrm>
          <a:prstGeom prst="roundRect">
            <a:avLst/>
          </a:prstGeom>
          <a:solidFill>
            <a:srgbClr val="D5835D"/>
          </a:solidFill>
          <a:ln w="76200">
            <a:solidFill>
              <a:srgbClr val="FECE7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869315" y="5403215"/>
            <a:ext cx="1012888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{content_3}</a:t>
            </a:r>
            <a:endParaRPr lang="en-US" altLang="zh-CN" sz="2000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869315" y="4980305"/>
            <a:ext cx="942403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2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{desc_3}</a:t>
            </a:r>
            <a:endParaRPr lang="en-US" altLang="zh-CN" sz="22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3781425" y="3361055"/>
            <a:ext cx="756983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2000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{content_2}</a:t>
            </a:r>
            <a:endParaRPr lang="en-US" altLang="zh-CN" sz="2000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3781425" y="2925445"/>
            <a:ext cx="756983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buClrTx/>
              <a:buSzTx/>
              <a:buFontTx/>
            </a:pPr>
            <a:r>
              <a:rPr lang="en-US" altLang="zh-CN" sz="22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{desc_2}</a:t>
            </a:r>
            <a:endParaRPr lang="en-US" altLang="zh-CN" sz="22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5625465" y="687070"/>
            <a:ext cx="6000115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1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{desc_1}</a:t>
            </a:r>
            <a:endParaRPr lang="en-US" altLang="zh-CN" sz="2100" b="1" spc="400">
              <a:solidFill>
                <a:srgbClr val="FCE1B4"/>
              </a:solidFill>
              <a:latin typeface="Showcard Gothic" charset="0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5612765" y="1344295"/>
            <a:ext cx="600011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{content_1}</a:t>
            </a:r>
            <a:endParaRPr lang="en-US" altLang="zh-CN" sz="2000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pic>
        <p:nvPicPr>
          <p:cNvPr id="2" name="图片 1" descr="1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72185" y="2339975"/>
            <a:ext cx="2428240" cy="2432050"/>
          </a:xfrm>
          <a:prstGeom prst="rect">
            <a:avLst/>
          </a:prstGeom>
        </p:spPr>
      </p:pic>
      <p:sp>
        <p:nvSpPr>
          <p:cNvPr id="9" name="任意多边形 8"/>
          <p:cNvSpPr/>
          <p:nvPr>
            <p:custDataLst>
              <p:tags r:id="rId12"/>
            </p:custDataLst>
          </p:nvPr>
        </p:nvSpPr>
        <p:spPr>
          <a:xfrm>
            <a:off x="544195" y="514350"/>
            <a:ext cx="1044575" cy="89408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1815465" y="495935"/>
            <a:ext cx="3321685" cy="921385"/>
          </a:xfrm>
          <a:custGeom>
            <a:avLst/>
            <a:gdLst>
              <a:gd name="connsiteX0" fmla="*/ 1173 w 5756"/>
              <a:gd name="connsiteY0" fmla="*/ 45 h 1596"/>
              <a:gd name="connsiteX1" fmla="*/ 4835 w 5756"/>
              <a:gd name="connsiteY1" fmla="*/ 45 h 1596"/>
              <a:gd name="connsiteX2" fmla="*/ 5741 w 5756"/>
              <a:gd name="connsiteY2" fmla="*/ 866 h 1596"/>
              <a:gd name="connsiteX3" fmla="*/ 4835 w 5756"/>
              <a:gd name="connsiteY3" fmla="*/ 1594 h 1596"/>
              <a:gd name="connsiteX4" fmla="*/ 1173 w 5756"/>
              <a:gd name="connsiteY4" fmla="*/ 1594 h 1596"/>
              <a:gd name="connsiteX5" fmla="*/ 1 w 5756"/>
              <a:gd name="connsiteY5" fmla="*/ 717 h 1596"/>
              <a:gd name="connsiteX6" fmla="*/ 1173 w 5756"/>
              <a:gd name="connsiteY6" fmla="*/ 45 h 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" h="1597">
                <a:moveTo>
                  <a:pt x="1173" y="45"/>
                </a:moveTo>
                <a:lnTo>
                  <a:pt x="4835" y="45"/>
                </a:lnTo>
                <a:cubicBezTo>
                  <a:pt x="5440" y="4"/>
                  <a:pt x="5630" y="265"/>
                  <a:pt x="5741" y="866"/>
                </a:cubicBezTo>
                <a:cubicBezTo>
                  <a:pt x="5852" y="1467"/>
                  <a:pt x="5315" y="1594"/>
                  <a:pt x="4835" y="1594"/>
                </a:cubicBezTo>
                <a:lnTo>
                  <a:pt x="1173" y="1594"/>
                </a:lnTo>
                <a:cubicBezTo>
                  <a:pt x="693" y="1594"/>
                  <a:pt x="-38" y="1693"/>
                  <a:pt x="1" y="717"/>
                </a:cubicBezTo>
                <a:cubicBezTo>
                  <a:pt x="40" y="-259"/>
                  <a:pt x="693" y="45"/>
                  <a:pt x="1173" y="45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999615" y="669290"/>
            <a:ext cx="3484880" cy="5530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30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</a:rPr>
              <a:t>{sub_title}</a:t>
            </a:r>
            <a:endParaRPr lang="en-US" altLang="zh-CN" sz="30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7" name="图片 26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rot="11160000">
            <a:off x="6780530" y="-1387475"/>
            <a:ext cx="3931285" cy="3564255"/>
          </a:xfrm>
          <a:prstGeom prst="rect">
            <a:avLst/>
          </a:prstGeom>
        </p:spPr>
      </p:pic>
      <p:pic>
        <p:nvPicPr>
          <p:cNvPr id="46" name="图片 45" descr="3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rot="11460000">
            <a:off x="10697845" y="5767705"/>
            <a:ext cx="1516380" cy="1078230"/>
          </a:xfrm>
          <a:prstGeom prst="rect">
            <a:avLst/>
          </a:prstGeom>
        </p:spPr>
      </p:pic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191770" y="1868170"/>
            <a:ext cx="1170305" cy="110934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836295" y="3535680"/>
            <a:ext cx="1170305" cy="110934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7"/>
            </p:custDataLst>
          </p:nvPr>
        </p:nvSpPr>
        <p:spPr>
          <a:xfrm>
            <a:off x="278130" y="5138420"/>
            <a:ext cx="1170305" cy="1109345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FDE8C6"/>
          </a:solidFill>
          <a:ln w="76200">
            <a:solidFill>
              <a:srgbClr val="D583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67030" y="2032635"/>
            <a:ext cx="784225" cy="809625"/>
          </a:xfrm>
          <a:prstGeom prst="rect">
            <a:avLst/>
          </a:prstGeom>
        </p:spPr>
      </p:pic>
      <p:pic>
        <p:nvPicPr>
          <p:cNvPr id="29" name="图片 28" descr="1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50925" y="3729990"/>
            <a:ext cx="807720" cy="809625"/>
          </a:xfrm>
          <a:prstGeom prst="rect">
            <a:avLst/>
          </a:prstGeom>
        </p:spPr>
      </p:pic>
      <p:pic>
        <p:nvPicPr>
          <p:cNvPr id="30" name="图片 29" descr="2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93395" y="5297805"/>
            <a:ext cx="743585" cy="83947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14"/>
            </p:custDataLst>
          </p:nvPr>
        </p:nvSpPr>
        <p:spPr>
          <a:xfrm>
            <a:off x="1525905" y="2232025"/>
            <a:ext cx="9944100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{content_1}</a:t>
            </a:r>
            <a:endParaRPr lang="en-US" altLang="zh-CN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15"/>
            </p:custDataLst>
          </p:nvPr>
        </p:nvSpPr>
        <p:spPr>
          <a:xfrm>
            <a:off x="2103120" y="3803015"/>
            <a:ext cx="9366885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{content_2}</a:t>
            </a:r>
            <a:endParaRPr lang="en-US" altLang="zh-CN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1543685" y="1812290"/>
            <a:ext cx="1006030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{desc_1}</a:t>
            </a:r>
            <a:endParaRPr lang="en-US" altLang="zh-CN" sz="20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7"/>
            </p:custDataLst>
          </p:nvPr>
        </p:nvSpPr>
        <p:spPr>
          <a:xfrm>
            <a:off x="2114550" y="3407410"/>
            <a:ext cx="9065260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{desc_2}</a:t>
            </a:r>
            <a:endParaRPr lang="en-US" altLang="zh-CN" sz="20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8"/>
            </p:custDataLst>
          </p:nvPr>
        </p:nvSpPr>
        <p:spPr>
          <a:xfrm>
            <a:off x="1590040" y="5450840"/>
            <a:ext cx="9879330" cy="726440"/>
          </a:xfrm>
          <a:prstGeom prst="rect">
            <a:avLst/>
          </a:prstGeom>
          <a:effectLst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  <a:sym typeface="+mn-lt"/>
              </a:rPr>
              <a:t>{content_3}</a:t>
            </a:r>
            <a:endParaRPr lang="en-US" altLang="zh-CN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19"/>
            </p:custDataLst>
          </p:nvPr>
        </p:nvSpPr>
        <p:spPr>
          <a:xfrm>
            <a:off x="1601470" y="5055235"/>
            <a:ext cx="9868535" cy="484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b="1" spc="400">
                <a:solidFill>
                  <a:srgbClr val="9064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{desc_3}</a:t>
            </a:r>
            <a:endParaRPr lang="en-US" altLang="zh-CN" sz="2000" b="1" spc="400">
              <a:solidFill>
                <a:srgbClr val="9064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20"/>
            </p:custDataLst>
          </p:nvPr>
        </p:nvSpPr>
        <p:spPr>
          <a:xfrm>
            <a:off x="544195" y="514350"/>
            <a:ext cx="1044575" cy="89408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21"/>
            </p:custDataLst>
          </p:nvPr>
        </p:nvSpPr>
        <p:spPr>
          <a:xfrm>
            <a:off x="1815465" y="495935"/>
            <a:ext cx="3321685" cy="921385"/>
          </a:xfrm>
          <a:custGeom>
            <a:avLst/>
            <a:gdLst>
              <a:gd name="connsiteX0" fmla="*/ 1173 w 5756"/>
              <a:gd name="connsiteY0" fmla="*/ 45 h 1596"/>
              <a:gd name="connsiteX1" fmla="*/ 4835 w 5756"/>
              <a:gd name="connsiteY1" fmla="*/ 45 h 1596"/>
              <a:gd name="connsiteX2" fmla="*/ 5741 w 5756"/>
              <a:gd name="connsiteY2" fmla="*/ 866 h 1596"/>
              <a:gd name="connsiteX3" fmla="*/ 4835 w 5756"/>
              <a:gd name="connsiteY3" fmla="*/ 1594 h 1596"/>
              <a:gd name="connsiteX4" fmla="*/ 1173 w 5756"/>
              <a:gd name="connsiteY4" fmla="*/ 1594 h 1596"/>
              <a:gd name="connsiteX5" fmla="*/ 1 w 5756"/>
              <a:gd name="connsiteY5" fmla="*/ 717 h 1596"/>
              <a:gd name="connsiteX6" fmla="*/ 1173 w 5756"/>
              <a:gd name="connsiteY6" fmla="*/ 45 h 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" h="1597">
                <a:moveTo>
                  <a:pt x="1173" y="45"/>
                </a:moveTo>
                <a:lnTo>
                  <a:pt x="4835" y="45"/>
                </a:lnTo>
                <a:cubicBezTo>
                  <a:pt x="5440" y="4"/>
                  <a:pt x="5630" y="265"/>
                  <a:pt x="5741" y="866"/>
                </a:cubicBezTo>
                <a:cubicBezTo>
                  <a:pt x="5852" y="1467"/>
                  <a:pt x="5315" y="1594"/>
                  <a:pt x="4835" y="1594"/>
                </a:cubicBezTo>
                <a:lnTo>
                  <a:pt x="1173" y="1594"/>
                </a:lnTo>
                <a:cubicBezTo>
                  <a:pt x="693" y="1594"/>
                  <a:pt x="-38" y="1693"/>
                  <a:pt x="1" y="717"/>
                </a:cubicBezTo>
                <a:cubicBezTo>
                  <a:pt x="40" y="-259"/>
                  <a:pt x="693" y="45"/>
                  <a:pt x="1173" y="45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22"/>
            </p:custDataLst>
          </p:nvPr>
        </p:nvSpPr>
        <p:spPr>
          <a:xfrm>
            <a:off x="1999615" y="669290"/>
            <a:ext cx="3484880" cy="5530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CN" sz="3000" b="1" spc="400">
                <a:solidFill>
                  <a:srgbClr val="FCE1B4"/>
                </a:solidFill>
                <a:latin typeface="微软雅黑" panose="020B0503020204020204" charset="-122"/>
                <a:ea typeface="微软雅黑" panose="020B0503020204020204" charset="-122"/>
                <a:cs typeface="Showcard Gothic" charset="0"/>
              </a:rPr>
              <a:t>{sub_title}</a:t>
            </a:r>
            <a:endParaRPr lang="en-US" altLang="zh-CN" sz="3000" b="1" spc="400">
              <a:solidFill>
                <a:srgbClr val="FCE1B4"/>
              </a:solidFill>
              <a:latin typeface="微软雅黑" panose="020B0503020204020204" charset="-122"/>
              <a:ea typeface="微软雅黑" panose="020B0503020204020204" charset="-122"/>
              <a:cs typeface="Showcard Gothic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6" name="任意多边形 5"/>
          <p:cNvSpPr/>
          <p:nvPr/>
        </p:nvSpPr>
        <p:spPr>
          <a:xfrm rot="8940000">
            <a:off x="8074660" y="128270"/>
            <a:ext cx="6687185" cy="5459730"/>
          </a:xfrm>
          <a:custGeom>
            <a:avLst/>
            <a:gdLst>
              <a:gd name="connsiteX0" fmla="*/ 0 w 9370"/>
              <a:gd name="connsiteY0" fmla="*/ 3825 h 7650"/>
              <a:gd name="connsiteX1" fmla="*/ 4144 w 9370"/>
              <a:gd name="connsiteY1" fmla="*/ 0 h 7650"/>
              <a:gd name="connsiteX2" fmla="*/ 9355 w 9370"/>
              <a:gd name="connsiteY2" fmla="*/ 4291 h 7650"/>
              <a:gd name="connsiteX3" fmla="*/ 4144 w 9370"/>
              <a:gd name="connsiteY3" fmla="*/ 7650 h 7650"/>
              <a:gd name="connsiteX4" fmla="*/ 0 w 9370"/>
              <a:gd name="connsiteY4" fmla="*/ 3825 h 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0" h="7650">
                <a:moveTo>
                  <a:pt x="0" y="3825"/>
                </a:moveTo>
                <a:cubicBezTo>
                  <a:pt x="0" y="1713"/>
                  <a:pt x="1855" y="0"/>
                  <a:pt x="4144" y="0"/>
                </a:cubicBezTo>
                <a:cubicBezTo>
                  <a:pt x="6432" y="0"/>
                  <a:pt x="9617" y="1966"/>
                  <a:pt x="9355" y="4291"/>
                </a:cubicBezTo>
                <a:cubicBezTo>
                  <a:pt x="9093" y="6616"/>
                  <a:pt x="6432" y="7650"/>
                  <a:pt x="4144" y="7650"/>
                </a:cubicBezTo>
                <a:cubicBezTo>
                  <a:pt x="1855" y="7650"/>
                  <a:pt x="0" y="5937"/>
                  <a:pt x="0" y="3825"/>
                </a:cubicBezTo>
                <a:close/>
              </a:path>
            </a:pathLst>
          </a:custGeom>
          <a:solidFill>
            <a:srgbClr val="FECE7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>
            <a:off x="-2006600" y="1366520"/>
            <a:ext cx="5913120" cy="5058410"/>
          </a:xfrm>
          <a:custGeom>
            <a:avLst/>
            <a:gdLst>
              <a:gd name="connsiteX0" fmla="*/ 0 w 8962"/>
              <a:gd name="connsiteY0" fmla="*/ 4800 h 8040"/>
              <a:gd name="connsiteX1" fmla="*/ 4463 w 8962"/>
              <a:gd name="connsiteY1" fmla="*/ 0 h 8040"/>
              <a:gd name="connsiteX2" fmla="*/ 8962 w 8962"/>
              <a:gd name="connsiteY2" fmla="*/ 4215 h 8040"/>
              <a:gd name="connsiteX3" fmla="*/ 4819 w 8962"/>
              <a:gd name="connsiteY3" fmla="*/ 8040 h 8040"/>
              <a:gd name="connsiteX4" fmla="*/ 0 w 8962"/>
              <a:gd name="connsiteY4" fmla="*/ 4800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2" h="8040">
                <a:moveTo>
                  <a:pt x="0" y="4800"/>
                </a:moveTo>
                <a:cubicBezTo>
                  <a:pt x="37" y="2175"/>
                  <a:pt x="2174" y="0"/>
                  <a:pt x="4463" y="0"/>
                </a:cubicBezTo>
                <a:cubicBezTo>
                  <a:pt x="6751" y="0"/>
                  <a:pt x="8962" y="2103"/>
                  <a:pt x="8962" y="4215"/>
                </a:cubicBezTo>
                <a:cubicBezTo>
                  <a:pt x="8962" y="6327"/>
                  <a:pt x="7107" y="8040"/>
                  <a:pt x="4819" y="8040"/>
                </a:cubicBezTo>
                <a:cubicBezTo>
                  <a:pt x="2530" y="8040"/>
                  <a:pt x="75" y="7012"/>
                  <a:pt x="0" y="4800"/>
                </a:cubicBezTo>
                <a:close/>
              </a:path>
            </a:pathLst>
          </a:custGeom>
          <a:solidFill>
            <a:srgbClr val="D583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6978650" y="5683250"/>
            <a:ext cx="3178810" cy="28714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E768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029460" y="2987040"/>
            <a:ext cx="8128000" cy="21228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zh-CN" altLang="en-US" sz="6000" b="1" spc="400">
                <a:solidFill>
                  <a:srgbClr val="E66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明天的你</a:t>
            </a:r>
            <a:r>
              <a:rPr lang="en-US" altLang="zh-CN" sz="6000" b="1" spc="400">
                <a:solidFill>
                  <a:srgbClr val="E66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6000" b="1" spc="400">
                <a:solidFill>
                  <a:srgbClr val="E66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一定会感谢今天</a:t>
            </a:r>
            <a:r>
              <a:rPr lang="zh-CN" altLang="en-US" sz="7200" b="1" spc="400">
                <a:solidFill>
                  <a:srgbClr val="E66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努力</a:t>
            </a:r>
            <a:r>
              <a:rPr lang="zh-CN" altLang="en-US" sz="6000" b="1" spc="400">
                <a:solidFill>
                  <a:srgbClr val="E66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的自己</a:t>
            </a:r>
            <a:r>
              <a:rPr lang="en-US" altLang="zh-CN" sz="6000" b="1" spc="400">
                <a:solidFill>
                  <a:srgbClr val="E660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lang="en-US" altLang="zh-CN" sz="6000" b="1" spc="400">
              <a:solidFill>
                <a:srgbClr val="E660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160000">
            <a:off x="3596005" y="-1850390"/>
            <a:ext cx="5064125" cy="4591685"/>
          </a:xfrm>
          <a:prstGeom prst="rect">
            <a:avLst/>
          </a:prstGeom>
        </p:spPr>
      </p:pic>
      <p:pic>
        <p:nvPicPr>
          <p:cNvPr id="2" name="图片 1" descr="3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-902335" y="397510"/>
            <a:ext cx="3800475" cy="3218180"/>
          </a:xfrm>
          <a:prstGeom prst="rect">
            <a:avLst/>
          </a:prstGeom>
        </p:spPr>
      </p:pic>
      <p:pic>
        <p:nvPicPr>
          <p:cNvPr id="3" name="图片 2" descr="3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75470" y="5584825"/>
            <a:ext cx="2182495" cy="1551305"/>
          </a:xfrm>
          <a:prstGeom prst="rect">
            <a:avLst/>
          </a:prstGeom>
        </p:spPr>
      </p:pic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 rot="1200000">
            <a:off x="9591040" y="629920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604A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 rot="1200000">
            <a:off x="10020935" y="723900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604A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 rot="1200000">
            <a:off x="9621520" y="1011555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604A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 rot="1200000">
            <a:off x="9196705" y="856615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604A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 rot="1200000">
            <a:off x="10256520" y="1242695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604A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 rot="1200000">
            <a:off x="9188450" y="1286510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604A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 rot="1200000">
            <a:off x="9776460" y="1500505"/>
            <a:ext cx="313055" cy="242570"/>
          </a:xfrm>
          <a:custGeom>
            <a:avLst/>
            <a:gdLst>
              <a:gd name="connsiteX0" fmla="*/ 0 w 4669"/>
              <a:gd name="connsiteY0" fmla="*/ 2063 h 4218"/>
              <a:gd name="connsiteX1" fmla="*/ 2234 w 4669"/>
              <a:gd name="connsiteY1" fmla="*/ 0 h 4218"/>
              <a:gd name="connsiteX2" fmla="*/ 4669 w 4669"/>
              <a:gd name="connsiteY2" fmla="*/ 2007 h 4218"/>
              <a:gd name="connsiteX3" fmla="*/ 2831 w 4669"/>
              <a:gd name="connsiteY3" fmla="*/ 4218 h 4218"/>
              <a:gd name="connsiteX4" fmla="*/ 0 w 4669"/>
              <a:gd name="connsiteY4" fmla="*/ 2063 h 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" h="4218">
                <a:moveTo>
                  <a:pt x="0" y="2063"/>
                </a:moveTo>
                <a:cubicBezTo>
                  <a:pt x="0" y="923"/>
                  <a:pt x="1000" y="0"/>
                  <a:pt x="2234" y="0"/>
                </a:cubicBezTo>
                <a:cubicBezTo>
                  <a:pt x="3468" y="0"/>
                  <a:pt x="4669" y="867"/>
                  <a:pt x="4669" y="2007"/>
                </a:cubicBezTo>
                <a:cubicBezTo>
                  <a:pt x="4669" y="3146"/>
                  <a:pt x="4065" y="4218"/>
                  <a:pt x="2831" y="4218"/>
                </a:cubicBezTo>
                <a:cubicBezTo>
                  <a:pt x="1597" y="4218"/>
                  <a:pt x="0" y="3202"/>
                  <a:pt x="0" y="2063"/>
                </a:cubicBezTo>
                <a:close/>
              </a:path>
            </a:pathLst>
          </a:custGeom>
          <a:solidFill>
            <a:srgbClr val="604A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3430" y="4923790"/>
            <a:ext cx="1816100" cy="2186305"/>
          </a:xfrm>
          <a:prstGeom prst="rect">
            <a:avLst/>
          </a:prstGeom>
        </p:spPr>
      </p:pic>
      <p:pic>
        <p:nvPicPr>
          <p:cNvPr id="32" name="图片 31" descr="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9676765" y="2780665"/>
            <a:ext cx="2515235" cy="14217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0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1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2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3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4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5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6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7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43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44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45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47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1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3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5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6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59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0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1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2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3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4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5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6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7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8.xml><?xml version="1.0" encoding="utf-8"?>
<p:tagLst xmlns:p="http://schemas.openxmlformats.org/presentationml/2006/main">
  <p:tag name="KSO_WM_BEAUTIFY_FLAG" val=""/>
  <p:tag name="KSO_WM_DIAGRAM_VIRTUALLY_FRAME" val="{&quot;height&quot;:312.05,&quot;left&quot;:39.25,&quot;top&quot;:171.75,&quot;width&quot;:897.65}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76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77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78.xml><?xml version="1.0" encoding="utf-8"?>
<p:tagLst xmlns:p="http://schemas.openxmlformats.org/presentationml/2006/main">
  <p:tag name="KSO_WM_DIAGRAM_VIRTUALLY_FRAME" val="{&quot;height&quot;:349.25,&quot;left&quot;:39.25,&quot;top&quot;:142.7,&quot;width&quot;:1094.95}"/>
</p:tagLst>
</file>

<file path=ppt/tags/tag79.xml><?xml version="1.0" encoding="utf-8"?>
<p:tagLst xmlns:p="http://schemas.openxmlformats.org/presentationml/2006/main">
  <p:tag name="KSO_WM_DIAGRAM_VIRTUALLY_FRAME" val="{&quot;height&quot;:349.25,&quot;left&quot;:39.25,&quot;top&quot;:142.7,&quot;width&quot;:1094.95}"/>
</p:tagLst>
</file>

<file path=ppt/tags/tag80.xml><?xml version="1.0" encoding="utf-8"?>
<p:tagLst xmlns:p="http://schemas.openxmlformats.org/presentationml/2006/main">
  <p:tag name="KSO_WM_DIAGRAM_VIRTUALLY_FRAME" val="{&quot;height&quot;:349.25,&quot;left&quot;:39.25,&quot;top&quot;:142.7,&quot;width&quot;:1094.95}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86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349.25,&quot;left&quot;:39.25,&quot;top&quot;:142.7,&quot;width&quot;:1094.95}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94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98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99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106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110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111.xml><?xml version="1.0" encoding="utf-8"?>
<p:tagLst xmlns:p="http://schemas.openxmlformats.org/presentationml/2006/main">
  <p:tag name="KSO_WM_BEAUTIFY_FLAG" val=""/>
  <p:tag name="KSO_WM_DIAGRAM_VIRTUALLY_FRAME" val="{&quot;height&quot;:324.7,&quot;left&quot;:278.8,&quot;top&quot;:16.45,&quot;width&quot;:663}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DIAGRAM_VIRTUALLY_FRAME" val="{&quot;height&quot;:318.0688129734929,&quot;left&quot;:43.95,&quot;top&quot;:134.6311870265071,&quot;width&quot;:881.5}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22.xml><?xml version="1.0" encoding="utf-8"?>
<p:tagLst xmlns:p="http://schemas.openxmlformats.org/presentationml/2006/main">
  <p:tag name="KSO_WM_DIAGRAM_VIRTUALLY_FRAME" val="{&quot;height&quot;:349.25,&quot;left&quot;:15.1,&quot;top&quot;:142.7,&quot;width&quot;:927.1}"/>
</p:tagLst>
</file>

<file path=ppt/tags/tag123.xml><?xml version="1.0" encoding="utf-8"?>
<p:tagLst xmlns:p="http://schemas.openxmlformats.org/presentationml/2006/main">
  <p:tag name="KSO_WM_DIAGRAM_VIRTUALLY_FRAME" val="{&quot;height&quot;:349.25,&quot;left&quot;:15.1,&quot;top&quot;:142.7,&quot;width&quot;:927.1}"/>
</p:tagLst>
</file>

<file path=ppt/tags/tag124.xml><?xml version="1.0" encoding="utf-8"?>
<p:tagLst xmlns:p="http://schemas.openxmlformats.org/presentationml/2006/main">
  <p:tag name="KSO_WM_DIAGRAM_VIRTUALLY_FRAME" val="{&quot;height&quot;:349.25,&quot;left&quot;:15.1,&quot;top&quot;:142.7,&quot;width&quot;:927.1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26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30.xml><?xml version="1.0" encoding="utf-8"?>
<p:tagLst xmlns:p="http://schemas.openxmlformats.org/presentationml/2006/main">
  <p:tag name="KSO_WM_BEAUTIFY_FLAG" val=""/>
  <p:tag name="KSO_WM_DIAGRAM_VIRTUALLY_FRAME" val="{&quot;height&quot;:349.25,&quot;left&quot;:15.1,&quot;top&quot;:142.7,&quot;width&quot;:927.1}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commondata" val="eyJoZGlkIjoiMGZiMzMwY2VlNDUyYjcxOGIwNjcxYWIxMmJkMzA4OGI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WPS 演示</Application>
  <PresentationFormat>宽屏</PresentationFormat>
  <Paragraphs>110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Showcard Gothic</vt:lpstr>
      <vt:lpstr>Segoe Print</vt:lpstr>
      <vt:lpstr>Calibri</vt:lpstr>
      <vt:lpstr>Arial Unicode MS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v_liuxindi</dc:creator>
  <cp:lastModifiedBy>swing</cp:lastModifiedBy>
  <cp:revision>78</cp:revision>
  <dcterms:created xsi:type="dcterms:W3CDTF">2023-10-20T03:39:00Z</dcterms:created>
  <dcterms:modified xsi:type="dcterms:W3CDTF">2025-04-21T03:09:12Z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91C18A4C28B74E6DA96F8D09E7FE0D61_12</vt:lpwstr>
  </property>
  <property fmtid="{D5CDD505-2E9C-101B-9397-08002B2CF9AE}" pid="3" name="KSOProductBuildVer">
    <vt:lpwstr>2052-12.1.0.20784</vt:lpwstr>
  </property>
</Properties>
</file>