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7" r:id="rId5"/>
    <p:sldId id="259" r:id="rId6"/>
    <p:sldId id="262" r:id="rId7"/>
    <p:sldId id="284" r:id="rId8"/>
    <p:sldId id="294" r:id="rId9"/>
    <p:sldId id="289" r:id="rId10"/>
    <p:sldId id="292" r:id="rId11"/>
    <p:sldId id="293" r:id="rId12"/>
    <p:sldId id="280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03" userDrawn="1">
          <p15:clr>
            <a:srgbClr val="A4A3A4"/>
          </p15:clr>
        </p15:guide>
        <p15:guide id="2" pos="838" userDrawn="1">
          <p15:clr>
            <a:srgbClr val="A4A3A4"/>
          </p15:clr>
        </p15:guide>
        <p15:guide id="3" pos="67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60A8"/>
    <a:srgbClr val="D678AE"/>
    <a:srgbClr val="FFC465"/>
    <a:srgbClr val="FFD797"/>
    <a:srgbClr val="7F62A9"/>
    <a:srgbClr val="A08BBF"/>
    <a:srgbClr val="FFCB74"/>
    <a:srgbClr val="715F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274" y="67"/>
      </p:cViewPr>
      <p:guideLst>
        <p:guide orient="horz" pos="2803"/>
        <p:guide pos="838"/>
        <p:guide pos="67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208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362D14-E137-42A4-BCDC-615AFA632D57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C9510-79DC-4600-877A-C988DB2547C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4dfce81f19_0_1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4dfce81f19_0_1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54d0e54301_1_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54d0e54301_1_6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55320d76d5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55320d76d5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BIG TITTLE OPENING">
  <p:cSld name="BIG TITTLE OPENING">
    <p:bg>
      <p:bgPr>
        <a:solidFill>
          <a:srgbClr val="AFA8D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 userDrawn="1"/>
        </p:nvSpPr>
        <p:spPr>
          <a:xfrm>
            <a:off x="24852" y="2010646"/>
            <a:ext cx="235" cy="229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 userDrawn="1"/>
        </p:nvSpPr>
        <p:spPr>
          <a:xfrm>
            <a:off x="24852" y="3225478"/>
            <a:ext cx="235" cy="229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 userDrawn="1"/>
        </p:nvSpPr>
        <p:spPr>
          <a:xfrm flipH="1">
            <a:off x="1526022" y="12163"/>
            <a:ext cx="235" cy="229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/>
          <p:nvPr userDrawn="1"/>
        </p:nvSpPr>
        <p:spPr>
          <a:xfrm flipH="1">
            <a:off x="1526022" y="12163"/>
            <a:ext cx="235" cy="229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51" name="Google Shape;151;p30"/>
          <p:cNvPicPr preferRelativeResize="0"/>
          <p:nvPr userDrawn="1"/>
        </p:nvPicPr>
        <p:blipFill rotWithShape="1">
          <a:blip r:embed="rId2"/>
          <a:srcRect r="31266"/>
          <a:stretch>
            <a:fillRect/>
          </a:stretch>
        </p:blipFill>
        <p:spPr>
          <a:xfrm>
            <a:off x="0" y="1"/>
            <a:ext cx="8380027" cy="6858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 ">
  <p:cSld name="TABLE OF CONTENT ">
    <p:bg>
      <p:bgPr>
        <a:solidFill>
          <a:srgbClr val="AFA8D0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41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TITLE + SUBTITLE">
    <p:bg>
      <p:bgPr>
        <a:solidFill>
          <a:srgbClr val="AFA8D0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TITLE + TEXT">
    <p:bg>
      <p:bgPr>
        <a:solidFill>
          <a:srgbClr val="AFA8D0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2"/>
          <a:srcRect l="60718" b="38141"/>
          <a:stretch>
            <a:fillRect/>
          </a:stretch>
        </p:blipFill>
        <p:spPr>
          <a:xfrm>
            <a:off x="9702167" y="-3"/>
            <a:ext cx="2489840" cy="2205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5"/>
          <p:cNvPicPr preferRelativeResize="0"/>
          <p:nvPr/>
        </p:nvPicPr>
        <p:blipFill rotWithShape="1">
          <a:blip r:embed="rId2"/>
          <a:srcRect l="60718" b="38141"/>
          <a:stretch>
            <a:fillRect/>
          </a:stretch>
        </p:blipFill>
        <p:spPr>
          <a:xfrm rot="-5400000" flipH="1">
            <a:off x="-142200" y="4510364"/>
            <a:ext cx="2489840" cy="2205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 5">
  <p:cSld name="TITLE + SUBTITLE 5">
    <p:bg>
      <p:bgPr>
        <a:solidFill>
          <a:srgbClr val="AFA8D0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0"/>
          <p:cNvPicPr preferRelativeResize="0"/>
          <p:nvPr userDrawn="1"/>
        </p:nvPicPr>
        <p:blipFill rotWithShape="1">
          <a:blip r:embed="rId2"/>
          <a:srcRect r="20420"/>
          <a:stretch>
            <a:fillRect/>
          </a:stretch>
        </p:blipFill>
        <p:spPr>
          <a:xfrm>
            <a:off x="-29603" y="1"/>
            <a:ext cx="7801907" cy="5514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0" name="Google Shape;1320;p54"/>
          <p:cNvPicPr preferRelativeResize="0"/>
          <p:nvPr userDrawn="1"/>
        </p:nvPicPr>
        <p:blipFill rotWithShape="1">
          <a:blip r:embed="rId3"/>
          <a:srcRect l="33326" r="37168"/>
          <a:stretch>
            <a:fillRect/>
          </a:stretch>
        </p:blipFill>
        <p:spPr>
          <a:xfrm>
            <a:off x="1938400" y="2064766"/>
            <a:ext cx="2323267" cy="4429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1">
  <p:cSld name="TWO COLUMNS 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FA8D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6" Type="http://schemas.openxmlformats.org/officeDocument/2006/relationships/slideLayout" Target="../slideLayouts/slideLayout6.xml"/><Relationship Id="rId35" Type="http://schemas.openxmlformats.org/officeDocument/2006/relationships/tags" Target="../tags/tag39.xml"/><Relationship Id="rId34" Type="http://schemas.openxmlformats.org/officeDocument/2006/relationships/tags" Target="../tags/tag38.xml"/><Relationship Id="rId33" Type="http://schemas.openxmlformats.org/officeDocument/2006/relationships/tags" Target="../tags/tag37.xml"/><Relationship Id="rId32" Type="http://schemas.openxmlformats.org/officeDocument/2006/relationships/tags" Target="../tags/tag36.xml"/><Relationship Id="rId31" Type="http://schemas.openxmlformats.org/officeDocument/2006/relationships/tags" Target="../tags/tag35.xml"/><Relationship Id="rId30" Type="http://schemas.openxmlformats.org/officeDocument/2006/relationships/tags" Target="../tags/tag34.xml"/><Relationship Id="rId3" Type="http://schemas.openxmlformats.org/officeDocument/2006/relationships/tags" Target="../tags/tag7.xml"/><Relationship Id="rId29" Type="http://schemas.openxmlformats.org/officeDocument/2006/relationships/tags" Target="../tags/tag33.xml"/><Relationship Id="rId28" Type="http://schemas.openxmlformats.org/officeDocument/2006/relationships/tags" Target="../tags/tag32.xml"/><Relationship Id="rId27" Type="http://schemas.openxmlformats.org/officeDocument/2006/relationships/tags" Target="../tags/tag31.xml"/><Relationship Id="rId26" Type="http://schemas.openxmlformats.org/officeDocument/2006/relationships/tags" Target="../tags/tag30.xml"/><Relationship Id="rId25" Type="http://schemas.openxmlformats.org/officeDocument/2006/relationships/tags" Target="../tags/tag29.xml"/><Relationship Id="rId24" Type="http://schemas.openxmlformats.org/officeDocument/2006/relationships/tags" Target="../tags/tag28.xml"/><Relationship Id="rId23" Type="http://schemas.openxmlformats.org/officeDocument/2006/relationships/tags" Target="../tags/tag27.xml"/><Relationship Id="rId22" Type="http://schemas.openxmlformats.org/officeDocument/2006/relationships/tags" Target="../tags/tag26.xml"/><Relationship Id="rId21" Type="http://schemas.openxmlformats.org/officeDocument/2006/relationships/tags" Target="../tags/tag25.xml"/><Relationship Id="rId20" Type="http://schemas.openxmlformats.org/officeDocument/2006/relationships/tags" Target="../tags/tag24.xml"/><Relationship Id="rId2" Type="http://schemas.openxmlformats.org/officeDocument/2006/relationships/tags" Target="../tags/tag6.xml"/><Relationship Id="rId19" Type="http://schemas.openxmlformats.org/officeDocument/2006/relationships/tags" Target="../tags/tag23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8" Type="http://schemas.openxmlformats.org/officeDocument/2006/relationships/slideLayout" Target="../slideLayouts/slideLayout4.xml"/><Relationship Id="rId27" Type="http://schemas.openxmlformats.org/officeDocument/2006/relationships/image" Target="../media/image8.png"/><Relationship Id="rId26" Type="http://schemas.openxmlformats.org/officeDocument/2006/relationships/tags" Target="../tags/tag65.xml"/><Relationship Id="rId25" Type="http://schemas.openxmlformats.org/officeDocument/2006/relationships/tags" Target="../tags/tag64.xml"/><Relationship Id="rId24" Type="http://schemas.openxmlformats.org/officeDocument/2006/relationships/tags" Target="../tags/tag63.xml"/><Relationship Id="rId23" Type="http://schemas.openxmlformats.org/officeDocument/2006/relationships/tags" Target="../tags/tag62.xml"/><Relationship Id="rId22" Type="http://schemas.openxmlformats.org/officeDocument/2006/relationships/tags" Target="../tags/tag61.xml"/><Relationship Id="rId21" Type="http://schemas.openxmlformats.org/officeDocument/2006/relationships/tags" Target="../tags/tag60.xml"/><Relationship Id="rId20" Type="http://schemas.openxmlformats.org/officeDocument/2006/relationships/tags" Target="../tags/tag59.xml"/><Relationship Id="rId2" Type="http://schemas.openxmlformats.org/officeDocument/2006/relationships/tags" Target="../tags/tag41.xml"/><Relationship Id="rId19" Type="http://schemas.openxmlformats.org/officeDocument/2006/relationships/tags" Target="../tags/tag58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tags" Target="../tags/tag4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image" Target="../media/image8.png"/><Relationship Id="rId29" Type="http://schemas.openxmlformats.org/officeDocument/2006/relationships/slideLayout" Target="../slideLayouts/slideLayout4.xml"/><Relationship Id="rId28" Type="http://schemas.openxmlformats.org/officeDocument/2006/relationships/tags" Target="../tags/tag92.xml"/><Relationship Id="rId27" Type="http://schemas.openxmlformats.org/officeDocument/2006/relationships/tags" Target="../tags/tag91.xml"/><Relationship Id="rId26" Type="http://schemas.openxmlformats.org/officeDocument/2006/relationships/tags" Target="../tags/tag90.xml"/><Relationship Id="rId25" Type="http://schemas.openxmlformats.org/officeDocument/2006/relationships/tags" Target="../tags/tag89.xml"/><Relationship Id="rId24" Type="http://schemas.openxmlformats.org/officeDocument/2006/relationships/tags" Target="../tags/tag88.xml"/><Relationship Id="rId23" Type="http://schemas.openxmlformats.org/officeDocument/2006/relationships/tags" Target="../tags/tag87.xml"/><Relationship Id="rId22" Type="http://schemas.openxmlformats.org/officeDocument/2006/relationships/tags" Target="../tags/tag86.xml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tags" Target="../tags/tag67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0" Type="http://schemas.openxmlformats.org/officeDocument/2006/relationships/slideLayout" Target="../slideLayouts/slideLayout4.xml"/><Relationship Id="rId5" Type="http://schemas.openxmlformats.org/officeDocument/2006/relationships/tags" Target="../tags/tag96.xml"/><Relationship Id="rId49" Type="http://schemas.openxmlformats.org/officeDocument/2006/relationships/image" Target="../media/image9.png"/><Relationship Id="rId48" Type="http://schemas.openxmlformats.org/officeDocument/2006/relationships/tags" Target="../tags/tag139.xml"/><Relationship Id="rId47" Type="http://schemas.openxmlformats.org/officeDocument/2006/relationships/tags" Target="../tags/tag138.xml"/><Relationship Id="rId46" Type="http://schemas.openxmlformats.org/officeDocument/2006/relationships/tags" Target="../tags/tag137.xml"/><Relationship Id="rId45" Type="http://schemas.openxmlformats.org/officeDocument/2006/relationships/tags" Target="../tags/tag136.xml"/><Relationship Id="rId44" Type="http://schemas.openxmlformats.org/officeDocument/2006/relationships/tags" Target="../tags/tag135.xml"/><Relationship Id="rId43" Type="http://schemas.openxmlformats.org/officeDocument/2006/relationships/tags" Target="../tags/tag134.xml"/><Relationship Id="rId42" Type="http://schemas.openxmlformats.org/officeDocument/2006/relationships/tags" Target="../tags/tag133.xml"/><Relationship Id="rId41" Type="http://schemas.openxmlformats.org/officeDocument/2006/relationships/tags" Target="../tags/tag132.xml"/><Relationship Id="rId40" Type="http://schemas.openxmlformats.org/officeDocument/2006/relationships/tags" Target="../tags/tag131.xml"/><Relationship Id="rId4" Type="http://schemas.openxmlformats.org/officeDocument/2006/relationships/tags" Target="../tags/tag95.xml"/><Relationship Id="rId39" Type="http://schemas.openxmlformats.org/officeDocument/2006/relationships/tags" Target="../tags/tag130.xml"/><Relationship Id="rId38" Type="http://schemas.openxmlformats.org/officeDocument/2006/relationships/tags" Target="../tags/tag129.xml"/><Relationship Id="rId37" Type="http://schemas.openxmlformats.org/officeDocument/2006/relationships/tags" Target="../tags/tag128.xml"/><Relationship Id="rId36" Type="http://schemas.openxmlformats.org/officeDocument/2006/relationships/tags" Target="../tags/tag127.xml"/><Relationship Id="rId35" Type="http://schemas.openxmlformats.org/officeDocument/2006/relationships/tags" Target="../tags/tag126.xml"/><Relationship Id="rId34" Type="http://schemas.openxmlformats.org/officeDocument/2006/relationships/tags" Target="../tags/tag125.xml"/><Relationship Id="rId33" Type="http://schemas.openxmlformats.org/officeDocument/2006/relationships/tags" Target="../tags/tag124.xml"/><Relationship Id="rId32" Type="http://schemas.openxmlformats.org/officeDocument/2006/relationships/tags" Target="../tags/tag123.xml"/><Relationship Id="rId31" Type="http://schemas.openxmlformats.org/officeDocument/2006/relationships/tags" Target="../tags/tag122.xml"/><Relationship Id="rId30" Type="http://schemas.openxmlformats.org/officeDocument/2006/relationships/tags" Target="../tags/tag121.xml"/><Relationship Id="rId3" Type="http://schemas.openxmlformats.org/officeDocument/2006/relationships/tags" Target="../tags/tag94.xml"/><Relationship Id="rId29" Type="http://schemas.openxmlformats.org/officeDocument/2006/relationships/tags" Target="../tags/tag120.xml"/><Relationship Id="rId28" Type="http://schemas.openxmlformats.org/officeDocument/2006/relationships/tags" Target="../tags/tag119.xml"/><Relationship Id="rId27" Type="http://schemas.openxmlformats.org/officeDocument/2006/relationships/tags" Target="../tags/tag118.xml"/><Relationship Id="rId26" Type="http://schemas.openxmlformats.org/officeDocument/2006/relationships/tags" Target="../tags/tag117.xml"/><Relationship Id="rId25" Type="http://schemas.openxmlformats.org/officeDocument/2006/relationships/tags" Target="../tags/tag116.xml"/><Relationship Id="rId24" Type="http://schemas.openxmlformats.org/officeDocument/2006/relationships/tags" Target="../tags/tag115.xml"/><Relationship Id="rId23" Type="http://schemas.openxmlformats.org/officeDocument/2006/relationships/tags" Target="../tags/tag114.xml"/><Relationship Id="rId22" Type="http://schemas.openxmlformats.org/officeDocument/2006/relationships/tags" Target="../tags/tag113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image" Target="../media/image8.png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tags" Target="../tags/tag9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3" Type="http://schemas.openxmlformats.org/officeDocument/2006/relationships/slideLayout" Target="../slideLayouts/slideLayout4.xml"/><Relationship Id="rId52" Type="http://schemas.openxmlformats.org/officeDocument/2006/relationships/tags" Target="../tags/tag190.xml"/><Relationship Id="rId51" Type="http://schemas.openxmlformats.org/officeDocument/2006/relationships/tags" Target="../tags/tag189.xml"/><Relationship Id="rId50" Type="http://schemas.openxmlformats.org/officeDocument/2006/relationships/tags" Target="../tags/tag188.xml"/><Relationship Id="rId5" Type="http://schemas.openxmlformats.org/officeDocument/2006/relationships/tags" Target="../tags/tag143.xml"/><Relationship Id="rId49" Type="http://schemas.openxmlformats.org/officeDocument/2006/relationships/tags" Target="../tags/tag187.xml"/><Relationship Id="rId48" Type="http://schemas.openxmlformats.org/officeDocument/2006/relationships/tags" Target="../tags/tag186.xml"/><Relationship Id="rId47" Type="http://schemas.openxmlformats.org/officeDocument/2006/relationships/tags" Target="../tags/tag185.xml"/><Relationship Id="rId46" Type="http://schemas.openxmlformats.org/officeDocument/2006/relationships/tags" Target="../tags/tag184.xml"/><Relationship Id="rId45" Type="http://schemas.openxmlformats.org/officeDocument/2006/relationships/tags" Target="../tags/tag183.xml"/><Relationship Id="rId44" Type="http://schemas.openxmlformats.org/officeDocument/2006/relationships/tags" Target="../tags/tag182.xml"/><Relationship Id="rId43" Type="http://schemas.openxmlformats.org/officeDocument/2006/relationships/tags" Target="../tags/tag181.xml"/><Relationship Id="rId42" Type="http://schemas.openxmlformats.org/officeDocument/2006/relationships/tags" Target="../tags/tag180.xml"/><Relationship Id="rId41" Type="http://schemas.openxmlformats.org/officeDocument/2006/relationships/tags" Target="../tags/tag179.xml"/><Relationship Id="rId40" Type="http://schemas.openxmlformats.org/officeDocument/2006/relationships/tags" Target="../tags/tag178.xml"/><Relationship Id="rId4" Type="http://schemas.openxmlformats.org/officeDocument/2006/relationships/tags" Target="../tags/tag142.xml"/><Relationship Id="rId39" Type="http://schemas.openxmlformats.org/officeDocument/2006/relationships/tags" Target="../tags/tag177.xml"/><Relationship Id="rId38" Type="http://schemas.openxmlformats.org/officeDocument/2006/relationships/tags" Target="../tags/tag176.xml"/><Relationship Id="rId37" Type="http://schemas.openxmlformats.org/officeDocument/2006/relationships/tags" Target="../tags/tag175.xml"/><Relationship Id="rId36" Type="http://schemas.openxmlformats.org/officeDocument/2006/relationships/tags" Target="../tags/tag174.xml"/><Relationship Id="rId35" Type="http://schemas.openxmlformats.org/officeDocument/2006/relationships/tags" Target="../tags/tag173.xml"/><Relationship Id="rId34" Type="http://schemas.openxmlformats.org/officeDocument/2006/relationships/tags" Target="../tags/tag172.xml"/><Relationship Id="rId33" Type="http://schemas.openxmlformats.org/officeDocument/2006/relationships/tags" Target="../tags/tag171.xml"/><Relationship Id="rId32" Type="http://schemas.openxmlformats.org/officeDocument/2006/relationships/tags" Target="../tags/tag170.xml"/><Relationship Id="rId31" Type="http://schemas.openxmlformats.org/officeDocument/2006/relationships/tags" Target="../tags/tag169.xml"/><Relationship Id="rId30" Type="http://schemas.openxmlformats.org/officeDocument/2006/relationships/tags" Target="../tags/tag168.xml"/><Relationship Id="rId3" Type="http://schemas.openxmlformats.org/officeDocument/2006/relationships/tags" Target="../tags/tag141.xml"/><Relationship Id="rId29" Type="http://schemas.openxmlformats.org/officeDocument/2006/relationships/tags" Target="../tags/tag167.xml"/><Relationship Id="rId28" Type="http://schemas.openxmlformats.org/officeDocument/2006/relationships/tags" Target="../tags/tag166.xml"/><Relationship Id="rId27" Type="http://schemas.openxmlformats.org/officeDocument/2006/relationships/tags" Target="../tags/tag165.xml"/><Relationship Id="rId26" Type="http://schemas.openxmlformats.org/officeDocument/2006/relationships/tags" Target="../tags/tag164.xml"/><Relationship Id="rId25" Type="http://schemas.openxmlformats.org/officeDocument/2006/relationships/tags" Target="../tags/tag163.xml"/><Relationship Id="rId24" Type="http://schemas.openxmlformats.org/officeDocument/2006/relationships/tags" Target="../tags/tag162.xml"/><Relationship Id="rId23" Type="http://schemas.openxmlformats.org/officeDocument/2006/relationships/tags" Target="../tags/tag161.xml"/><Relationship Id="rId22" Type="http://schemas.openxmlformats.org/officeDocument/2006/relationships/tags" Target="../tags/tag160.xml"/><Relationship Id="rId21" Type="http://schemas.openxmlformats.org/officeDocument/2006/relationships/tags" Target="../tags/tag159.xml"/><Relationship Id="rId20" Type="http://schemas.openxmlformats.org/officeDocument/2006/relationships/tags" Target="../tags/tag158.xml"/><Relationship Id="rId2" Type="http://schemas.openxmlformats.org/officeDocument/2006/relationships/image" Target="../media/image8.png"/><Relationship Id="rId19" Type="http://schemas.openxmlformats.org/officeDocument/2006/relationships/tags" Target="../tags/tag157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4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image" Target="../media/image8.png"/><Relationship Id="rId19" Type="http://schemas.openxmlformats.org/officeDocument/2006/relationships/slideLayout" Target="../slideLayouts/slideLayout4.xml"/><Relationship Id="rId18" Type="http://schemas.openxmlformats.org/officeDocument/2006/relationships/tags" Target="../tags/tag207.xml"/><Relationship Id="rId17" Type="http://schemas.openxmlformats.org/officeDocument/2006/relationships/tags" Target="../tags/tag206.xml"/><Relationship Id="rId16" Type="http://schemas.openxmlformats.org/officeDocument/2006/relationships/tags" Target="../tags/tag205.xml"/><Relationship Id="rId15" Type="http://schemas.openxmlformats.org/officeDocument/2006/relationships/tags" Target="../tags/tag204.xml"/><Relationship Id="rId14" Type="http://schemas.openxmlformats.org/officeDocument/2006/relationships/tags" Target="../tags/tag203.xml"/><Relationship Id="rId13" Type="http://schemas.openxmlformats.org/officeDocument/2006/relationships/tags" Target="../tags/tag202.xml"/><Relationship Id="rId12" Type="http://schemas.openxmlformats.org/officeDocument/2006/relationships/tags" Target="../tags/tag201.xml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tags" Target="../tags/tag19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FA8D0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04535" y="2946400"/>
            <a:ext cx="59270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1219200">
              <a:buClr>
                <a:srgbClr val="000000"/>
              </a:buClr>
            </a:pPr>
            <a:r>
              <a:rPr lang="zh-CN" altLang="en-US" sz="6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字魂27号-布丁体" panose="00000500000000000000" charset="-122"/>
                <a:sym typeface="+mn-ea"/>
              </a:rPr>
              <a:t>{topic}</a:t>
            </a:r>
            <a:endParaRPr lang="en-US" sz="6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字魂27号-布丁体" panose="00000500000000000000" charset="-122"/>
              <a:sym typeface="Arial" panose="020B0604020202020204"/>
            </a:endParaRPr>
          </a:p>
        </p:txBody>
      </p:sp>
      <p:pic>
        <p:nvPicPr>
          <p:cNvPr id="3" name="图片 2" descr="旋转白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08075"/>
            <a:ext cx="714375" cy="666115"/>
          </a:xfrm>
          <a:prstGeom prst="rect">
            <a:avLst/>
          </a:prstGeom>
        </p:spPr>
      </p:pic>
      <p:pic>
        <p:nvPicPr>
          <p:cNvPr id="4" name="图片 3" descr="旋转白色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7338695" y="28575"/>
            <a:ext cx="714375" cy="6661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FA8D0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/>
          <p:cNvSpPr txBox="1"/>
          <p:nvPr>
            <p:custDataLst>
              <p:tags r:id="rId1"/>
            </p:custDataLst>
          </p:nvPr>
        </p:nvSpPr>
        <p:spPr>
          <a:xfrm>
            <a:off x="3327400" y="1336040"/>
            <a:ext cx="56121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{title_1}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2"/>
            </p:custDataLst>
          </p:nvPr>
        </p:nvSpPr>
        <p:spPr>
          <a:xfrm>
            <a:off x="3327400" y="2506980"/>
            <a:ext cx="56121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{title_2}</a:t>
            </a:r>
            <a:endParaRPr lang="en-US" altLang="zh-CN" sz="4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3"/>
            </p:custDataLst>
          </p:nvPr>
        </p:nvSpPr>
        <p:spPr>
          <a:xfrm>
            <a:off x="3327400" y="3677920"/>
            <a:ext cx="56121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{title_3}</a:t>
            </a:r>
            <a:endParaRPr lang="en-US" altLang="zh-CN" sz="4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FA8D0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14350" y="4719320"/>
            <a:ext cx="6552565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6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{title}</a:t>
            </a:r>
            <a:endParaRPr lang="en-US" altLang="zh-CN" sz="6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>
            <p:custDataLst>
              <p:tags r:id="rId1"/>
            </p:custDataLst>
          </p:nvPr>
        </p:nvGrpSpPr>
        <p:grpSpPr>
          <a:xfrm>
            <a:off x="6592873" y="1911204"/>
            <a:ext cx="1156008" cy="1156008"/>
            <a:chOff x="6354789" y="2183479"/>
            <a:chExt cx="1206216" cy="1206216"/>
          </a:xfrm>
        </p:grpSpPr>
        <p:sp>
          <p:nvSpPr>
            <p:cNvPr id="25" name="Google Shape;211;p34"/>
            <p:cNvSpPr/>
            <p:nvPr>
              <p:custDataLst>
                <p:tags r:id="rId2"/>
              </p:custDataLst>
            </p:nvPr>
          </p:nvSpPr>
          <p:spPr>
            <a:xfrm>
              <a:off x="6354789" y="2183479"/>
              <a:ext cx="1206216" cy="1206216"/>
            </a:xfrm>
            <a:prstGeom prst="ellipse">
              <a:avLst/>
            </a:prstGeom>
            <a:solidFill>
              <a:srgbClr val="FFFFFF">
                <a:alpha val="764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6" name="Google Shape;212;p34"/>
            <p:cNvGrpSpPr/>
            <p:nvPr/>
          </p:nvGrpSpPr>
          <p:grpSpPr>
            <a:xfrm>
              <a:off x="6636793" y="2455420"/>
              <a:ext cx="625937" cy="662300"/>
              <a:chOff x="1343800" y="228000"/>
              <a:chExt cx="4931800" cy="5218300"/>
            </a:xfrm>
          </p:grpSpPr>
          <p:sp>
            <p:nvSpPr>
              <p:cNvPr id="27" name="Google Shape;213;p34"/>
              <p:cNvSpPr/>
              <p:nvPr>
                <p:custDataLst>
                  <p:tags r:id="rId3"/>
                </p:custDataLst>
              </p:nvPr>
            </p:nvSpPr>
            <p:spPr>
              <a:xfrm>
                <a:off x="1799650" y="228000"/>
                <a:ext cx="4020075" cy="5218300"/>
              </a:xfrm>
              <a:custGeom>
                <a:avLst/>
                <a:gdLst/>
                <a:ahLst/>
                <a:cxnLst/>
                <a:rect l="l" t="t" r="r" b="b"/>
                <a:pathLst>
                  <a:path w="160803" h="208732" extrusionOk="0">
                    <a:moveTo>
                      <a:pt x="80389" y="8156"/>
                    </a:moveTo>
                    <a:cubicBezTo>
                      <a:pt x="84305" y="8156"/>
                      <a:pt x="88220" y="9633"/>
                      <a:pt x="91271" y="12586"/>
                    </a:cubicBezTo>
                    <a:cubicBezTo>
                      <a:pt x="95769" y="16939"/>
                      <a:pt x="101653" y="19293"/>
                      <a:pt x="107794" y="19293"/>
                    </a:cubicBezTo>
                    <a:cubicBezTo>
                      <a:pt x="108914" y="19293"/>
                      <a:pt x="110042" y="19215"/>
                      <a:pt x="111173" y="19056"/>
                    </a:cubicBezTo>
                    <a:cubicBezTo>
                      <a:pt x="111931" y="18948"/>
                      <a:pt x="112685" y="18895"/>
                      <a:pt x="113428" y="18895"/>
                    </a:cubicBezTo>
                    <a:cubicBezTo>
                      <a:pt x="120922" y="18895"/>
                      <a:pt x="127432" y="24247"/>
                      <a:pt x="128770" y="31850"/>
                    </a:cubicBezTo>
                    <a:cubicBezTo>
                      <a:pt x="130069" y="39129"/>
                      <a:pt x="134529" y="45305"/>
                      <a:pt x="141073" y="48761"/>
                    </a:cubicBezTo>
                    <a:cubicBezTo>
                      <a:pt x="148573" y="52756"/>
                      <a:pt x="151538" y="61848"/>
                      <a:pt x="147789" y="69471"/>
                    </a:cubicBezTo>
                    <a:cubicBezTo>
                      <a:pt x="144553" y="76113"/>
                      <a:pt x="144553" y="83735"/>
                      <a:pt x="147789" y="90377"/>
                    </a:cubicBezTo>
                    <a:cubicBezTo>
                      <a:pt x="151538" y="98023"/>
                      <a:pt x="148573" y="107116"/>
                      <a:pt x="141073" y="111087"/>
                    </a:cubicBezTo>
                    <a:cubicBezTo>
                      <a:pt x="134529" y="114542"/>
                      <a:pt x="130069" y="120719"/>
                      <a:pt x="128770" y="127998"/>
                    </a:cubicBezTo>
                    <a:cubicBezTo>
                      <a:pt x="127455" y="135621"/>
                      <a:pt x="120930" y="140953"/>
                      <a:pt x="113436" y="140953"/>
                    </a:cubicBezTo>
                    <a:cubicBezTo>
                      <a:pt x="112690" y="140953"/>
                      <a:pt x="111934" y="140900"/>
                      <a:pt x="111173" y="140791"/>
                    </a:cubicBezTo>
                    <a:cubicBezTo>
                      <a:pt x="110042" y="140632"/>
                      <a:pt x="108914" y="140554"/>
                      <a:pt x="107794" y="140554"/>
                    </a:cubicBezTo>
                    <a:cubicBezTo>
                      <a:pt x="101653" y="140554"/>
                      <a:pt x="95769" y="142909"/>
                      <a:pt x="91271" y="147262"/>
                    </a:cubicBezTo>
                    <a:cubicBezTo>
                      <a:pt x="88220" y="150215"/>
                      <a:pt x="84305" y="151692"/>
                      <a:pt x="80389" y="151692"/>
                    </a:cubicBezTo>
                    <a:cubicBezTo>
                      <a:pt x="76474" y="151692"/>
                      <a:pt x="72559" y="150215"/>
                      <a:pt x="69508" y="147262"/>
                    </a:cubicBezTo>
                    <a:cubicBezTo>
                      <a:pt x="65022" y="142924"/>
                      <a:pt x="59140" y="140571"/>
                      <a:pt x="53013" y="140571"/>
                    </a:cubicBezTo>
                    <a:cubicBezTo>
                      <a:pt x="51886" y="140571"/>
                      <a:pt x="50758" y="140644"/>
                      <a:pt x="49631" y="140791"/>
                    </a:cubicBezTo>
                    <a:cubicBezTo>
                      <a:pt x="48870" y="140900"/>
                      <a:pt x="48114" y="140953"/>
                      <a:pt x="47367" y="140953"/>
                    </a:cubicBezTo>
                    <a:cubicBezTo>
                      <a:pt x="39873" y="140953"/>
                      <a:pt x="33347" y="135621"/>
                      <a:pt x="32009" y="127998"/>
                    </a:cubicBezTo>
                    <a:cubicBezTo>
                      <a:pt x="30735" y="120719"/>
                      <a:pt x="26250" y="114542"/>
                      <a:pt x="19730" y="111087"/>
                    </a:cubicBezTo>
                    <a:cubicBezTo>
                      <a:pt x="12206" y="107116"/>
                      <a:pt x="9265" y="98023"/>
                      <a:pt x="12990" y="90377"/>
                    </a:cubicBezTo>
                    <a:cubicBezTo>
                      <a:pt x="16250" y="83735"/>
                      <a:pt x="16250" y="76113"/>
                      <a:pt x="12990" y="69471"/>
                    </a:cubicBezTo>
                    <a:cubicBezTo>
                      <a:pt x="9265" y="61848"/>
                      <a:pt x="12206" y="52756"/>
                      <a:pt x="19730" y="48761"/>
                    </a:cubicBezTo>
                    <a:cubicBezTo>
                      <a:pt x="26250" y="45305"/>
                      <a:pt x="30735" y="39129"/>
                      <a:pt x="32009" y="31850"/>
                    </a:cubicBezTo>
                    <a:cubicBezTo>
                      <a:pt x="33347" y="24247"/>
                      <a:pt x="39857" y="18895"/>
                      <a:pt x="47369" y="18895"/>
                    </a:cubicBezTo>
                    <a:cubicBezTo>
                      <a:pt x="48115" y="18895"/>
                      <a:pt x="48870" y="18948"/>
                      <a:pt x="49631" y="19056"/>
                    </a:cubicBezTo>
                    <a:cubicBezTo>
                      <a:pt x="50761" y="19215"/>
                      <a:pt x="51889" y="19293"/>
                      <a:pt x="53008" y="19293"/>
                    </a:cubicBezTo>
                    <a:cubicBezTo>
                      <a:pt x="59144" y="19293"/>
                      <a:pt x="65010" y="16939"/>
                      <a:pt x="69508" y="12586"/>
                    </a:cubicBezTo>
                    <a:cubicBezTo>
                      <a:pt x="72559" y="9633"/>
                      <a:pt x="76474" y="8156"/>
                      <a:pt x="80389" y="8156"/>
                    </a:cubicBezTo>
                    <a:close/>
                    <a:moveTo>
                      <a:pt x="55121" y="148855"/>
                    </a:moveTo>
                    <a:cubicBezTo>
                      <a:pt x="58381" y="149296"/>
                      <a:pt x="61420" y="150766"/>
                      <a:pt x="63846" y="153119"/>
                    </a:cubicBezTo>
                    <a:cubicBezTo>
                      <a:pt x="67424" y="156575"/>
                      <a:pt x="71787" y="158707"/>
                      <a:pt x="76321" y="159491"/>
                    </a:cubicBezTo>
                    <a:lnTo>
                      <a:pt x="76321" y="180250"/>
                    </a:lnTo>
                    <a:lnTo>
                      <a:pt x="55121" y="196426"/>
                    </a:lnTo>
                    <a:lnTo>
                      <a:pt x="55121" y="148855"/>
                    </a:lnTo>
                    <a:close/>
                    <a:moveTo>
                      <a:pt x="105658" y="148855"/>
                    </a:moveTo>
                    <a:lnTo>
                      <a:pt x="105658" y="196426"/>
                    </a:lnTo>
                    <a:lnTo>
                      <a:pt x="84482" y="180250"/>
                    </a:lnTo>
                    <a:lnTo>
                      <a:pt x="84482" y="159491"/>
                    </a:lnTo>
                    <a:cubicBezTo>
                      <a:pt x="89017" y="158707"/>
                      <a:pt x="93379" y="156575"/>
                      <a:pt x="96957" y="153119"/>
                    </a:cubicBezTo>
                    <a:cubicBezTo>
                      <a:pt x="99384" y="150766"/>
                      <a:pt x="102423" y="149296"/>
                      <a:pt x="105658" y="148855"/>
                    </a:cubicBezTo>
                    <a:close/>
                    <a:moveTo>
                      <a:pt x="80402" y="1"/>
                    </a:moveTo>
                    <a:cubicBezTo>
                      <a:pt x="74446" y="1"/>
                      <a:pt x="68490" y="2243"/>
                      <a:pt x="63846" y="6728"/>
                    </a:cubicBezTo>
                    <a:cubicBezTo>
                      <a:pt x="60874" y="9597"/>
                      <a:pt x="57002" y="11143"/>
                      <a:pt x="52950" y="11143"/>
                    </a:cubicBezTo>
                    <a:cubicBezTo>
                      <a:pt x="52224" y="11143"/>
                      <a:pt x="51492" y="11093"/>
                      <a:pt x="50758" y="10993"/>
                    </a:cubicBezTo>
                    <a:cubicBezTo>
                      <a:pt x="49608" y="10829"/>
                      <a:pt x="48466" y="10750"/>
                      <a:pt x="47338" y="10750"/>
                    </a:cubicBezTo>
                    <a:cubicBezTo>
                      <a:pt x="35943" y="10750"/>
                      <a:pt x="26000" y="18856"/>
                      <a:pt x="23970" y="30453"/>
                    </a:cubicBezTo>
                    <a:cubicBezTo>
                      <a:pt x="23137" y="35232"/>
                      <a:pt x="20196" y="39276"/>
                      <a:pt x="15907" y="41555"/>
                    </a:cubicBezTo>
                    <a:cubicBezTo>
                      <a:pt x="4486" y="47609"/>
                      <a:pt x="1" y="61456"/>
                      <a:pt x="5662" y="73049"/>
                    </a:cubicBezTo>
                    <a:cubicBezTo>
                      <a:pt x="7795" y="77412"/>
                      <a:pt x="7795" y="82436"/>
                      <a:pt x="5662" y="86798"/>
                    </a:cubicBezTo>
                    <a:cubicBezTo>
                      <a:pt x="1" y="98416"/>
                      <a:pt x="4486" y="112239"/>
                      <a:pt x="15907" y="118292"/>
                    </a:cubicBezTo>
                    <a:cubicBezTo>
                      <a:pt x="20196" y="120572"/>
                      <a:pt x="23137" y="124615"/>
                      <a:pt x="23970" y="129419"/>
                    </a:cubicBezTo>
                    <a:cubicBezTo>
                      <a:pt x="25980" y="140865"/>
                      <a:pt x="35735" y="148928"/>
                      <a:pt x="46960" y="149100"/>
                    </a:cubicBezTo>
                    <a:lnTo>
                      <a:pt x="46960" y="204661"/>
                    </a:lnTo>
                    <a:cubicBezTo>
                      <a:pt x="46960" y="206205"/>
                      <a:pt x="47842" y="207627"/>
                      <a:pt x="49239" y="208313"/>
                    </a:cubicBezTo>
                    <a:cubicBezTo>
                      <a:pt x="49811" y="208594"/>
                      <a:pt x="50424" y="208731"/>
                      <a:pt x="51035" y="208731"/>
                    </a:cubicBezTo>
                    <a:cubicBezTo>
                      <a:pt x="51915" y="208731"/>
                      <a:pt x="52790" y="208446"/>
                      <a:pt x="53528" y="207896"/>
                    </a:cubicBezTo>
                    <a:lnTo>
                      <a:pt x="80389" y="187407"/>
                    </a:lnTo>
                    <a:lnTo>
                      <a:pt x="107276" y="207896"/>
                    </a:lnTo>
                    <a:cubicBezTo>
                      <a:pt x="107986" y="208435"/>
                      <a:pt x="108869" y="208730"/>
                      <a:pt x="109751" y="208730"/>
                    </a:cubicBezTo>
                    <a:cubicBezTo>
                      <a:pt x="110364" y="208730"/>
                      <a:pt x="110976" y="208583"/>
                      <a:pt x="111540" y="208313"/>
                    </a:cubicBezTo>
                    <a:cubicBezTo>
                      <a:pt x="112937" y="207627"/>
                      <a:pt x="113819" y="206205"/>
                      <a:pt x="113819" y="204661"/>
                    </a:cubicBezTo>
                    <a:lnTo>
                      <a:pt x="113819" y="149100"/>
                    </a:lnTo>
                    <a:cubicBezTo>
                      <a:pt x="125069" y="148928"/>
                      <a:pt x="134799" y="140865"/>
                      <a:pt x="136809" y="129419"/>
                    </a:cubicBezTo>
                    <a:cubicBezTo>
                      <a:pt x="137642" y="124615"/>
                      <a:pt x="140608" y="120572"/>
                      <a:pt x="144897" y="118292"/>
                    </a:cubicBezTo>
                    <a:cubicBezTo>
                      <a:pt x="156293" y="112239"/>
                      <a:pt x="160803" y="98416"/>
                      <a:pt x="155117" y="86798"/>
                    </a:cubicBezTo>
                    <a:cubicBezTo>
                      <a:pt x="152984" y="82436"/>
                      <a:pt x="152984" y="77412"/>
                      <a:pt x="155117" y="73049"/>
                    </a:cubicBezTo>
                    <a:cubicBezTo>
                      <a:pt x="160803" y="61456"/>
                      <a:pt x="156293" y="47609"/>
                      <a:pt x="144897" y="41555"/>
                    </a:cubicBezTo>
                    <a:cubicBezTo>
                      <a:pt x="140608" y="39276"/>
                      <a:pt x="137642" y="35232"/>
                      <a:pt x="136809" y="30428"/>
                    </a:cubicBezTo>
                    <a:cubicBezTo>
                      <a:pt x="134779" y="18854"/>
                      <a:pt x="124857" y="10750"/>
                      <a:pt x="113447" y="10750"/>
                    </a:cubicBezTo>
                    <a:cubicBezTo>
                      <a:pt x="112317" y="10750"/>
                      <a:pt x="111173" y="10829"/>
                      <a:pt x="110021" y="10993"/>
                    </a:cubicBezTo>
                    <a:cubicBezTo>
                      <a:pt x="109291" y="11093"/>
                      <a:pt x="108562" y="11143"/>
                      <a:pt x="107837" y="11143"/>
                    </a:cubicBezTo>
                    <a:cubicBezTo>
                      <a:pt x="103795" y="11143"/>
                      <a:pt x="99909" y="9597"/>
                      <a:pt x="96957" y="6728"/>
                    </a:cubicBezTo>
                    <a:cubicBezTo>
                      <a:pt x="92313" y="2243"/>
                      <a:pt x="86357" y="1"/>
                      <a:pt x="80402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" name="Google Shape;214;p34"/>
              <p:cNvSpPr/>
              <p:nvPr>
                <p:custDataLst>
                  <p:tags r:id="rId4"/>
                </p:custDataLst>
              </p:nvPr>
            </p:nvSpPr>
            <p:spPr>
              <a:xfrm>
                <a:off x="2325375" y="771301"/>
                <a:ext cx="2982125" cy="2731500"/>
              </a:xfrm>
              <a:custGeom>
                <a:avLst/>
                <a:gdLst/>
                <a:ahLst/>
                <a:cxnLst/>
                <a:rect l="l" t="t" r="r" b="b"/>
                <a:pathLst>
                  <a:path w="119285" h="109260" extrusionOk="0">
                    <a:moveTo>
                      <a:pt x="59345" y="0"/>
                    </a:moveTo>
                    <a:cubicBezTo>
                      <a:pt x="51165" y="0"/>
                      <a:pt x="42921" y="1836"/>
                      <a:pt x="35244" y="5612"/>
                    </a:cubicBezTo>
                    <a:cubicBezTo>
                      <a:pt x="33234" y="6592"/>
                      <a:pt x="32401" y="9043"/>
                      <a:pt x="33381" y="11077"/>
                    </a:cubicBezTo>
                    <a:cubicBezTo>
                      <a:pt x="34096" y="12508"/>
                      <a:pt x="35532" y="13342"/>
                      <a:pt x="37033" y="13342"/>
                    </a:cubicBezTo>
                    <a:cubicBezTo>
                      <a:pt x="37641" y="13342"/>
                      <a:pt x="38260" y="13205"/>
                      <a:pt x="38847" y="12916"/>
                    </a:cubicBezTo>
                    <a:cubicBezTo>
                      <a:pt x="45369" y="9708"/>
                      <a:pt x="52376" y="8148"/>
                      <a:pt x="59330" y="8148"/>
                    </a:cubicBezTo>
                    <a:cubicBezTo>
                      <a:pt x="71397" y="8148"/>
                      <a:pt x="83301" y="12847"/>
                      <a:pt x="92227" y="21788"/>
                    </a:cubicBezTo>
                    <a:cubicBezTo>
                      <a:pt x="110363" y="39900"/>
                      <a:pt x="110363" y="69384"/>
                      <a:pt x="92227" y="87520"/>
                    </a:cubicBezTo>
                    <a:cubicBezTo>
                      <a:pt x="83159" y="96564"/>
                      <a:pt x="71272" y="101098"/>
                      <a:pt x="59360" y="101098"/>
                    </a:cubicBezTo>
                    <a:cubicBezTo>
                      <a:pt x="47474" y="101098"/>
                      <a:pt x="35562" y="96564"/>
                      <a:pt x="26494" y="87520"/>
                    </a:cubicBezTo>
                    <a:cubicBezTo>
                      <a:pt x="12426" y="73428"/>
                      <a:pt x="8872" y="51983"/>
                      <a:pt x="17647" y="34116"/>
                    </a:cubicBezTo>
                    <a:cubicBezTo>
                      <a:pt x="18627" y="32106"/>
                      <a:pt x="17818" y="29655"/>
                      <a:pt x="15784" y="28675"/>
                    </a:cubicBezTo>
                    <a:cubicBezTo>
                      <a:pt x="15205" y="28385"/>
                      <a:pt x="14588" y="28248"/>
                      <a:pt x="13981" y="28248"/>
                    </a:cubicBezTo>
                    <a:cubicBezTo>
                      <a:pt x="12481" y="28248"/>
                      <a:pt x="11034" y="29082"/>
                      <a:pt x="10318" y="30513"/>
                    </a:cubicBezTo>
                    <a:cubicBezTo>
                      <a:pt x="0" y="51517"/>
                      <a:pt x="4191" y="76736"/>
                      <a:pt x="20735" y="93280"/>
                    </a:cubicBezTo>
                    <a:cubicBezTo>
                      <a:pt x="31396" y="103917"/>
                      <a:pt x="45366" y="109260"/>
                      <a:pt x="59360" y="109260"/>
                    </a:cubicBezTo>
                    <a:cubicBezTo>
                      <a:pt x="73355" y="109260"/>
                      <a:pt x="87350" y="103917"/>
                      <a:pt x="97986" y="93280"/>
                    </a:cubicBezTo>
                    <a:cubicBezTo>
                      <a:pt x="119284" y="71982"/>
                      <a:pt x="119284" y="37302"/>
                      <a:pt x="97986" y="16004"/>
                    </a:cubicBezTo>
                    <a:cubicBezTo>
                      <a:pt x="87496" y="5514"/>
                      <a:pt x="73518" y="0"/>
                      <a:pt x="5934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" name="Google Shape;215;p34"/>
              <p:cNvSpPr/>
              <p:nvPr>
                <p:custDataLst>
                  <p:tags r:id="rId5"/>
                </p:custDataLst>
              </p:nvPr>
            </p:nvSpPr>
            <p:spPr>
              <a:xfrm>
                <a:off x="2863325" y="1268100"/>
                <a:ext cx="1895175" cy="1789775"/>
              </a:xfrm>
              <a:custGeom>
                <a:avLst/>
                <a:gdLst/>
                <a:ahLst/>
                <a:cxnLst/>
                <a:rect l="l" t="t" r="r" b="b"/>
                <a:pathLst>
                  <a:path w="75807" h="71591" extrusionOk="0">
                    <a:moveTo>
                      <a:pt x="37892" y="9951"/>
                    </a:moveTo>
                    <a:lnTo>
                      <a:pt x="43430" y="27058"/>
                    </a:lnTo>
                    <a:cubicBezTo>
                      <a:pt x="43970" y="28725"/>
                      <a:pt x="45538" y="29876"/>
                      <a:pt x="47303" y="29876"/>
                    </a:cubicBezTo>
                    <a:lnTo>
                      <a:pt x="65366" y="29876"/>
                    </a:lnTo>
                    <a:lnTo>
                      <a:pt x="50734" y="40440"/>
                    </a:lnTo>
                    <a:cubicBezTo>
                      <a:pt x="49288" y="41494"/>
                      <a:pt x="48700" y="43332"/>
                      <a:pt x="49239" y="45023"/>
                    </a:cubicBezTo>
                    <a:lnTo>
                      <a:pt x="54852" y="62130"/>
                    </a:lnTo>
                    <a:lnTo>
                      <a:pt x="40293" y="51518"/>
                    </a:lnTo>
                    <a:cubicBezTo>
                      <a:pt x="39583" y="50991"/>
                      <a:pt x="38743" y="50727"/>
                      <a:pt x="37901" y="50727"/>
                    </a:cubicBezTo>
                    <a:cubicBezTo>
                      <a:pt x="37058" y="50727"/>
                      <a:pt x="36213" y="50991"/>
                      <a:pt x="35490" y="51518"/>
                    </a:cubicBezTo>
                    <a:lnTo>
                      <a:pt x="20956" y="62130"/>
                    </a:lnTo>
                    <a:lnTo>
                      <a:pt x="26544" y="45023"/>
                    </a:lnTo>
                    <a:cubicBezTo>
                      <a:pt x="27108" y="43332"/>
                      <a:pt x="26495" y="41494"/>
                      <a:pt x="25073" y="40440"/>
                    </a:cubicBezTo>
                    <a:lnTo>
                      <a:pt x="10442" y="29876"/>
                    </a:lnTo>
                    <a:lnTo>
                      <a:pt x="28505" y="29876"/>
                    </a:lnTo>
                    <a:cubicBezTo>
                      <a:pt x="30269" y="29876"/>
                      <a:pt x="31838" y="28725"/>
                      <a:pt x="32377" y="27058"/>
                    </a:cubicBezTo>
                    <a:lnTo>
                      <a:pt x="37892" y="9951"/>
                    </a:lnTo>
                    <a:close/>
                    <a:moveTo>
                      <a:pt x="37892" y="0"/>
                    </a:moveTo>
                    <a:cubicBezTo>
                      <a:pt x="34705" y="0"/>
                      <a:pt x="31887" y="2059"/>
                      <a:pt x="30907" y="5098"/>
                    </a:cubicBezTo>
                    <a:lnTo>
                      <a:pt x="25539" y="21715"/>
                    </a:lnTo>
                    <a:lnTo>
                      <a:pt x="7991" y="21715"/>
                    </a:lnTo>
                    <a:cubicBezTo>
                      <a:pt x="4780" y="21715"/>
                      <a:pt x="1962" y="23774"/>
                      <a:pt x="981" y="26813"/>
                    </a:cubicBezTo>
                    <a:cubicBezTo>
                      <a:pt x="1" y="29852"/>
                      <a:pt x="1079" y="33161"/>
                      <a:pt x="3677" y="35023"/>
                    </a:cubicBezTo>
                    <a:lnTo>
                      <a:pt x="17892" y="45317"/>
                    </a:lnTo>
                    <a:lnTo>
                      <a:pt x="12427" y="61934"/>
                    </a:lnTo>
                    <a:cubicBezTo>
                      <a:pt x="11447" y="64973"/>
                      <a:pt x="12525" y="68306"/>
                      <a:pt x="15098" y="70169"/>
                    </a:cubicBezTo>
                    <a:cubicBezTo>
                      <a:pt x="16397" y="71112"/>
                      <a:pt x="17917" y="71584"/>
                      <a:pt x="19436" y="71584"/>
                    </a:cubicBezTo>
                    <a:cubicBezTo>
                      <a:pt x="20956" y="71584"/>
                      <a:pt x="22475" y="71112"/>
                      <a:pt x="23774" y="70169"/>
                    </a:cubicBezTo>
                    <a:lnTo>
                      <a:pt x="37892" y="59851"/>
                    </a:lnTo>
                    <a:lnTo>
                      <a:pt x="52033" y="70169"/>
                    </a:lnTo>
                    <a:cubicBezTo>
                      <a:pt x="53332" y="71125"/>
                      <a:pt x="54852" y="71590"/>
                      <a:pt x="56371" y="71590"/>
                    </a:cubicBezTo>
                    <a:cubicBezTo>
                      <a:pt x="57891" y="71590"/>
                      <a:pt x="59410" y="71125"/>
                      <a:pt x="60685" y="70169"/>
                    </a:cubicBezTo>
                    <a:cubicBezTo>
                      <a:pt x="63283" y="68306"/>
                      <a:pt x="64361" y="64998"/>
                      <a:pt x="63356" y="61934"/>
                    </a:cubicBezTo>
                    <a:lnTo>
                      <a:pt x="57915" y="45317"/>
                    </a:lnTo>
                    <a:lnTo>
                      <a:pt x="72130" y="35023"/>
                    </a:lnTo>
                    <a:cubicBezTo>
                      <a:pt x="74728" y="33161"/>
                      <a:pt x="75807" y="29852"/>
                      <a:pt x="74826" y="26813"/>
                    </a:cubicBezTo>
                    <a:cubicBezTo>
                      <a:pt x="73821" y="23774"/>
                      <a:pt x="71027" y="21715"/>
                      <a:pt x="67817" y="21715"/>
                    </a:cubicBezTo>
                    <a:lnTo>
                      <a:pt x="50268" y="21715"/>
                    </a:lnTo>
                    <a:lnTo>
                      <a:pt x="44901" y="5098"/>
                    </a:lnTo>
                    <a:cubicBezTo>
                      <a:pt x="43921" y="2059"/>
                      <a:pt x="41102" y="0"/>
                      <a:pt x="3789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" name="Google Shape;216;p34"/>
              <p:cNvSpPr/>
              <p:nvPr>
                <p:custDataLst>
                  <p:tags r:id="rId6"/>
                </p:custDataLst>
              </p:nvPr>
            </p:nvSpPr>
            <p:spPr>
              <a:xfrm>
                <a:off x="2813700" y="1230725"/>
                <a:ext cx="204075" cy="203450"/>
              </a:xfrm>
              <a:custGeom>
                <a:avLst/>
                <a:gdLst/>
                <a:ahLst/>
                <a:cxnLst/>
                <a:rect l="l" t="t" r="r" b="b"/>
                <a:pathLst>
                  <a:path w="8163" h="8138" extrusionOk="0">
                    <a:moveTo>
                      <a:pt x="4094" y="0"/>
                    </a:moveTo>
                    <a:cubicBezTo>
                      <a:pt x="3015" y="0"/>
                      <a:pt x="1961" y="441"/>
                      <a:pt x="1202" y="1177"/>
                    </a:cubicBezTo>
                    <a:cubicBezTo>
                      <a:pt x="442" y="1936"/>
                      <a:pt x="1" y="2990"/>
                      <a:pt x="1" y="4069"/>
                    </a:cubicBezTo>
                    <a:cubicBezTo>
                      <a:pt x="1" y="5147"/>
                      <a:pt x="442" y="6201"/>
                      <a:pt x="1202" y="6961"/>
                    </a:cubicBezTo>
                    <a:cubicBezTo>
                      <a:pt x="1961" y="7720"/>
                      <a:pt x="3015" y="8137"/>
                      <a:pt x="4094" y="8137"/>
                    </a:cubicBezTo>
                    <a:cubicBezTo>
                      <a:pt x="5148" y="8137"/>
                      <a:pt x="6201" y="7720"/>
                      <a:pt x="6961" y="6961"/>
                    </a:cubicBezTo>
                    <a:cubicBezTo>
                      <a:pt x="7721" y="6201"/>
                      <a:pt x="8162" y="5147"/>
                      <a:pt x="8162" y="4069"/>
                    </a:cubicBezTo>
                    <a:cubicBezTo>
                      <a:pt x="8162" y="2990"/>
                      <a:pt x="7721" y="1936"/>
                      <a:pt x="6961" y="1177"/>
                    </a:cubicBezTo>
                    <a:cubicBezTo>
                      <a:pt x="6201" y="441"/>
                      <a:pt x="5148" y="0"/>
                      <a:pt x="409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" name="Google Shape;217;p34"/>
              <p:cNvSpPr/>
              <p:nvPr>
                <p:custDataLst>
                  <p:tags r:id="rId7"/>
                </p:custDataLst>
              </p:nvPr>
            </p:nvSpPr>
            <p:spPr>
              <a:xfrm>
                <a:off x="1751250" y="228925"/>
                <a:ext cx="203450" cy="350500"/>
              </a:xfrm>
              <a:custGeom>
                <a:avLst/>
                <a:gdLst/>
                <a:ahLst/>
                <a:cxnLst/>
                <a:rect l="l" t="t" r="r" b="b"/>
                <a:pathLst>
                  <a:path w="8138" h="14020" extrusionOk="0">
                    <a:moveTo>
                      <a:pt x="4069" y="0"/>
                    </a:moveTo>
                    <a:cubicBezTo>
                      <a:pt x="1814" y="0"/>
                      <a:pt x="1" y="1814"/>
                      <a:pt x="1" y="4069"/>
                    </a:cubicBezTo>
                    <a:lnTo>
                      <a:pt x="1" y="9951"/>
                    </a:lnTo>
                    <a:cubicBezTo>
                      <a:pt x="1" y="12206"/>
                      <a:pt x="1814" y="14019"/>
                      <a:pt x="4069" y="14019"/>
                    </a:cubicBezTo>
                    <a:cubicBezTo>
                      <a:pt x="6324" y="14019"/>
                      <a:pt x="8137" y="12206"/>
                      <a:pt x="8137" y="9951"/>
                    </a:cubicBezTo>
                    <a:lnTo>
                      <a:pt x="8137" y="4069"/>
                    </a:lnTo>
                    <a:cubicBezTo>
                      <a:pt x="8137" y="1814"/>
                      <a:pt x="6324" y="0"/>
                      <a:pt x="4069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" name="Google Shape;218;p34"/>
              <p:cNvSpPr/>
              <p:nvPr>
                <p:custDataLst>
                  <p:tags r:id="rId8"/>
                </p:custDataLst>
              </p:nvPr>
            </p:nvSpPr>
            <p:spPr>
              <a:xfrm>
                <a:off x="1751250" y="897400"/>
                <a:ext cx="203450" cy="350500"/>
              </a:xfrm>
              <a:custGeom>
                <a:avLst/>
                <a:gdLst/>
                <a:ahLst/>
                <a:cxnLst/>
                <a:rect l="l" t="t" r="r" b="b"/>
                <a:pathLst>
                  <a:path w="8138" h="14020" extrusionOk="0">
                    <a:moveTo>
                      <a:pt x="4069" y="0"/>
                    </a:moveTo>
                    <a:cubicBezTo>
                      <a:pt x="1814" y="0"/>
                      <a:pt x="1" y="1814"/>
                      <a:pt x="1" y="4069"/>
                    </a:cubicBezTo>
                    <a:lnTo>
                      <a:pt x="1" y="9951"/>
                    </a:lnTo>
                    <a:cubicBezTo>
                      <a:pt x="1" y="12206"/>
                      <a:pt x="1814" y="14019"/>
                      <a:pt x="4069" y="14019"/>
                    </a:cubicBezTo>
                    <a:cubicBezTo>
                      <a:pt x="6324" y="14019"/>
                      <a:pt x="8137" y="12206"/>
                      <a:pt x="8137" y="9951"/>
                    </a:cubicBezTo>
                    <a:lnTo>
                      <a:pt x="8137" y="4069"/>
                    </a:lnTo>
                    <a:cubicBezTo>
                      <a:pt x="8137" y="1814"/>
                      <a:pt x="6324" y="0"/>
                      <a:pt x="4069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" name="Google Shape;219;p34"/>
              <p:cNvSpPr/>
              <p:nvPr>
                <p:custDataLst>
                  <p:tags r:id="rId9"/>
                </p:custDataLst>
              </p:nvPr>
            </p:nvSpPr>
            <p:spPr>
              <a:xfrm>
                <a:off x="2011650" y="636375"/>
                <a:ext cx="351125" cy="204075"/>
              </a:xfrm>
              <a:custGeom>
                <a:avLst/>
                <a:gdLst/>
                <a:ahLst/>
                <a:cxnLst/>
                <a:rect l="l" t="t" r="r" b="b"/>
                <a:pathLst>
                  <a:path w="14045" h="8163" extrusionOk="0">
                    <a:moveTo>
                      <a:pt x="4094" y="1"/>
                    </a:moveTo>
                    <a:cubicBezTo>
                      <a:pt x="1839" y="1"/>
                      <a:pt x="1" y="1839"/>
                      <a:pt x="1" y="4069"/>
                    </a:cubicBezTo>
                    <a:cubicBezTo>
                      <a:pt x="1" y="6324"/>
                      <a:pt x="1839" y="8162"/>
                      <a:pt x="4094" y="8162"/>
                    </a:cubicBezTo>
                    <a:lnTo>
                      <a:pt x="9951" y="8162"/>
                    </a:lnTo>
                    <a:cubicBezTo>
                      <a:pt x="12206" y="8162"/>
                      <a:pt x="14044" y="6324"/>
                      <a:pt x="14044" y="4069"/>
                    </a:cubicBezTo>
                    <a:cubicBezTo>
                      <a:pt x="14044" y="1839"/>
                      <a:pt x="12206" y="1"/>
                      <a:pt x="9951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" name="Google Shape;220;p34"/>
              <p:cNvSpPr/>
              <p:nvPr>
                <p:custDataLst>
                  <p:tags r:id="rId10"/>
                </p:custDataLst>
              </p:nvPr>
            </p:nvSpPr>
            <p:spPr>
              <a:xfrm>
                <a:off x="1343800" y="636375"/>
                <a:ext cx="350500" cy="204075"/>
              </a:xfrm>
              <a:custGeom>
                <a:avLst/>
                <a:gdLst/>
                <a:ahLst/>
                <a:cxnLst/>
                <a:rect l="l" t="t" r="r" b="b"/>
                <a:pathLst>
                  <a:path w="14020" h="8163" extrusionOk="0">
                    <a:moveTo>
                      <a:pt x="4069" y="1"/>
                    </a:moveTo>
                    <a:cubicBezTo>
                      <a:pt x="1814" y="1"/>
                      <a:pt x="0" y="1839"/>
                      <a:pt x="0" y="4069"/>
                    </a:cubicBezTo>
                    <a:cubicBezTo>
                      <a:pt x="0" y="6324"/>
                      <a:pt x="1814" y="8162"/>
                      <a:pt x="4069" y="8162"/>
                    </a:cubicBezTo>
                    <a:lnTo>
                      <a:pt x="9951" y="8162"/>
                    </a:lnTo>
                    <a:cubicBezTo>
                      <a:pt x="12181" y="8162"/>
                      <a:pt x="14019" y="6324"/>
                      <a:pt x="14019" y="4069"/>
                    </a:cubicBezTo>
                    <a:cubicBezTo>
                      <a:pt x="14019" y="1839"/>
                      <a:pt x="12181" y="1"/>
                      <a:pt x="9951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" name="Google Shape;221;p34"/>
              <p:cNvSpPr/>
              <p:nvPr>
                <p:custDataLst>
                  <p:tags r:id="rId11"/>
                </p:custDataLst>
              </p:nvPr>
            </p:nvSpPr>
            <p:spPr>
              <a:xfrm>
                <a:off x="5664075" y="4427275"/>
                <a:ext cx="204050" cy="350500"/>
              </a:xfrm>
              <a:custGeom>
                <a:avLst/>
                <a:gdLst/>
                <a:ahLst/>
                <a:cxnLst/>
                <a:rect l="l" t="t" r="r" b="b"/>
                <a:pathLst>
                  <a:path w="8162" h="14020" extrusionOk="0">
                    <a:moveTo>
                      <a:pt x="4069" y="0"/>
                    </a:moveTo>
                    <a:cubicBezTo>
                      <a:pt x="1839" y="0"/>
                      <a:pt x="1" y="1814"/>
                      <a:pt x="1" y="4069"/>
                    </a:cubicBezTo>
                    <a:lnTo>
                      <a:pt x="1" y="9951"/>
                    </a:lnTo>
                    <a:cubicBezTo>
                      <a:pt x="1" y="12206"/>
                      <a:pt x="1839" y="14019"/>
                      <a:pt x="4069" y="14019"/>
                    </a:cubicBezTo>
                    <a:cubicBezTo>
                      <a:pt x="6324" y="14019"/>
                      <a:pt x="8162" y="12206"/>
                      <a:pt x="8162" y="9951"/>
                    </a:cubicBezTo>
                    <a:lnTo>
                      <a:pt x="8162" y="4069"/>
                    </a:lnTo>
                    <a:cubicBezTo>
                      <a:pt x="8162" y="1814"/>
                      <a:pt x="6324" y="0"/>
                      <a:pt x="4069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" name="Google Shape;222;p34"/>
              <p:cNvSpPr/>
              <p:nvPr>
                <p:custDataLst>
                  <p:tags r:id="rId12"/>
                </p:custDataLst>
              </p:nvPr>
            </p:nvSpPr>
            <p:spPr>
              <a:xfrm>
                <a:off x="5664075" y="5095750"/>
                <a:ext cx="204050" cy="350500"/>
              </a:xfrm>
              <a:custGeom>
                <a:avLst/>
                <a:gdLst/>
                <a:ahLst/>
                <a:cxnLst/>
                <a:rect l="l" t="t" r="r" b="b"/>
                <a:pathLst>
                  <a:path w="8162" h="14020" extrusionOk="0">
                    <a:moveTo>
                      <a:pt x="4069" y="1"/>
                    </a:moveTo>
                    <a:cubicBezTo>
                      <a:pt x="1839" y="1"/>
                      <a:pt x="1" y="1814"/>
                      <a:pt x="1" y="4069"/>
                    </a:cubicBezTo>
                    <a:lnTo>
                      <a:pt x="1" y="9951"/>
                    </a:lnTo>
                    <a:cubicBezTo>
                      <a:pt x="1" y="12206"/>
                      <a:pt x="1839" y="14020"/>
                      <a:pt x="4069" y="14020"/>
                    </a:cubicBezTo>
                    <a:cubicBezTo>
                      <a:pt x="6324" y="14020"/>
                      <a:pt x="8162" y="12206"/>
                      <a:pt x="8162" y="9951"/>
                    </a:cubicBezTo>
                    <a:lnTo>
                      <a:pt x="8162" y="4069"/>
                    </a:lnTo>
                    <a:cubicBezTo>
                      <a:pt x="8162" y="1814"/>
                      <a:pt x="6324" y="1"/>
                      <a:pt x="406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" name="Google Shape;223;p34"/>
              <p:cNvSpPr/>
              <p:nvPr>
                <p:custDataLst>
                  <p:tags r:id="rId13"/>
                </p:custDataLst>
              </p:nvPr>
            </p:nvSpPr>
            <p:spPr>
              <a:xfrm>
                <a:off x="5925100" y="4834725"/>
                <a:ext cx="350500" cy="204075"/>
              </a:xfrm>
              <a:custGeom>
                <a:avLst/>
                <a:gdLst/>
                <a:ahLst/>
                <a:cxnLst/>
                <a:rect l="l" t="t" r="r" b="b"/>
                <a:pathLst>
                  <a:path w="14020" h="8163" extrusionOk="0">
                    <a:moveTo>
                      <a:pt x="4069" y="1"/>
                    </a:moveTo>
                    <a:cubicBezTo>
                      <a:pt x="1814" y="1"/>
                      <a:pt x="0" y="1839"/>
                      <a:pt x="0" y="4069"/>
                    </a:cubicBezTo>
                    <a:cubicBezTo>
                      <a:pt x="0" y="6324"/>
                      <a:pt x="1814" y="8162"/>
                      <a:pt x="4069" y="8162"/>
                    </a:cubicBezTo>
                    <a:lnTo>
                      <a:pt x="9951" y="8162"/>
                    </a:lnTo>
                    <a:cubicBezTo>
                      <a:pt x="12181" y="8162"/>
                      <a:pt x="14019" y="6324"/>
                      <a:pt x="14019" y="4069"/>
                    </a:cubicBezTo>
                    <a:cubicBezTo>
                      <a:pt x="14019" y="1839"/>
                      <a:pt x="12181" y="1"/>
                      <a:pt x="9951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" name="Google Shape;224;p34"/>
              <p:cNvSpPr/>
              <p:nvPr>
                <p:custDataLst>
                  <p:tags r:id="rId14"/>
                </p:custDataLst>
              </p:nvPr>
            </p:nvSpPr>
            <p:spPr>
              <a:xfrm>
                <a:off x="5256625" y="4834725"/>
                <a:ext cx="350500" cy="204075"/>
              </a:xfrm>
              <a:custGeom>
                <a:avLst/>
                <a:gdLst/>
                <a:ahLst/>
                <a:cxnLst/>
                <a:rect l="l" t="t" r="r" b="b"/>
                <a:pathLst>
                  <a:path w="14020" h="8163" extrusionOk="0">
                    <a:moveTo>
                      <a:pt x="4069" y="1"/>
                    </a:moveTo>
                    <a:cubicBezTo>
                      <a:pt x="1814" y="1"/>
                      <a:pt x="0" y="1839"/>
                      <a:pt x="0" y="4069"/>
                    </a:cubicBezTo>
                    <a:cubicBezTo>
                      <a:pt x="0" y="6324"/>
                      <a:pt x="1814" y="8162"/>
                      <a:pt x="4069" y="8162"/>
                    </a:cubicBezTo>
                    <a:lnTo>
                      <a:pt x="9951" y="8162"/>
                    </a:lnTo>
                    <a:cubicBezTo>
                      <a:pt x="12206" y="8162"/>
                      <a:pt x="14019" y="6324"/>
                      <a:pt x="14019" y="4069"/>
                    </a:cubicBezTo>
                    <a:cubicBezTo>
                      <a:pt x="14019" y="1839"/>
                      <a:pt x="12206" y="1"/>
                      <a:pt x="9951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49" name="文本框 48"/>
          <p:cNvSpPr txBox="1"/>
          <p:nvPr>
            <p:custDataLst>
              <p:tags r:id="rId15"/>
            </p:custDataLst>
          </p:nvPr>
        </p:nvSpPr>
        <p:spPr>
          <a:xfrm>
            <a:off x="7846060" y="2044700"/>
            <a:ext cx="3951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{desc_3}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16"/>
            </p:custDataLst>
          </p:nvPr>
        </p:nvSpPr>
        <p:spPr>
          <a:xfrm>
            <a:off x="7879715" y="2406650"/>
            <a:ext cx="39185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{content_3}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Google Shape;192;p34"/>
          <p:cNvGrpSpPr/>
          <p:nvPr>
            <p:custDataLst>
              <p:tags r:id="rId17"/>
            </p:custDataLst>
          </p:nvPr>
        </p:nvGrpSpPr>
        <p:grpSpPr>
          <a:xfrm rot="0">
            <a:off x="1569085" y="3507105"/>
            <a:ext cx="1155700" cy="1155700"/>
            <a:chOff x="2071925" y="2658464"/>
            <a:chExt cx="741300" cy="741300"/>
          </a:xfrm>
        </p:grpSpPr>
        <p:sp>
          <p:nvSpPr>
            <p:cNvPr id="7" name="Google Shape;193;p34"/>
            <p:cNvSpPr/>
            <p:nvPr>
              <p:custDataLst>
                <p:tags r:id="rId18"/>
              </p:custDataLst>
            </p:nvPr>
          </p:nvSpPr>
          <p:spPr>
            <a:xfrm>
              <a:off x="2071925" y="2658464"/>
              <a:ext cx="741300" cy="741300"/>
            </a:xfrm>
            <a:prstGeom prst="ellipse">
              <a:avLst/>
            </a:prstGeom>
            <a:solidFill>
              <a:srgbClr val="FFFFFF">
                <a:alpha val="764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黑体" panose="02010609060101010101" charset="-122"/>
                <a:ea typeface="黑体" panose="02010609060101010101" charset="-122"/>
              </a:endParaRPr>
            </a:p>
          </p:txBody>
        </p:sp>
        <p:grpSp>
          <p:nvGrpSpPr>
            <p:cNvPr id="8" name="Google Shape;194;p34"/>
            <p:cNvGrpSpPr/>
            <p:nvPr/>
          </p:nvGrpSpPr>
          <p:grpSpPr>
            <a:xfrm>
              <a:off x="2238669" y="2771580"/>
              <a:ext cx="407811" cy="483585"/>
              <a:chOff x="1190625" y="591875"/>
              <a:chExt cx="5228350" cy="6199810"/>
            </a:xfrm>
          </p:grpSpPr>
          <p:sp>
            <p:nvSpPr>
              <p:cNvPr id="9" name="Google Shape;195;p34"/>
              <p:cNvSpPr/>
              <p:nvPr>
                <p:custDataLst>
                  <p:tags r:id="rId19"/>
                </p:custDataLst>
              </p:nvPr>
            </p:nvSpPr>
            <p:spPr>
              <a:xfrm>
                <a:off x="1190625" y="1579760"/>
                <a:ext cx="5228350" cy="5211925"/>
              </a:xfrm>
              <a:custGeom>
                <a:avLst/>
                <a:gdLst/>
                <a:ahLst/>
                <a:cxnLst/>
                <a:rect l="l" t="t" r="r" b="b"/>
                <a:pathLst>
                  <a:path w="209134" h="208477" extrusionOk="0">
                    <a:moveTo>
                      <a:pt x="26322" y="1"/>
                    </a:moveTo>
                    <a:cubicBezTo>
                      <a:pt x="11813" y="1"/>
                      <a:pt x="0" y="11814"/>
                      <a:pt x="0" y="26323"/>
                    </a:cubicBezTo>
                    <a:lnTo>
                      <a:pt x="0" y="95364"/>
                    </a:lnTo>
                    <a:cubicBezTo>
                      <a:pt x="0" y="103918"/>
                      <a:pt x="4068" y="111785"/>
                      <a:pt x="10955" y="116736"/>
                    </a:cubicBezTo>
                    <a:lnTo>
                      <a:pt x="10955" y="143401"/>
                    </a:lnTo>
                    <a:cubicBezTo>
                      <a:pt x="10955" y="148303"/>
                      <a:pt x="14906" y="151175"/>
                      <a:pt x="18855" y="151175"/>
                    </a:cubicBezTo>
                    <a:cubicBezTo>
                      <a:pt x="21699" y="151175"/>
                      <a:pt x="24541" y="149685"/>
                      <a:pt x="25906" y="146392"/>
                    </a:cubicBezTo>
                    <a:lnTo>
                      <a:pt x="36248" y="121711"/>
                    </a:lnTo>
                    <a:lnTo>
                      <a:pt x="44189" y="121711"/>
                    </a:lnTo>
                    <a:cubicBezTo>
                      <a:pt x="45880" y="121711"/>
                      <a:pt x="47277" y="120314"/>
                      <a:pt x="47277" y="118623"/>
                    </a:cubicBezTo>
                    <a:cubicBezTo>
                      <a:pt x="47277" y="116907"/>
                      <a:pt x="45880" y="115510"/>
                      <a:pt x="44189" y="115510"/>
                    </a:cubicBezTo>
                    <a:lnTo>
                      <a:pt x="34190" y="115510"/>
                    </a:lnTo>
                    <a:cubicBezTo>
                      <a:pt x="32940" y="115510"/>
                      <a:pt x="31812" y="116270"/>
                      <a:pt x="31347" y="117422"/>
                    </a:cubicBezTo>
                    <a:lnTo>
                      <a:pt x="20220" y="144014"/>
                    </a:lnTo>
                    <a:cubicBezTo>
                      <a:pt x="19931" y="144705"/>
                      <a:pt x="19339" y="145018"/>
                      <a:pt x="18749" y="145018"/>
                    </a:cubicBezTo>
                    <a:cubicBezTo>
                      <a:pt x="17938" y="145018"/>
                      <a:pt x="17132" y="144424"/>
                      <a:pt x="17132" y="143401"/>
                    </a:cubicBezTo>
                    <a:lnTo>
                      <a:pt x="17132" y="115094"/>
                    </a:lnTo>
                    <a:cubicBezTo>
                      <a:pt x="17132" y="114015"/>
                      <a:pt x="16568" y="113035"/>
                      <a:pt x="15686" y="112471"/>
                    </a:cubicBezTo>
                    <a:cubicBezTo>
                      <a:pt x="9730" y="108746"/>
                      <a:pt x="6176" y="102349"/>
                      <a:pt x="6176" y="95364"/>
                    </a:cubicBezTo>
                    <a:lnTo>
                      <a:pt x="6176" y="26323"/>
                    </a:lnTo>
                    <a:cubicBezTo>
                      <a:pt x="6176" y="15221"/>
                      <a:pt x="15220" y="6177"/>
                      <a:pt x="26322" y="6177"/>
                    </a:cubicBezTo>
                    <a:lnTo>
                      <a:pt x="97226" y="6177"/>
                    </a:lnTo>
                    <a:cubicBezTo>
                      <a:pt x="108353" y="6177"/>
                      <a:pt x="117397" y="15221"/>
                      <a:pt x="117397" y="26323"/>
                    </a:cubicBezTo>
                    <a:lnTo>
                      <a:pt x="117397" y="95364"/>
                    </a:lnTo>
                    <a:cubicBezTo>
                      <a:pt x="117397" y="106467"/>
                      <a:pt x="108353" y="115510"/>
                      <a:pt x="97226" y="115510"/>
                    </a:cubicBezTo>
                    <a:lnTo>
                      <a:pt x="56542" y="115510"/>
                    </a:lnTo>
                    <a:cubicBezTo>
                      <a:pt x="54826" y="115510"/>
                      <a:pt x="53454" y="116907"/>
                      <a:pt x="53454" y="118623"/>
                    </a:cubicBezTo>
                    <a:cubicBezTo>
                      <a:pt x="53454" y="120314"/>
                      <a:pt x="54826" y="121711"/>
                      <a:pt x="56542" y="121711"/>
                    </a:cubicBezTo>
                    <a:lnTo>
                      <a:pt x="62939" y="121711"/>
                    </a:lnTo>
                    <a:lnTo>
                      <a:pt x="62939" y="152666"/>
                    </a:lnTo>
                    <a:cubicBezTo>
                      <a:pt x="62939" y="167199"/>
                      <a:pt x="74752" y="179013"/>
                      <a:pt x="89261" y="179013"/>
                    </a:cubicBezTo>
                    <a:lnTo>
                      <a:pt x="150533" y="179013"/>
                    </a:lnTo>
                    <a:cubicBezTo>
                      <a:pt x="152248" y="179013"/>
                      <a:pt x="153621" y="177616"/>
                      <a:pt x="153621" y="175925"/>
                    </a:cubicBezTo>
                    <a:cubicBezTo>
                      <a:pt x="153621" y="174209"/>
                      <a:pt x="152248" y="172837"/>
                      <a:pt x="150533" y="172837"/>
                    </a:cubicBezTo>
                    <a:lnTo>
                      <a:pt x="89261" y="172837"/>
                    </a:lnTo>
                    <a:cubicBezTo>
                      <a:pt x="78158" y="172837"/>
                      <a:pt x="69115" y="163793"/>
                      <a:pt x="69115" y="152666"/>
                    </a:cubicBezTo>
                    <a:lnTo>
                      <a:pt x="69115" y="121711"/>
                    </a:lnTo>
                    <a:cubicBezTo>
                      <a:pt x="73450" y="121673"/>
                      <a:pt x="77144" y="121660"/>
                      <a:pt x="80312" y="121660"/>
                    </a:cubicBezTo>
                    <a:cubicBezTo>
                      <a:pt x="87131" y="121660"/>
                      <a:pt x="91512" y="121720"/>
                      <a:pt x="94603" y="121720"/>
                    </a:cubicBezTo>
                    <a:cubicBezTo>
                      <a:pt x="99234" y="121720"/>
                      <a:pt x="100970" y="121584"/>
                      <a:pt x="103672" y="120902"/>
                    </a:cubicBezTo>
                    <a:lnTo>
                      <a:pt x="130607" y="152323"/>
                    </a:lnTo>
                    <a:cubicBezTo>
                      <a:pt x="132029" y="153989"/>
                      <a:pt x="134032" y="154823"/>
                      <a:pt x="136036" y="154823"/>
                    </a:cubicBezTo>
                    <a:cubicBezTo>
                      <a:pt x="138040" y="154823"/>
                      <a:pt x="140043" y="153989"/>
                      <a:pt x="141465" y="152323"/>
                    </a:cubicBezTo>
                    <a:lnTo>
                      <a:pt x="154087" y="137617"/>
                    </a:lnTo>
                    <a:cubicBezTo>
                      <a:pt x="155190" y="136318"/>
                      <a:pt x="155042" y="134358"/>
                      <a:pt x="153744" y="133255"/>
                    </a:cubicBezTo>
                    <a:cubicBezTo>
                      <a:pt x="153160" y="132748"/>
                      <a:pt x="152448" y="132504"/>
                      <a:pt x="151738" y="132504"/>
                    </a:cubicBezTo>
                    <a:cubicBezTo>
                      <a:pt x="150868" y="132504"/>
                      <a:pt x="150002" y="132871"/>
                      <a:pt x="149381" y="133573"/>
                    </a:cubicBezTo>
                    <a:lnTo>
                      <a:pt x="136783" y="148303"/>
                    </a:lnTo>
                    <a:cubicBezTo>
                      <a:pt x="136590" y="148533"/>
                      <a:pt x="136319" y="148643"/>
                      <a:pt x="136050" y="148643"/>
                    </a:cubicBezTo>
                    <a:cubicBezTo>
                      <a:pt x="135774" y="148643"/>
                      <a:pt x="135499" y="148527"/>
                      <a:pt x="135313" y="148303"/>
                    </a:cubicBezTo>
                    <a:lnTo>
                      <a:pt x="109775" y="118525"/>
                    </a:lnTo>
                    <a:cubicBezTo>
                      <a:pt x="117985" y="114064"/>
                      <a:pt x="123573" y="105339"/>
                      <a:pt x="123573" y="95364"/>
                    </a:cubicBezTo>
                    <a:lnTo>
                      <a:pt x="123573" y="89188"/>
                    </a:lnTo>
                    <a:cubicBezTo>
                      <a:pt x="127201" y="90855"/>
                      <a:pt x="130240" y="93722"/>
                      <a:pt x="132151" y="97448"/>
                    </a:cubicBezTo>
                    <a:cubicBezTo>
                      <a:pt x="132960" y="99041"/>
                      <a:pt x="134498" y="99837"/>
                      <a:pt x="136036" y="99837"/>
                    </a:cubicBezTo>
                    <a:cubicBezTo>
                      <a:pt x="137574" y="99837"/>
                      <a:pt x="139112" y="99041"/>
                      <a:pt x="139921" y="97448"/>
                    </a:cubicBezTo>
                    <a:cubicBezTo>
                      <a:pt x="142969" y="91495"/>
                      <a:pt x="149026" y="87541"/>
                      <a:pt x="156204" y="87541"/>
                    </a:cubicBezTo>
                    <a:cubicBezTo>
                      <a:pt x="156355" y="87541"/>
                      <a:pt x="156507" y="87542"/>
                      <a:pt x="156660" y="87546"/>
                    </a:cubicBezTo>
                    <a:cubicBezTo>
                      <a:pt x="169209" y="87914"/>
                      <a:pt x="175679" y="102913"/>
                      <a:pt x="167444" y="112520"/>
                    </a:cubicBezTo>
                    <a:lnTo>
                      <a:pt x="157444" y="124211"/>
                    </a:lnTo>
                    <a:cubicBezTo>
                      <a:pt x="156317" y="125510"/>
                      <a:pt x="156464" y="127446"/>
                      <a:pt x="157763" y="128549"/>
                    </a:cubicBezTo>
                    <a:cubicBezTo>
                      <a:pt x="158350" y="129059"/>
                      <a:pt x="159068" y="129308"/>
                      <a:pt x="159782" y="129308"/>
                    </a:cubicBezTo>
                    <a:cubicBezTo>
                      <a:pt x="160647" y="129308"/>
                      <a:pt x="161508" y="128942"/>
                      <a:pt x="162126" y="128231"/>
                    </a:cubicBezTo>
                    <a:lnTo>
                      <a:pt x="172125" y="116540"/>
                    </a:lnTo>
                    <a:cubicBezTo>
                      <a:pt x="183840" y="102888"/>
                      <a:pt x="174453" y="81345"/>
                      <a:pt x="156121" y="81345"/>
                    </a:cubicBezTo>
                    <a:cubicBezTo>
                      <a:pt x="147984" y="81345"/>
                      <a:pt x="140533" y="85340"/>
                      <a:pt x="136024" y="91909"/>
                    </a:cubicBezTo>
                    <a:cubicBezTo>
                      <a:pt x="132985" y="87448"/>
                      <a:pt x="128598" y="84213"/>
                      <a:pt x="123573" y="82546"/>
                    </a:cubicBezTo>
                    <a:lnTo>
                      <a:pt x="123573" y="63478"/>
                    </a:lnTo>
                    <a:lnTo>
                      <a:pt x="182811" y="63478"/>
                    </a:lnTo>
                    <a:cubicBezTo>
                      <a:pt x="193913" y="63478"/>
                      <a:pt x="202957" y="72522"/>
                      <a:pt x="202957" y="83625"/>
                    </a:cubicBezTo>
                    <a:lnTo>
                      <a:pt x="202957" y="152666"/>
                    </a:lnTo>
                    <a:cubicBezTo>
                      <a:pt x="202957" y="159675"/>
                      <a:pt x="199403" y="166072"/>
                      <a:pt x="193472" y="169773"/>
                    </a:cubicBezTo>
                    <a:cubicBezTo>
                      <a:pt x="192565" y="170337"/>
                      <a:pt x="192026" y="171341"/>
                      <a:pt x="192026" y="172395"/>
                    </a:cubicBezTo>
                    <a:lnTo>
                      <a:pt x="192026" y="200703"/>
                    </a:lnTo>
                    <a:cubicBezTo>
                      <a:pt x="192026" y="201715"/>
                      <a:pt x="191206" y="202312"/>
                      <a:pt x="190384" y="202312"/>
                    </a:cubicBezTo>
                    <a:cubicBezTo>
                      <a:pt x="189793" y="202312"/>
                      <a:pt x="189201" y="202003"/>
                      <a:pt x="188914" y="201316"/>
                    </a:cubicBezTo>
                    <a:lnTo>
                      <a:pt x="177811" y="174724"/>
                    </a:lnTo>
                    <a:cubicBezTo>
                      <a:pt x="177321" y="173572"/>
                      <a:pt x="176194" y="172837"/>
                      <a:pt x="174944" y="172837"/>
                    </a:cubicBezTo>
                    <a:lnTo>
                      <a:pt x="162885" y="172837"/>
                    </a:lnTo>
                    <a:cubicBezTo>
                      <a:pt x="161194" y="172837"/>
                      <a:pt x="159797" y="174209"/>
                      <a:pt x="159797" y="175925"/>
                    </a:cubicBezTo>
                    <a:cubicBezTo>
                      <a:pt x="159797" y="177616"/>
                      <a:pt x="161194" y="179013"/>
                      <a:pt x="162885" y="179013"/>
                    </a:cubicBezTo>
                    <a:lnTo>
                      <a:pt x="172885" y="179013"/>
                    </a:lnTo>
                    <a:lnTo>
                      <a:pt x="183228" y="203693"/>
                    </a:lnTo>
                    <a:cubicBezTo>
                      <a:pt x="184603" y="206987"/>
                      <a:pt x="187451" y="208476"/>
                      <a:pt x="190298" y="208476"/>
                    </a:cubicBezTo>
                    <a:cubicBezTo>
                      <a:pt x="194251" y="208476"/>
                      <a:pt x="198202" y="205604"/>
                      <a:pt x="198202" y="200703"/>
                    </a:cubicBezTo>
                    <a:lnTo>
                      <a:pt x="198202" y="174037"/>
                    </a:lnTo>
                    <a:cubicBezTo>
                      <a:pt x="205089" y="169087"/>
                      <a:pt x="209133" y="161219"/>
                      <a:pt x="209133" y="152666"/>
                    </a:cubicBezTo>
                    <a:lnTo>
                      <a:pt x="209133" y="83625"/>
                    </a:lnTo>
                    <a:cubicBezTo>
                      <a:pt x="209133" y="69115"/>
                      <a:pt x="197320" y="57302"/>
                      <a:pt x="182811" y="57302"/>
                    </a:cubicBezTo>
                    <a:lnTo>
                      <a:pt x="123573" y="57302"/>
                    </a:lnTo>
                    <a:lnTo>
                      <a:pt x="123573" y="26323"/>
                    </a:lnTo>
                    <a:cubicBezTo>
                      <a:pt x="123573" y="11814"/>
                      <a:pt x="111760" y="1"/>
                      <a:pt x="97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10" name="Google Shape;196;p34"/>
              <p:cNvSpPr/>
              <p:nvPr>
                <p:custDataLst>
                  <p:tags r:id="rId20"/>
                </p:custDataLst>
              </p:nvPr>
            </p:nvSpPr>
            <p:spPr>
              <a:xfrm>
                <a:off x="3285500" y="1830575"/>
                <a:ext cx="425875" cy="800225"/>
              </a:xfrm>
              <a:custGeom>
                <a:avLst/>
                <a:gdLst/>
                <a:ahLst/>
                <a:cxnLst/>
                <a:rect l="l" t="t" r="r" b="b"/>
                <a:pathLst>
                  <a:path w="17035" h="32009" extrusionOk="0">
                    <a:moveTo>
                      <a:pt x="8456" y="6177"/>
                    </a:moveTo>
                    <a:cubicBezTo>
                      <a:pt x="10858" y="6177"/>
                      <a:pt x="10858" y="6765"/>
                      <a:pt x="10858" y="8137"/>
                    </a:cubicBezTo>
                    <a:lnTo>
                      <a:pt x="10858" y="23872"/>
                    </a:lnTo>
                    <a:cubicBezTo>
                      <a:pt x="10858" y="25269"/>
                      <a:pt x="10858" y="25833"/>
                      <a:pt x="8456" y="25833"/>
                    </a:cubicBezTo>
                    <a:cubicBezTo>
                      <a:pt x="6177" y="25833"/>
                      <a:pt x="6177" y="25391"/>
                      <a:pt x="6177" y="23872"/>
                    </a:cubicBezTo>
                    <a:lnTo>
                      <a:pt x="6177" y="8137"/>
                    </a:lnTo>
                    <a:cubicBezTo>
                      <a:pt x="6177" y="6642"/>
                      <a:pt x="6177" y="6177"/>
                      <a:pt x="8456" y="6177"/>
                    </a:cubicBezTo>
                    <a:close/>
                    <a:moveTo>
                      <a:pt x="8456" y="0"/>
                    </a:moveTo>
                    <a:cubicBezTo>
                      <a:pt x="3089" y="0"/>
                      <a:pt x="0" y="2966"/>
                      <a:pt x="0" y="8137"/>
                    </a:cubicBezTo>
                    <a:lnTo>
                      <a:pt x="0" y="23872"/>
                    </a:lnTo>
                    <a:cubicBezTo>
                      <a:pt x="0" y="29043"/>
                      <a:pt x="3089" y="32009"/>
                      <a:pt x="8456" y="32009"/>
                    </a:cubicBezTo>
                    <a:cubicBezTo>
                      <a:pt x="13921" y="32009"/>
                      <a:pt x="17034" y="29043"/>
                      <a:pt x="17034" y="23872"/>
                    </a:cubicBezTo>
                    <a:lnTo>
                      <a:pt x="17034" y="8137"/>
                    </a:lnTo>
                    <a:cubicBezTo>
                      <a:pt x="17034" y="2966"/>
                      <a:pt x="13921" y="0"/>
                      <a:pt x="845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11" name="Google Shape;197;p34"/>
              <p:cNvSpPr/>
              <p:nvPr>
                <p:custDataLst>
                  <p:tags r:id="rId21"/>
                </p:custDataLst>
              </p:nvPr>
            </p:nvSpPr>
            <p:spPr>
              <a:xfrm>
                <a:off x="3030600" y="1599575"/>
                <a:ext cx="933200" cy="1262850"/>
              </a:xfrm>
              <a:custGeom>
                <a:avLst/>
                <a:gdLst/>
                <a:ahLst/>
                <a:cxnLst/>
                <a:rect l="l" t="t" r="r" b="b"/>
                <a:pathLst>
                  <a:path w="37328" h="50514" extrusionOk="0">
                    <a:moveTo>
                      <a:pt x="18652" y="6177"/>
                    </a:moveTo>
                    <a:cubicBezTo>
                      <a:pt x="27059" y="6177"/>
                      <a:pt x="31151" y="9829"/>
                      <a:pt x="31151" y="17377"/>
                    </a:cubicBezTo>
                    <a:lnTo>
                      <a:pt x="31151" y="33112"/>
                    </a:lnTo>
                    <a:cubicBezTo>
                      <a:pt x="31151" y="40661"/>
                      <a:pt x="27059" y="44337"/>
                      <a:pt x="18652" y="44337"/>
                    </a:cubicBezTo>
                    <a:cubicBezTo>
                      <a:pt x="10270" y="44337"/>
                      <a:pt x="6177" y="40661"/>
                      <a:pt x="6177" y="33112"/>
                    </a:cubicBezTo>
                    <a:lnTo>
                      <a:pt x="6177" y="17377"/>
                    </a:lnTo>
                    <a:cubicBezTo>
                      <a:pt x="6177" y="9829"/>
                      <a:pt x="10270" y="6177"/>
                      <a:pt x="18652" y="6177"/>
                    </a:cubicBezTo>
                    <a:close/>
                    <a:moveTo>
                      <a:pt x="18652" y="0"/>
                    </a:moveTo>
                    <a:cubicBezTo>
                      <a:pt x="6986" y="0"/>
                      <a:pt x="1" y="6495"/>
                      <a:pt x="1" y="17377"/>
                    </a:cubicBezTo>
                    <a:lnTo>
                      <a:pt x="1" y="33112"/>
                    </a:lnTo>
                    <a:cubicBezTo>
                      <a:pt x="1" y="43994"/>
                      <a:pt x="6986" y="50513"/>
                      <a:pt x="18652" y="50513"/>
                    </a:cubicBezTo>
                    <a:cubicBezTo>
                      <a:pt x="30343" y="50513"/>
                      <a:pt x="37328" y="43994"/>
                      <a:pt x="37328" y="33112"/>
                    </a:cubicBezTo>
                    <a:lnTo>
                      <a:pt x="37328" y="17377"/>
                    </a:lnTo>
                    <a:cubicBezTo>
                      <a:pt x="37328" y="6495"/>
                      <a:pt x="30343" y="0"/>
                      <a:pt x="1865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12" name="Google Shape;198;p34"/>
              <p:cNvSpPr/>
              <p:nvPr>
                <p:custDataLst>
                  <p:tags r:id="rId22"/>
                </p:custDataLst>
              </p:nvPr>
            </p:nvSpPr>
            <p:spPr>
              <a:xfrm>
                <a:off x="1506775" y="695825"/>
                <a:ext cx="933200" cy="1262825"/>
              </a:xfrm>
              <a:custGeom>
                <a:avLst/>
                <a:gdLst/>
                <a:ahLst/>
                <a:cxnLst/>
                <a:rect l="l" t="t" r="r" b="b"/>
                <a:pathLst>
                  <a:path w="37328" h="50513" extrusionOk="0">
                    <a:moveTo>
                      <a:pt x="18652" y="6176"/>
                    </a:moveTo>
                    <a:cubicBezTo>
                      <a:pt x="27058" y="6176"/>
                      <a:pt x="31151" y="9853"/>
                      <a:pt x="31151" y="17377"/>
                    </a:cubicBezTo>
                    <a:lnTo>
                      <a:pt x="31151" y="33111"/>
                    </a:lnTo>
                    <a:cubicBezTo>
                      <a:pt x="31151" y="40660"/>
                      <a:pt x="27058" y="44336"/>
                      <a:pt x="18652" y="44336"/>
                    </a:cubicBezTo>
                    <a:cubicBezTo>
                      <a:pt x="10270" y="44336"/>
                      <a:pt x="6177" y="40660"/>
                      <a:pt x="6177" y="33111"/>
                    </a:cubicBezTo>
                    <a:lnTo>
                      <a:pt x="6177" y="17377"/>
                    </a:lnTo>
                    <a:cubicBezTo>
                      <a:pt x="6177" y="9853"/>
                      <a:pt x="10270" y="6176"/>
                      <a:pt x="18652" y="6176"/>
                    </a:cubicBezTo>
                    <a:close/>
                    <a:moveTo>
                      <a:pt x="18652" y="0"/>
                    </a:moveTo>
                    <a:cubicBezTo>
                      <a:pt x="6961" y="0"/>
                      <a:pt x="1" y="6495"/>
                      <a:pt x="1" y="17377"/>
                    </a:cubicBezTo>
                    <a:lnTo>
                      <a:pt x="1" y="33111"/>
                    </a:lnTo>
                    <a:cubicBezTo>
                      <a:pt x="1" y="44018"/>
                      <a:pt x="6961" y="50513"/>
                      <a:pt x="18652" y="50513"/>
                    </a:cubicBezTo>
                    <a:cubicBezTo>
                      <a:pt x="30342" y="50513"/>
                      <a:pt x="37327" y="44018"/>
                      <a:pt x="37327" y="33111"/>
                    </a:cubicBezTo>
                    <a:lnTo>
                      <a:pt x="37327" y="17377"/>
                    </a:lnTo>
                    <a:cubicBezTo>
                      <a:pt x="37327" y="6495"/>
                      <a:pt x="30342" y="0"/>
                      <a:pt x="1865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13" name="Google Shape;199;p34"/>
              <p:cNvSpPr/>
              <p:nvPr>
                <p:custDataLst>
                  <p:tags r:id="rId23"/>
                </p:custDataLst>
              </p:nvPr>
            </p:nvSpPr>
            <p:spPr>
              <a:xfrm>
                <a:off x="1761675" y="926800"/>
                <a:ext cx="425850" cy="800250"/>
              </a:xfrm>
              <a:custGeom>
                <a:avLst/>
                <a:gdLst/>
                <a:ahLst/>
                <a:cxnLst/>
                <a:rect l="l" t="t" r="r" b="b"/>
                <a:pathLst>
                  <a:path w="17034" h="32010" extrusionOk="0">
                    <a:moveTo>
                      <a:pt x="8456" y="6177"/>
                    </a:moveTo>
                    <a:cubicBezTo>
                      <a:pt x="10858" y="6177"/>
                      <a:pt x="10858" y="6765"/>
                      <a:pt x="10858" y="8138"/>
                    </a:cubicBezTo>
                    <a:lnTo>
                      <a:pt x="10858" y="23872"/>
                    </a:lnTo>
                    <a:cubicBezTo>
                      <a:pt x="10858" y="25269"/>
                      <a:pt x="10858" y="25833"/>
                      <a:pt x="8456" y="25833"/>
                    </a:cubicBezTo>
                    <a:cubicBezTo>
                      <a:pt x="6176" y="25833"/>
                      <a:pt x="6176" y="25392"/>
                      <a:pt x="6176" y="23872"/>
                    </a:cubicBezTo>
                    <a:lnTo>
                      <a:pt x="6176" y="8138"/>
                    </a:lnTo>
                    <a:cubicBezTo>
                      <a:pt x="6176" y="6643"/>
                      <a:pt x="6176" y="6177"/>
                      <a:pt x="8456" y="6177"/>
                    </a:cubicBezTo>
                    <a:close/>
                    <a:moveTo>
                      <a:pt x="8456" y="1"/>
                    </a:moveTo>
                    <a:cubicBezTo>
                      <a:pt x="3088" y="1"/>
                      <a:pt x="0" y="2966"/>
                      <a:pt x="0" y="8138"/>
                    </a:cubicBezTo>
                    <a:lnTo>
                      <a:pt x="0" y="23872"/>
                    </a:lnTo>
                    <a:cubicBezTo>
                      <a:pt x="0" y="29044"/>
                      <a:pt x="3088" y="32009"/>
                      <a:pt x="8456" y="32009"/>
                    </a:cubicBezTo>
                    <a:cubicBezTo>
                      <a:pt x="13897" y="32009"/>
                      <a:pt x="17034" y="29044"/>
                      <a:pt x="17034" y="23872"/>
                    </a:cubicBezTo>
                    <a:lnTo>
                      <a:pt x="17034" y="8138"/>
                    </a:lnTo>
                    <a:cubicBezTo>
                      <a:pt x="17034" y="2966"/>
                      <a:pt x="13897" y="1"/>
                      <a:pt x="845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14" name="Google Shape;200;p34"/>
              <p:cNvSpPr/>
              <p:nvPr>
                <p:custDataLst>
                  <p:tags r:id="rId24"/>
                </p:custDataLst>
              </p:nvPr>
            </p:nvSpPr>
            <p:spPr>
              <a:xfrm>
                <a:off x="1997575" y="591875"/>
                <a:ext cx="1502525" cy="2355100"/>
              </a:xfrm>
              <a:custGeom>
                <a:avLst/>
                <a:gdLst/>
                <a:ahLst/>
                <a:cxnLst/>
                <a:rect l="l" t="t" r="r" b="b"/>
                <a:pathLst>
                  <a:path w="60101" h="94204" extrusionOk="0">
                    <a:moveTo>
                      <a:pt x="48861" y="6179"/>
                    </a:moveTo>
                    <a:cubicBezTo>
                      <a:pt x="50279" y="6179"/>
                      <a:pt x="52005" y="7417"/>
                      <a:pt x="51297" y="9305"/>
                    </a:cubicBezTo>
                    <a:lnTo>
                      <a:pt x="12303" y="87047"/>
                    </a:lnTo>
                    <a:cubicBezTo>
                      <a:pt x="12009" y="87635"/>
                      <a:pt x="11225" y="88027"/>
                      <a:pt x="10367" y="88027"/>
                    </a:cubicBezTo>
                    <a:cubicBezTo>
                      <a:pt x="8946" y="88027"/>
                      <a:pt x="7598" y="86630"/>
                      <a:pt x="8333" y="85160"/>
                    </a:cubicBezTo>
                    <a:cubicBezTo>
                      <a:pt x="48478" y="4746"/>
                      <a:pt x="47326" y="7075"/>
                      <a:pt x="47376" y="7001"/>
                    </a:cubicBezTo>
                    <a:cubicBezTo>
                      <a:pt x="47636" y="6435"/>
                      <a:pt x="48217" y="6179"/>
                      <a:pt x="48861" y="6179"/>
                    </a:cubicBezTo>
                    <a:close/>
                    <a:moveTo>
                      <a:pt x="48551" y="0"/>
                    </a:moveTo>
                    <a:cubicBezTo>
                      <a:pt x="45853" y="0"/>
                      <a:pt x="43240" y="1282"/>
                      <a:pt x="41788" y="4354"/>
                    </a:cubicBezTo>
                    <a:lnTo>
                      <a:pt x="2843" y="82341"/>
                    </a:lnTo>
                    <a:cubicBezTo>
                      <a:pt x="0" y="87390"/>
                      <a:pt x="4019" y="94203"/>
                      <a:pt x="10367" y="94203"/>
                    </a:cubicBezTo>
                    <a:cubicBezTo>
                      <a:pt x="13578" y="94203"/>
                      <a:pt x="16494" y="92488"/>
                      <a:pt x="17842" y="89816"/>
                    </a:cubicBezTo>
                    <a:lnTo>
                      <a:pt x="56860" y="12001"/>
                    </a:lnTo>
                    <a:cubicBezTo>
                      <a:pt x="60100" y="5504"/>
                      <a:pt x="54142" y="0"/>
                      <a:pt x="4855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645CA7"/>
                  </a:gs>
                  <a:gs pos="100000">
                    <a:srgbClr val="D77EAD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p:grpSp>
      </p:grpSp>
      <p:sp>
        <p:nvSpPr>
          <p:cNvPr id="40" name="Google Shape;234;p34"/>
          <p:cNvSpPr/>
          <p:nvPr>
            <p:custDataLst>
              <p:tags r:id="rId25"/>
            </p:custDataLst>
          </p:nvPr>
        </p:nvSpPr>
        <p:spPr>
          <a:xfrm>
            <a:off x="754380" y="1414780"/>
            <a:ext cx="1155700" cy="1155700"/>
          </a:xfrm>
          <a:prstGeom prst="ellipse">
            <a:avLst/>
          </a:prstGeom>
          <a:solidFill>
            <a:srgbClr val="FFFFFF">
              <a:alpha val="7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41" name="Google Shape;235;p34"/>
          <p:cNvGrpSpPr/>
          <p:nvPr>
            <p:custDataLst>
              <p:tags r:id="rId26"/>
            </p:custDataLst>
          </p:nvPr>
        </p:nvGrpSpPr>
        <p:grpSpPr>
          <a:xfrm rot="0">
            <a:off x="1094740" y="1675765"/>
            <a:ext cx="474345" cy="634365"/>
            <a:chOff x="1844375" y="238125"/>
            <a:chExt cx="3912250" cy="5228350"/>
          </a:xfrm>
        </p:grpSpPr>
        <p:sp>
          <p:nvSpPr>
            <p:cNvPr id="42" name="Google Shape;236;p34"/>
            <p:cNvSpPr/>
            <p:nvPr>
              <p:custDataLst>
                <p:tags r:id="rId27"/>
              </p:custDataLst>
            </p:nvPr>
          </p:nvSpPr>
          <p:spPr>
            <a:xfrm>
              <a:off x="1844375" y="238125"/>
              <a:ext cx="3912250" cy="5228350"/>
            </a:xfrm>
            <a:custGeom>
              <a:avLst/>
              <a:gdLst/>
              <a:ahLst/>
              <a:cxnLst/>
              <a:rect l="l" t="t" r="r" b="b"/>
              <a:pathLst>
                <a:path w="156490" h="209134" extrusionOk="0">
                  <a:moveTo>
                    <a:pt x="70621" y="94895"/>
                  </a:moveTo>
                  <a:cubicBezTo>
                    <a:pt x="71029" y="94895"/>
                    <a:pt x="71444" y="94935"/>
                    <a:pt x="71861" y="95021"/>
                  </a:cubicBezTo>
                  <a:cubicBezTo>
                    <a:pt x="74704" y="95609"/>
                    <a:pt x="76836" y="98256"/>
                    <a:pt x="76836" y="101319"/>
                  </a:cubicBezTo>
                  <a:lnTo>
                    <a:pt x="76836" y="137764"/>
                  </a:lnTo>
                  <a:cubicBezTo>
                    <a:pt x="76836" y="139577"/>
                    <a:pt x="78306" y="141048"/>
                    <a:pt x="80120" y="141048"/>
                  </a:cubicBezTo>
                  <a:lnTo>
                    <a:pt x="98967" y="141048"/>
                  </a:lnTo>
                  <a:cubicBezTo>
                    <a:pt x="107717" y="141048"/>
                    <a:pt x="114849" y="148180"/>
                    <a:pt x="114849" y="156930"/>
                  </a:cubicBezTo>
                  <a:lnTo>
                    <a:pt x="114849" y="168106"/>
                  </a:lnTo>
                  <a:cubicBezTo>
                    <a:pt x="114849" y="172370"/>
                    <a:pt x="113158" y="176292"/>
                    <a:pt x="110241" y="179233"/>
                  </a:cubicBezTo>
                  <a:cubicBezTo>
                    <a:pt x="106246" y="183301"/>
                    <a:pt x="107398" y="187247"/>
                    <a:pt x="107227" y="194796"/>
                  </a:cubicBezTo>
                  <a:cubicBezTo>
                    <a:pt x="107227" y="196168"/>
                    <a:pt x="106124" y="197296"/>
                    <a:pt x="104727" y="197296"/>
                  </a:cubicBezTo>
                  <a:lnTo>
                    <a:pt x="67572" y="197296"/>
                  </a:lnTo>
                  <a:cubicBezTo>
                    <a:pt x="66199" y="197296"/>
                    <a:pt x="65072" y="196168"/>
                    <a:pt x="65072" y="194796"/>
                  </a:cubicBezTo>
                  <a:cubicBezTo>
                    <a:pt x="64827" y="188963"/>
                    <a:pt x="66346" y="183938"/>
                    <a:pt x="61273" y="179821"/>
                  </a:cubicBezTo>
                  <a:cubicBezTo>
                    <a:pt x="58577" y="177615"/>
                    <a:pt x="58601" y="176953"/>
                    <a:pt x="44656" y="159699"/>
                  </a:cubicBezTo>
                  <a:cubicBezTo>
                    <a:pt x="43185" y="157689"/>
                    <a:pt x="40097" y="152763"/>
                    <a:pt x="42597" y="149405"/>
                  </a:cubicBezTo>
                  <a:cubicBezTo>
                    <a:pt x="43956" y="147593"/>
                    <a:pt x="46039" y="146635"/>
                    <a:pt x="48149" y="146635"/>
                  </a:cubicBezTo>
                  <a:cubicBezTo>
                    <a:pt x="49577" y="146635"/>
                    <a:pt x="51017" y="147074"/>
                    <a:pt x="52254" y="147984"/>
                  </a:cubicBezTo>
                  <a:cubicBezTo>
                    <a:pt x="53657" y="149037"/>
                    <a:pt x="55231" y="149512"/>
                    <a:pt x="56769" y="149512"/>
                  </a:cubicBezTo>
                  <a:cubicBezTo>
                    <a:pt x="60708" y="149512"/>
                    <a:pt x="64410" y="146394"/>
                    <a:pt x="64410" y="141881"/>
                  </a:cubicBezTo>
                  <a:cubicBezTo>
                    <a:pt x="64410" y="141832"/>
                    <a:pt x="64385" y="100829"/>
                    <a:pt x="64483" y="100143"/>
                  </a:cubicBezTo>
                  <a:cubicBezTo>
                    <a:pt x="64980" y="97101"/>
                    <a:pt x="67622" y="94895"/>
                    <a:pt x="70621" y="94895"/>
                  </a:cubicBezTo>
                  <a:close/>
                  <a:moveTo>
                    <a:pt x="14044" y="0"/>
                  </a:moveTo>
                  <a:cubicBezTo>
                    <a:pt x="6300" y="0"/>
                    <a:pt x="1" y="6176"/>
                    <a:pt x="1" y="13749"/>
                  </a:cubicBezTo>
                  <a:lnTo>
                    <a:pt x="1" y="173449"/>
                  </a:lnTo>
                  <a:cubicBezTo>
                    <a:pt x="1" y="175164"/>
                    <a:pt x="1373" y="176537"/>
                    <a:pt x="3089" y="176537"/>
                  </a:cubicBezTo>
                  <a:cubicBezTo>
                    <a:pt x="4780" y="176537"/>
                    <a:pt x="6153" y="175164"/>
                    <a:pt x="6153" y="173449"/>
                  </a:cubicBezTo>
                  <a:lnTo>
                    <a:pt x="6153" y="13749"/>
                  </a:lnTo>
                  <a:cubicBezTo>
                    <a:pt x="6153" y="9558"/>
                    <a:pt x="9706" y="6176"/>
                    <a:pt x="14044" y="6176"/>
                  </a:cubicBezTo>
                  <a:lnTo>
                    <a:pt x="142421" y="6176"/>
                  </a:lnTo>
                  <a:cubicBezTo>
                    <a:pt x="146784" y="6176"/>
                    <a:pt x="150313" y="9558"/>
                    <a:pt x="150313" y="13749"/>
                  </a:cubicBezTo>
                  <a:lnTo>
                    <a:pt x="150313" y="195408"/>
                  </a:lnTo>
                  <a:cubicBezTo>
                    <a:pt x="150313" y="199575"/>
                    <a:pt x="146784" y="202982"/>
                    <a:pt x="142421" y="202982"/>
                  </a:cubicBezTo>
                  <a:lnTo>
                    <a:pt x="108673" y="202982"/>
                  </a:lnTo>
                  <a:cubicBezTo>
                    <a:pt x="111712" y="201511"/>
                    <a:pt x="113820" y="198399"/>
                    <a:pt x="113820" y="194796"/>
                  </a:cubicBezTo>
                  <a:cubicBezTo>
                    <a:pt x="114089" y="187566"/>
                    <a:pt x="113060" y="185776"/>
                    <a:pt x="114947" y="183865"/>
                  </a:cubicBezTo>
                  <a:cubicBezTo>
                    <a:pt x="115315" y="183473"/>
                    <a:pt x="115682" y="183081"/>
                    <a:pt x="116025" y="182688"/>
                  </a:cubicBezTo>
                  <a:lnTo>
                    <a:pt x="134946" y="182688"/>
                  </a:lnTo>
                  <a:cubicBezTo>
                    <a:pt x="139505" y="182688"/>
                    <a:pt x="143230" y="178963"/>
                    <a:pt x="143230" y="174404"/>
                  </a:cubicBezTo>
                  <a:lnTo>
                    <a:pt x="143230" y="27915"/>
                  </a:lnTo>
                  <a:cubicBezTo>
                    <a:pt x="143230" y="23357"/>
                    <a:pt x="139505" y="19656"/>
                    <a:pt x="134946" y="19656"/>
                  </a:cubicBezTo>
                  <a:lnTo>
                    <a:pt x="122398" y="19656"/>
                  </a:lnTo>
                  <a:cubicBezTo>
                    <a:pt x="120707" y="19656"/>
                    <a:pt x="119310" y="21029"/>
                    <a:pt x="119310" y="22744"/>
                  </a:cubicBezTo>
                  <a:cubicBezTo>
                    <a:pt x="119310" y="24435"/>
                    <a:pt x="120707" y="25832"/>
                    <a:pt x="122398" y="25832"/>
                  </a:cubicBezTo>
                  <a:lnTo>
                    <a:pt x="134946" y="25832"/>
                  </a:lnTo>
                  <a:cubicBezTo>
                    <a:pt x="136123" y="25832"/>
                    <a:pt x="137054" y="26764"/>
                    <a:pt x="137054" y="27915"/>
                  </a:cubicBezTo>
                  <a:lnTo>
                    <a:pt x="137054" y="174404"/>
                  </a:lnTo>
                  <a:cubicBezTo>
                    <a:pt x="137054" y="175581"/>
                    <a:pt x="136123" y="176512"/>
                    <a:pt x="134946" y="176512"/>
                  </a:cubicBezTo>
                  <a:lnTo>
                    <a:pt x="119800" y="176512"/>
                  </a:lnTo>
                  <a:cubicBezTo>
                    <a:pt x="122275" y="170360"/>
                    <a:pt x="121099" y="166243"/>
                    <a:pt x="121417" y="156930"/>
                  </a:cubicBezTo>
                  <a:cubicBezTo>
                    <a:pt x="121417" y="144553"/>
                    <a:pt x="111344" y="134480"/>
                    <a:pt x="98967" y="134480"/>
                  </a:cubicBezTo>
                  <a:lnTo>
                    <a:pt x="83404" y="134480"/>
                  </a:lnTo>
                  <a:lnTo>
                    <a:pt x="83404" y="116711"/>
                  </a:lnTo>
                  <a:lnTo>
                    <a:pt x="123991" y="116711"/>
                  </a:lnTo>
                  <a:cubicBezTo>
                    <a:pt x="127446" y="116711"/>
                    <a:pt x="130265" y="113892"/>
                    <a:pt x="130265" y="110437"/>
                  </a:cubicBezTo>
                  <a:lnTo>
                    <a:pt x="130265" y="86344"/>
                  </a:lnTo>
                  <a:cubicBezTo>
                    <a:pt x="130265" y="84653"/>
                    <a:pt x="128868" y="83281"/>
                    <a:pt x="127177" y="83281"/>
                  </a:cubicBezTo>
                  <a:cubicBezTo>
                    <a:pt x="125461" y="83281"/>
                    <a:pt x="124089" y="84653"/>
                    <a:pt x="124089" y="86344"/>
                  </a:cubicBezTo>
                  <a:cubicBezTo>
                    <a:pt x="124044" y="109444"/>
                    <a:pt x="124181" y="110547"/>
                    <a:pt x="124044" y="110547"/>
                  </a:cubicBezTo>
                  <a:cubicBezTo>
                    <a:pt x="124029" y="110547"/>
                    <a:pt x="124012" y="110535"/>
                    <a:pt x="123991" y="110535"/>
                  </a:cubicBezTo>
                  <a:lnTo>
                    <a:pt x="83404" y="110535"/>
                  </a:lnTo>
                  <a:lnTo>
                    <a:pt x="83404" y="101319"/>
                  </a:lnTo>
                  <a:cubicBezTo>
                    <a:pt x="83404" y="95756"/>
                    <a:pt x="79826" y="90854"/>
                    <a:pt x="74851" y="89040"/>
                  </a:cubicBezTo>
                  <a:cubicBezTo>
                    <a:pt x="74973" y="88820"/>
                    <a:pt x="76566" y="85634"/>
                    <a:pt x="92816" y="53184"/>
                  </a:cubicBezTo>
                  <a:cubicBezTo>
                    <a:pt x="93812" y="50718"/>
                    <a:pt x="91685" y="48916"/>
                    <a:pt x="89727" y="48916"/>
                  </a:cubicBezTo>
                  <a:cubicBezTo>
                    <a:pt x="88746" y="48916"/>
                    <a:pt x="87808" y="49368"/>
                    <a:pt x="87326" y="50415"/>
                  </a:cubicBezTo>
                  <a:lnTo>
                    <a:pt x="68282" y="88550"/>
                  </a:lnTo>
                  <a:cubicBezTo>
                    <a:pt x="62106" y="89702"/>
                    <a:pt x="57842" y="95119"/>
                    <a:pt x="57842" y="101099"/>
                  </a:cubicBezTo>
                  <a:lnTo>
                    <a:pt x="57842" y="110535"/>
                  </a:lnTo>
                  <a:cubicBezTo>
                    <a:pt x="53530" y="110527"/>
                    <a:pt x="49947" y="110524"/>
                    <a:pt x="46970" y="110524"/>
                  </a:cubicBezTo>
                  <a:cubicBezTo>
                    <a:pt x="39422" y="110524"/>
                    <a:pt x="35768" y="110542"/>
                    <a:pt x="34007" y="110542"/>
                  </a:cubicBezTo>
                  <a:cubicBezTo>
                    <a:pt x="32130" y="110542"/>
                    <a:pt x="32401" y="110521"/>
                    <a:pt x="32401" y="110437"/>
                  </a:cubicBezTo>
                  <a:lnTo>
                    <a:pt x="32401" y="39704"/>
                  </a:lnTo>
                  <a:cubicBezTo>
                    <a:pt x="32401" y="39631"/>
                    <a:pt x="32450" y="39582"/>
                    <a:pt x="32499" y="39582"/>
                  </a:cubicBezTo>
                  <a:cubicBezTo>
                    <a:pt x="51984" y="39597"/>
                    <a:pt x="67330" y="39601"/>
                    <a:pt x="79416" y="39601"/>
                  </a:cubicBezTo>
                  <a:cubicBezTo>
                    <a:pt x="100768" y="39601"/>
                    <a:pt x="111941" y="39587"/>
                    <a:pt x="117777" y="39587"/>
                  </a:cubicBezTo>
                  <a:cubicBezTo>
                    <a:pt x="124812" y="39587"/>
                    <a:pt x="124089" y="39608"/>
                    <a:pt x="124089" y="39704"/>
                  </a:cubicBezTo>
                  <a:lnTo>
                    <a:pt x="124089" y="75242"/>
                  </a:lnTo>
                  <a:cubicBezTo>
                    <a:pt x="124089" y="76958"/>
                    <a:pt x="125461" y="78330"/>
                    <a:pt x="127177" y="78330"/>
                  </a:cubicBezTo>
                  <a:cubicBezTo>
                    <a:pt x="128868" y="78330"/>
                    <a:pt x="130265" y="76958"/>
                    <a:pt x="130265" y="75242"/>
                  </a:cubicBezTo>
                  <a:lnTo>
                    <a:pt x="130265" y="39704"/>
                  </a:lnTo>
                  <a:cubicBezTo>
                    <a:pt x="130265" y="36248"/>
                    <a:pt x="127446" y="33430"/>
                    <a:pt x="123991" y="33430"/>
                  </a:cubicBezTo>
                  <a:lnTo>
                    <a:pt x="32499" y="33430"/>
                  </a:lnTo>
                  <a:cubicBezTo>
                    <a:pt x="29044" y="33430"/>
                    <a:pt x="26225" y="36248"/>
                    <a:pt x="26225" y="39704"/>
                  </a:cubicBezTo>
                  <a:lnTo>
                    <a:pt x="26225" y="110437"/>
                  </a:lnTo>
                  <a:cubicBezTo>
                    <a:pt x="26225" y="113892"/>
                    <a:pt x="29044" y="116711"/>
                    <a:pt x="32499" y="116711"/>
                  </a:cubicBezTo>
                  <a:lnTo>
                    <a:pt x="57842" y="116711"/>
                  </a:lnTo>
                  <a:lnTo>
                    <a:pt x="57842" y="141881"/>
                  </a:lnTo>
                  <a:cubicBezTo>
                    <a:pt x="57842" y="142498"/>
                    <a:pt x="57335" y="142925"/>
                    <a:pt x="56795" y="142925"/>
                  </a:cubicBezTo>
                  <a:cubicBezTo>
                    <a:pt x="56584" y="142925"/>
                    <a:pt x="56368" y="142859"/>
                    <a:pt x="56175" y="142715"/>
                  </a:cubicBezTo>
                  <a:cubicBezTo>
                    <a:pt x="53718" y="140886"/>
                    <a:pt x="50913" y="140055"/>
                    <a:pt x="48168" y="140055"/>
                  </a:cubicBezTo>
                  <a:cubicBezTo>
                    <a:pt x="38482" y="140055"/>
                    <a:pt x="29557" y="150397"/>
                    <a:pt x="39411" y="163670"/>
                  </a:cubicBezTo>
                  <a:cubicBezTo>
                    <a:pt x="39435" y="163694"/>
                    <a:pt x="39460" y="163719"/>
                    <a:pt x="39484" y="163743"/>
                  </a:cubicBezTo>
                  <a:lnTo>
                    <a:pt x="49656" y="176512"/>
                  </a:lnTo>
                  <a:lnTo>
                    <a:pt x="21520" y="176512"/>
                  </a:lnTo>
                  <a:cubicBezTo>
                    <a:pt x="20368" y="176512"/>
                    <a:pt x="19436" y="175581"/>
                    <a:pt x="19436" y="174404"/>
                  </a:cubicBezTo>
                  <a:lnTo>
                    <a:pt x="19436" y="27915"/>
                  </a:lnTo>
                  <a:cubicBezTo>
                    <a:pt x="19436" y="26764"/>
                    <a:pt x="20368" y="25832"/>
                    <a:pt x="21520" y="25832"/>
                  </a:cubicBezTo>
                  <a:lnTo>
                    <a:pt x="111295" y="25832"/>
                  </a:lnTo>
                  <a:cubicBezTo>
                    <a:pt x="112986" y="25832"/>
                    <a:pt x="114383" y="24435"/>
                    <a:pt x="114383" y="22744"/>
                  </a:cubicBezTo>
                  <a:cubicBezTo>
                    <a:pt x="114383" y="21029"/>
                    <a:pt x="112986" y="19656"/>
                    <a:pt x="111295" y="19656"/>
                  </a:cubicBezTo>
                  <a:lnTo>
                    <a:pt x="21520" y="19656"/>
                  </a:lnTo>
                  <a:cubicBezTo>
                    <a:pt x="16961" y="19656"/>
                    <a:pt x="13260" y="23357"/>
                    <a:pt x="13260" y="27915"/>
                  </a:cubicBezTo>
                  <a:lnTo>
                    <a:pt x="13260" y="174404"/>
                  </a:lnTo>
                  <a:cubicBezTo>
                    <a:pt x="13260" y="178963"/>
                    <a:pt x="16961" y="182688"/>
                    <a:pt x="21520" y="182688"/>
                  </a:cubicBezTo>
                  <a:lnTo>
                    <a:pt x="54704" y="182688"/>
                  </a:lnTo>
                  <a:cubicBezTo>
                    <a:pt x="56837" y="184943"/>
                    <a:pt x="58503" y="185458"/>
                    <a:pt x="58503" y="187713"/>
                  </a:cubicBezTo>
                  <a:lnTo>
                    <a:pt x="58503" y="194796"/>
                  </a:lnTo>
                  <a:cubicBezTo>
                    <a:pt x="58503" y="198399"/>
                    <a:pt x="60611" y="201511"/>
                    <a:pt x="63650" y="202982"/>
                  </a:cubicBezTo>
                  <a:lnTo>
                    <a:pt x="14044" y="202982"/>
                  </a:lnTo>
                  <a:cubicBezTo>
                    <a:pt x="9706" y="202982"/>
                    <a:pt x="6153" y="199575"/>
                    <a:pt x="6153" y="195408"/>
                  </a:cubicBezTo>
                  <a:lnTo>
                    <a:pt x="6153" y="185801"/>
                  </a:lnTo>
                  <a:cubicBezTo>
                    <a:pt x="6153" y="184085"/>
                    <a:pt x="4780" y="182713"/>
                    <a:pt x="3089" y="182713"/>
                  </a:cubicBezTo>
                  <a:cubicBezTo>
                    <a:pt x="1373" y="182713"/>
                    <a:pt x="1" y="184085"/>
                    <a:pt x="1" y="185801"/>
                  </a:cubicBezTo>
                  <a:lnTo>
                    <a:pt x="1" y="195408"/>
                  </a:lnTo>
                  <a:cubicBezTo>
                    <a:pt x="1" y="202982"/>
                    <a:pt x="6300" y="209133"/>
                    <a:pt x="14044" y="209133"/>
                  </a:cubicBezTo>
                  <a:lnTo>
                    <a:pt x="142421" y="209133"/>
                  </a:lnTo>
                  <a:cubicBezTo>
                    <a:pt x="150191" y="209133"/>
                    <a:pt x="156489" y="202982"/>
                    <a:pt x="156489" y="195408"/>
                  </a:cubicBezTo>
                  <a:lnTo>
                    <a:pt x="156489" y="13749"/>
                  </a:lnTo>
                  <a:cubicBezTo>
                    <a:pt x="156489" y="6176"/>
                    <a:pt x="150191" y="0"/>
                    <a:pt x="142421" y="0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3" name="Google Shape;237;p34"/>
            <p:cNvSpPr/>
            <p:nvPr>
              <p:custDataLst>
                <p:tags r:id="rId28"/>
              </p:custDataLst>
            </p:nvPr>
          </p:nvSpPr>
          <p:spPr>
            <a:xfrm>
              <a:off x="3264675" y="478900"/>
              <a:ext cx="666050" cy="153825"/>
            </a:xfrm>
            <a:custGeom>
              <a:avLst/>
              <a:gdLst/>
              <a:ahLst/>
              <a:cxnLst/>
              <a:rect l="l" t="t" r="r" b="b"/>
              <a:pathLst>
                <a:path w="26642" h="6153" extrusionOk="0">
                  <a:moveTo>
                    <a:pt x="3088" y="1"/>
                  </a:moveTo>
                  <a:cubicBezTo>
                    <a:pt x="1373" y="1"/>
                    <a:pt x="0" y="1373"/>
                    <a:pt x="0" y="3089"/>
                  </a:cubicBezTo>
                  <a:cubicBezTo>
                    <a:pt x="0" y="4780"/>
                    <a:pt x="1373" y="6153"/>
                    <a:pt x="3088" y="6153"/>
                  </a:cubicBezTo>
                  <a:lnTo>
                    <a:pt x="23553" y="6153"/>
                  </a:lnTo>
                  <a:cubicBezTo>
                    <a:pt x="25269" y="6153"/>
                    <a:pt x="26641" y="4780"/>
                    <a:pt x="26641" y="3089"/>
                  </a:cubicBezTo>
                  <a:cubicBezTo>
                    <a:pt x="26641" y="1373"/>
                    <a:pt x="25269" y="1"/>
                    <a:pt x="23553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4" name="Google Shape;238;p34"/>
            <p:cNvSpPr/>
            <p:nvPr>
              <p:custDataLst>
                <p:tags r:id="rId29"/>
              </p:custDataLst>
            </p:nvPr>
          </p:nvSpPr>
          <p:spPr>
            <a:xfrm>
              <a:off x="4104700" y="485650"/>
              <a:ext cx="154425" cy="153825"/>
            </a:xfrm>
            <a:custGeom>
              <a:avLst/>
              <a:gdLst/>
              <a:ahLst/>
              <a:cxnLst/>
              <a:rect l="l" t="t" r="r" b="b"/>
              <a:pathLst>
                <a:path w="6177" h="6153" extrusionOk="0">
                  <a:moveTo>
                    <a:pt x="3089" y="1"/>
                  </a:moveTo>
                  <a:cubicBezTo>
                    <a:pt x="1373" y="1"/>
                    <a:pt x="1" y="1373"/>
                    <a:pt x="1" y="3064"/>
                  </a:cubicBezTo>
                  <a:cubicBezTo>
                    <a:pt x="1" y="4780"/>
                    <a:pt x="1373" y="6152"/>
                    <a:pt x="3089" y="6152"/>
                  </a:cubicBezTo>
                  <a:cubicBezTo>
                    <a:pt x="4780" y="6152"/>
                    <a:pt x="6177" y="4780"/>
                    <a:pt x="6177" y="3064"/>
                  </a:cubicBezTo>
                  <a:cubicBezTo>
                    <a:pt x="6177" y="1373"/>
                    <a:pt x="4780" y="1"/>
                    <a:pt x="3089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5" name="Google Shape;239;p34"/>
            <p:cNvSpPr/>
            <p:nvPr>
              <p:custDataLst>
                <p:tags r:id="rId30"/>
              </p:custDataLst>
            </p:nvPr>
          </p:nvSpPr>
          <p:spPr>
            <a:xfrm>
              <a:off x="3921500" y="2062175"/>
              <a:ext cx="458350" cy="655025"/>
            </a:xfrm>
            <a:custGeom>
              <a:avLst/>
              <a:gdLst/>
              <a:ahLst/>
              <a:cxnLst/>
              <a:rect l="l" t="t" r="r" b="b"/>
              <a:pathLst>
                <a:path w="18334" h="26201" extrusionOk="0">
                  <a:moveTo>
                    <a:pt x="9167" y="5295"/>
                  </a:moveTo>
                  <a:cubicBezTo>
                    <a:pt x="11446" y="5295"/>
                    <a:pt x="12549" y="6299"/>
                    <a:pt x="12549" y="8407"/>
                  </a:cubicBezTo>
                  <a:lnTo>
                    <a:pt x="12549" y="17794"/>
                  </a:lnTo>
                  <a:cubicBezTo>
                    <a:pt x="12549" y="19902"/>
                    <a:pt x="11446" y="20907"/>
                    <a:pt x="9167" y="20907"/>
                  </a:cubicBezTo>
                  <a:cubicBezTo>
                    <a:pt x="6912" y="20907"/>
                    <a:pt x="5858" y="19926"/>
                    <a:pt x="5858" y="17794"/>
                  </a:cubicBezTo>
                  <a:lnTo>
                    <a:pt x="5858" y="8407"/>
                  </a:lnTo>
                  <a:cubicBezTo>
                    <a:pt x="5858" y="6275"/>
                    <a:pt x="6912" y="5295"/>
                    <a:pt x="9167" y="5295"/>
                  </a:cubicBezTo>
                  <a:close/>
                  <a:moveTo>
                    <a:pt x="9167" y="1"/>
                  </a:moveTo>
                  <a:cubicBezTo>
                    <a:pt x="3260" y="1"/>
                    <a:pt x="1" y="2991"/>
                    <a:pt x="1" y="8407"/>
                  </a:cubicBezTo>
                  <a:lnTo>
                    <a:pt x="1" y="17794"/>
                  </a:lnTo>
                  <a:cubicBezTo>
                    <a:pt x="1" y="23210"/>
                    <a:pt x="3260" y="26200"/>
                    <a:pt x="9167" y="26200"/>
                  </a:cubicBezTo>
                  <a:cubicBezTo>
                    <a:pt x="15098" y="26200"/>
                    <a:pt x="18333" y="23210"/>
                    <a:pt x="18333" y="17794"/>
                  </a:cubicBezTo>
                  <a:lnTo>
                    <a:pt x="18333" y="8407"/>
                  </a:lnTo>
                  <a:cubicBezTo>
                    <a:pt x="18333" y="2991"/>
                    <a:pt x="15098" y="1"/>
                    <a:pt x="9167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6" name="Google Shape;240;p34"/>
            <p:cNvSpPr/>
            <p:nvPr>
              <p:custDataLst>
                <p:tags r:id="rId31"/>
              </p:custDataLst>
            </p:nvPr>
          </p:nvSpPr>
          <p:spPr>
            <a:xfrm>
              <a:off x="3220550" y="1522975"/>
              <a:ext cx="458950" cy="655650"/>
            </a:xfrm>
            <a:custGeom>
              <a:avLst/>
              <a:gdLst/>
              <a:ahLst/>
              <a:cxnLst/>
              <a:rect l="l" t="t" r="r" b="b"/>
              <a:pathLst>
                <a:path w="18358" h="26226" extrusionOk="0">
                  <a:moveTo>
                    <a:pt x="9191" y="5295"/>
                  </a:moveTo>
                  <a:cubicBezTo>
                    <a:pt x="11446" y="5295"/>
                    <a:pt x="12549" y="6324"/>
                    <a:pt x="12549" y="8432"/>
                  </a:cubicBezTo>
                  <a:lnTo>
                    <a:pt x="12549" y="17794"/>
                  </a:lnTo>
                  <a:cubicBezTo>
                    <a:pt x="12549" y="19902"/>
                    <a:pt x="11446" y="20931"/>
                    <a:pt x="9191" y="20931"/>
                  </a:cubicBezTo>
                  <a:cubicBezTo>
                    <a:pt x="6912" y="20931"/>
                    <a:pt x="5858" y="19927"/>
                    <a:pt x="5858" y="17794"/>
                  </a:cubicBezTo>
                  <a:lnTo>
                    <a:pt x="5858" y="8432"/>
                  </a:lnTo>
                  <a:cubicBezTo>
                    <a:pt x="5858" y="6275"/>
                    <a:pt x="6912" y="5295"/>
                    <a:pt x="9191" y="5295"/>
                  </a:cubicBezTo>
                  <a:close/>
                  <a:moveTo>
                    <a:pt x="9191" y="1"/>
                  </a:moveTo>
                  <a:cubicBezTo>
                    <a:pt x="3260" y="1"/>
                    <a:pt x="1" y="2991"/>
                    <a:pt x="1" y="8432"/>
                  </a:cubicBezTo>
                  <a:lnTo>
                    <a:pt x="1" y="17794"/>
                  </a:lnTo>
                  <a:cubicBezTo>
                    <a:pt x="1" y="23235"/>
                    <a:pt x="3260" y="26225"/>
                    <a:pt x="9191" y="26225"/>
                  </a:cubicBezTo>
                  <a:cubicBezTo>
                    <a:pt x="15098" y="26225"/>
                    <a:pt x="18358" y="23235"/>
                    <a:pt x="18358" y="17794"/>
                  </a:cubicBezTo>
                  <a:lnTo>
                    <a:pt x="18358" y="8432"/>
                  </a:lnTo>
                  <a:cubicBezTo>
                    <a:pt x="18358" y="2991"/>
                    <a:pt x="15098" y="1"/>
                    <a:pt x="9191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sp>
        <p:nvSpPr>
          <p:cNvPr id="47" name="文本框 46"/>
          <p:cNvSpPr txBox="1"/>
          <p:nvPr>
            <p:custDataLst>
              <p:tags r:id="rId32"/>
            </p:custDataLst>
          </p:nvPr>
        </p:nvSpPr>
        <p:spPr>
          <a:xfrm>
            <a:off x="2043430" y="1522095"/>
            <a:ext cx="4346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{desc_1}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33"/>
            </p:custDataLst>
          </p:nvPr>
        </p:nvSpPr>
        <p:spPr>
          <a:xfrm>
            <a:off x="2055495" y="1884045"/>
            <a:ext cx="43351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{content_1}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34"/>
            </p:custDataLst>
          </p:nvPr>
        </p:nvSpPr>
        <p:spPr>
          <a:xfrm>
            <a:off x="2820035" y="3513455"/>
            <a:ext cx="4686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{desc_2}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35"/>
            </p:custDataLst>
          </p:nvPr>
        </p:nvSpPr>
        <p:spPr>
          <a:xfrm>
            <a:off x="2840990" y="3856355"/>
            <a:ext cx="906399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{content_2}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08305" y="280670"/>
            <a:ext cx="2742565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{sub_title}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>
            <p:custDataLst>
              <p:tags r:id="rId1"/>
            </p:custDataLst>
          </p:nvPr>
        </p:nvGrpSpPr>
        <p:grpSpPr>
          <a:xfrm rot="0">
            <a:off x="953135" y="1586865"/>
            <a:ext cx="1601470" cy="1601470"/>
            <a:chOff x="1639957" y="2214367"/>
            <a:chExt cx="1432899" cy="1432899"/>
          </a:xfrm>
        </p:grpSpPr>
        <p:sp>
          <p:nvSpPr>
            <p:cNvPr id="18" name="椭圆 17"/>
            <p:cNvSpPr/>
            <p:nvPr>
              <p:custDataLst>
                <p:tags r:id="rId2"/>
              </p:custDataLst>
            </p:nvPr>
          </p:nvSpPr>
          <p:spPr>
            <a:xfrm>
              <a:off x="1757931" y="2332341"/>
              <a:ext cx="1196950" cy="119695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 w="38100">
              <a:gradFill>
                <a:gsLst>
                  <a:gs pos="0">
                    <a:srgbClr val="7660A8"/>
                  </a:gs>
                  <a:gs pos="100000">
                    <a:srgbClr val="D678AE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oogle Shape;6401;p67"/>
            <p:cNvGrpSpPr/>
            <p:nvPr/>
          </p:nvGrpSpPr>
          <p:grpSpPr>
            <a:xfrm>
              <a:off x="2016907" y="2594178"/>
              <a:ext cx="679000" cy="673278"/>
              <a:chOff x="-47529700" y="2342000"/>
              <a:chExt cx="302450" cy="299900"/>
            </a:xfrm>
            <a:gradFill>
              <a:gsLst>
                <a:gs pos="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</p:grpSpPr>
          <p:sp>
            <p:nvSpPr>
              <p:cNvPr id="9" name="Google Shape;6402;p67"/>
              <p:cNvSpPr/>
              <p:nvPr>
                <p:custDataLst>
                  <p:tags r:id="rId3"/>
                </p:custDataLst>
              </p:nvPr>
            </p:nvSpPr>
            <p:spPr>
              <a:xfrm>
                <a:off x="-47529700" y="2342000"/>
                <a:ext cx="302450" cy="299900"/>
              </a:xfrm>
              <a:custGeom>
                <a:avLst/>
                <a:gdLst/>
                <a:ahLst/>
                <a:cxnLst/>
                <a:rect l="l" t="t" r="r" b="b"/>
                <a:pathLst>
                  <a:path w="12098" h="11996" extrusionOk="0">
                    <a:moveTo>
                      <a:pt x="7530" y="725"/>
                    </a:moveTo>
                    <a:cubicBezTo>
                      <a:pt x="9672" y="725"/>
                      <a:pt x="11405" y="2457"/>
                      <a:pt x="11405" y="4568"/>
                    </a:cubicBezTo>
                    <a:cubicBezTo>
                      <a:pt x="11405" y="6711"/>
                      <a:pt x="9672" y="8443"/>
                      <a:pt x="7530" y="8443"/>
                    </a:cubicBezTo>
                    <a:cubicBezTo>
                      <a:pt x="5419" y="8443"/>
                      <a:pt x="3686" y="6711"/>
                      <a:pt x="3686" y="4568"/>
                    </a:cubicBezTo>
                    <a:cubicBezTo>
                      <a:pt x="3686" y="2457"/>
                      <a:pt x="5419" y="725"/>
                      <a:pt x="7530" y="725"/>
                    </a:cubicBezTo>
                    <a:close/>
                    <a:moveTo>
                      <a:pt x="4064" y="7530"/>
                    </a:moveTo>
                    <a:cubicBezTo>
                      <a:pt x="4222" y="7719"/>
                      <a:pt x="4379" y="7876"/>
                      <a:pt x="4568" y="8034"/>
                    </a:cubicBezTo>
                    <a:lnTo>
                      <a:pt x="3686" y="8947"/>
                    </a:lnTo>
                    <a:lnTo>
                      <a:pt x="3151" y="8443"/>
                    </a:lnTo>
                    <a:lnTo>
                      <a:pt x="4064" y="7530"/>
                    </a:lnTo>
                    <a:close/>
                    <a:moveTo>
                      <a:pt x="2647" y="8916"/>
                    </a:moveTo>
                    <a:lnTo>
                      <a:pt x="3151" y="9420"/>
                    </a:lnTo>
                    <a:lnTo>
                      <a:pt x="1386" y="11184"/>
                    </a:lnTo>
                    <a:cubicBezTo>
                      <a:pt x="1323" y="11247"/>
                      <a:pt x="1237" y="11279"/>
                      <a:pt x="1146" y="11279"/>
                    </a:cubicBezTo>
                    <a:cubicBezTo>
                      <a:pt x="1056" y="11279"/>
                      <a:pt x="961" y="11247"/>
                      <a:pt x="882" y="11184"/>
                    </a:cubicBezTo>
                    <a:cubicBezTo>
                      <a:pt x="756" y="11090"/>
                      <a:pt x="756" y="10838"/>
                      <a:pt x="882" y="10680"/>
                    </a:cubicBezTo>
                    <a:lnTo>
                      <a:pt x="2647" y="8916"/>
                    </a:lnTo>
                    <a:close/>
                    <a:moveTo>
                      <a:pt x="7530" y="0"/>
                    </a:moveTo>
                    <a:cubicBezTo>
                      <a:pt x="5009" y="0"/>
                      <a:pt x="2962" y="2048"/>
                      <a:pt x="2962" y="4568"/>
                    </a:cubicBezTo>
                    <a:cubicBezTo>
                      <a:pt x="2962" y="5450"/>
                      <a:pt x="3214" y="6270"/>
                      <a:pt x="3623" y="6963"/>
                    </a:cubicBezTo>
                    <a:lnTo>
                      <a:pt x="410" y="10208"/>
                    </a:lnTo>
                    <a:cubicBezTo>
                      <a:pt x="0" y="10586"/>
                      <a:pt x="0" y="11279"/>
                      <a:pt x="410" y="11688"/>
                    </a:cubicBezTo>
                    <a:cubicBezTo>
                      <a:pt x="599" y="11893"/>
                      <a:pt x="867" y="11996"/>
                      <a:pt x="1138" y="11996"/>
                    </a:cubicBezTo>
                    <a:cubicBezTo>
                      <a:pt x="1410" y="11996"/>
                      <a:pt x="1686" y="11893"/>
                      <a:pt x="1890" y="11688"/>
                    </a:cubicBezTo>
                    <a:lnTo>
                      <a:pt x="5135" y="8475"/>
                    </a:lnTo>
                    <a:cubicBezTo>
                      <a:pt x="5829" y="8916"/>
                      <a:pt x="6679" y="9137"/>
                      <a:pt x="7530" y="9137"/>
                    </a:cubicBezTo>
                    <a:cubicBezTo>
                      <a:pt x="10050" y="9137"/>
                      <a:pt x="12098" y="7089"/>
                      <a:pt x="12098" y="4568"/>
                    </a:cubicBezTo>
                    <a:cubicBezTo>
                      <a:pt x="12098" y="2048"/>
                      <a:pt x="10050" y="0"/>
                      <a:pt x="753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" name="Google Shape;6403;p67"/>
              <p:cNvSpPr/>
              <p:nvPr>
                <p:custDataLst>
                  <p:tags r:id="rId4"/>
                </p:custDataLst>
              </p:nvPr>
            </p:nvSpPr>
            <p:spPr>
              <a:xfrm>
                <a:off x="-47404475" y="2395550"/>
                <a:ext cx="124475" cy="123675"/>
              </a:xfrm>
              <a:custGeom>
                <a:avLst/>
                <a:gdLst/>
                <a:ahLst/>
                <a:cxnLst/>
                <a:rect l="l" t="t" r="r" b="b"/>
                <a:pathLst>
                  <a:path w="4979" h="4947" extrusionOk="0">
                    <a:moveTo>
                      <a:pt x="2804" y="2080"/>
                    </a:moveTo>
                    <a:cubicBezTo>
                      <a:pt x="2678" y="2395"/>
                      <a:pt x="2458" y="2647"/>
                      <a:pt x="2174" y="2710"/>
                    </a:cubicBezTo>
                    <a:lnTo>
                      <a:pt x="2174" y="2080"/>
                    </a:lnTo>
                    <a:close/>
                    <a:moveTo>
                      <a:pt x="1828" y="694"/>
                    </a:moveTo>
                    <a:cubicBezTo>
                      <a:pt x="2300" y="694"/>
                      <a:pt x="2678" y="977"/>
                      <a:pt x="2804" y="1418"/>
                    </a:cubicBezTo>
                    <a:lnTo>
                      <a:pt x="1828" y="1418"/>
                    </a:lnTo>
                    <a:cubicBezTo>
                      <a:pt x="1607" y="1418"/>
                      <a:pt x="1481" y="1576"/>
                      <a:pt x="1481" y="1765"/>
                    </a:cubicBezTo>
                    <a:lnTo>
                      <a:pt x="1481" y="2741"/>
                    </a:lnTo>
                    <a:cubicBezTo>
                      <a:pt x="1072" y="2584"/>
                      <a:pt x="757" y="2206"/>
                      <a:pt x="757" y="1765"/>
                    </a:cubicBezTo>
                    <a:cubicBezTo>
                      <a:pt x="757" y="1166"/>
                      <a:pt x="1229" y="694"/>
                      <a:pt x="1828" y="694"/>
                    </a:cubicBezTo>
                    <a:close/>
                    <a:moveTo>
                      <a:pt x="4254" y="2080"/>
                    </a:moveTo>
                    <a:lnTo>
                      <a:pt x="4254" y="4222"/>
                    </a:lnTo>
                    <a:lnTo>
                      <a:pt x="2143" y="4222"/>
                    </a:lnTo>
                    <a:lnTo>
                      <a:pt x="2143" y="3466"/>
                    </a:lnTo>
                    <a:cubicBezTo>
                      <a:pt x="2804" y="3308"/>
                      <a:pt x="3371" y="2804"/>
                      <a:pt x="3498" y="2080"/>
                    </a:cubicBezTo>
                    <a:close/>
                    <a:moveTo>
                      <a:pt x="1796" y="0"/>
                    </a:moveTo>
                    <a:cubicBezTo>
                      <a:pt x="788" y="0"/>
                      <a:pt x="0" y="788"/>
                      <a:pt x="0" y="1765"/>
                    </a:cubicBezTo>
                    <a:cubicBezTo>
                      <a:pt x="0" y="2615"/>
                      <a:pt x="599" y="3340"/>
                      <a:pt x="1418" y="3497"/>
                    </a:cubicBezTo>
                    <a:lnTo>
                      <a:pt x="1418" y="4600"/>
                    </a:lnTo>
                    <a:cubicBezTo>
                      <a:pt x="1418" y="4789"/>
                      <a:pt x="1576" y="4947"/>
                      <a:pt x="1796" y="4947"/>
                    </a:cubicBezTo>
                    <a:lnTo>
                      <a:pt x="4569" y="4947"/>
                    </a:lnTo>
                    <a:cubicBezTo>
                      <a:pt x="4789" y="4947"/>
                      <a:pt x="4947" y="4789"/>
                      <a:pt x="4947" y="4600"/>
                    </a:cubicBezTo>
                    <a:lnTo>
                      <a:pt x="4947" y="1796"/>
                    </a:lnTo>
                    <a:cubicBezTo>
                      <a:pt x="4978" y="1576"/>
                      <a:pt x="4821" y="1418"/>
                      <a:pt x="4632" y="1418"/>
                    </a:cubicBezTo>
                    <a:lnTo>
                      <a:pt x="3498" y="1418"/>
                    </a:lnTo>
                    <a:cubicBezTo>
                      <a:pt x="3371" y="631"/>
                      <a:pt x="2647" y="0"/>
                      <a:pt x="179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9" name="椭圆 18"/>
            <p:cNvSpPr/>
            <p:nvPr>
              <p:custDataLst>
                <p:tags r:id="rId5"/>
              </p:custDataLst>
            </p:nvPr>
          </p:nvSpPr>
          <p:spPr>
            <a:xfrm>
              <a:off x="1639957" y="2214367"/>
              <a:ext cx="1432899" cy="1432899"/>
            </a:xfrm>
            <a:prstGeom prst="ellipse">
              <a:avLst/>
            </a:prstGeom>
            <a:noFill/>
            <a:ln w="38100">
              <a:gradFill>
                <a:gsLst>
                  <a:gs pos="0">
                    <a:srgbClr val="7660A8">
                      <a:alpha val="0"/>
                    </a:srgbClr>
                  </a:gs>
                  <a:gs pos="50000">
                    <a:srgbClr val="7660A8"/>
                  </a:gs>
                  <a:gs pos="20000">
                    <a:srgbClr val="7660A8">
                      <a:alpha val="0"/>
                    </a:srgbClr>
                  </a:gs>
                  <a:gs pos="80000">
                    <a:srgbClr val="7660A8">
                      <a:alpha val="0"/>
                    </a:srgbClr>
                  </a:gs>
                  <a:gs pos="100000">
                    <a:srgbClr val="7660A8">
                      <a:alpha val="0"/>
                    </a:srgb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组合 37"/>
          <p:cNvGrpSpPr/>
          <p:nvPr>
            <p:custDataLst>
              <p:tags r:id="rId6"/>
            </p:custDataLst>
          </p:nvPr>
        </p:nvGrpSpPr>
        <p:grpSpPr>
          <a:xfrm rot="0">
            <a:off x="4897755" y="1586865"/>
            <a:ext cx="1601470" cy="1601470"/>
            <a:chOff x="4958335" y="2214367"/>
            <a:chExt cx="1432899" cy="1432899"/>
          </a:xfrm>
        </p:grpSpPr>
        <p:sp>
          <p:nvSpPr>
            <p:cNvPr id="21" name="椭圆 20"/>
            <p:cNvSpPr/>
            <p:nvPr>
              <p:custDataLst>
                <p:tags r:id="rId7"/>
              </p:custDataLst>
            </p:nvPr>
          </p:nvSpPr>
          <p:spPr>
            <a:xfrm>
              <a:off x="5076309" y="2332341"/>
              <a:ext cx="1196950" cy="119695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 w="38100">
              <a:gradFill>
                <a:gsLst>
                  <a:gs pos="0">
                    <a:srgbClr val="7660A8"/>
                  </a:gs>
                  <a:gs pos="100000">
                    <a:srgbClr val="D678AE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椭圆 22"/>
            <p:cNvSpPr/>
            <p:nvPr>
              <p:custDataLst>
                <p:tags r:id="rId8"/>
              </p:custDataLst>
            </p:nvPr>
          </p:nvSpPr>
          <p:spPr>
            <a:xfrm>
              <a:off x="4958335" y="2214367"/>
              <a:ext cx="1432899" cy="1432899"/>
            </a:xfrm>
            <a:prstGeom prst="ellipse">
              <a:avLst/>
            </a:prstGeom>
            <a:noFill/>
            <a:ln w="38100">
              <a:gradFill>
                <a:gsLst>
                  <a:gs pos="0">
                    <a:srgbClr val="7660A8">
                      <a:alpha val="0"/>
                    </a:srgbClr>
                  </a:gs>
                  <a:gs pos="50000">
                    <a:srgbClr val="7660A8"/>
                  </a:gs>
                  <a:gs pos="20000">
                    <a:srgbClr val="7660A8">
                      <a:alpha val="0"/>
                    </a:srgbClr>
                  </a:gs>
                  <a:gs pos="80000">
                    <a:srgbClr val="7660A8">
                      <a:alpha val="0"/>
                    </a:srgbClr>
                  </a:gs>
                  <a:gs pos="100000">
                    <a:srgbClr val="7660A8">
                      <a:alpha val="0"/>
                    </a:srgb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oogle Shape;6361;p67"/>
            <p:cNvGrpSpPr/>
            <p:nvPr/>
          </p:nvGrpSpPr>
          <p:grpSpPr>
            <a:xfrm>
              <a:off x="5487615" y="2616365"/>
              <a:ext cx="423106" cy="659598"/>
              <a:chOff x="-47842400" y="2342000"/>
              <a:chExt cx="193000" cy="300875"/>
            </a:xfrm>
            <a:gradFill>
              <a:gsLst>
                <a:gs pos="0">
                  <a:srgbClr val="7660A8"/>
                </a:gs>
                <a:gs pos="100000">
                  <a:srgbClr val="D678AE"/>
                </a:gs>
              </a:gsLst>
              <a:lin ang="2700000" scaled="0"/>
            </a:gradFill>
          </p:grpSpPr>
          <p:sp>
            <p:nvSpPr>
              <p:cNvPr id="5" name="Google Shape;6362;p67"/>
              <p:cNvSpPr/>
              <p:nvPr>
                <p:custDataLst>
                  <p:tags r:id="rId9"/>
                </p:custDataLst>
              </p:nvPr>
            </p:nvSpPr>
            <p:spPr>
              <a:xfrm>
                <a:off x="-47809325" y="2412875"/>
                <a:ext cx="124475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4979" h="4979" extrusionOk="0">
                    <a:moveTo>
                      <a:pt x="1828" y="725"/>
                    </a:moveTo>
                    <a:cubicBezTo>
                      <a:pt x="2301" y="725"/>
                      <a:pt x="2679" y="1009"/>
                      <a:pt x="2805" y="1418"/>
                    </a:cubicBezTo>
                    <a:lnTo>
                      <a:pt x="1828" y="1418"/>
                    </a:lnTo>
                    <a:cubicBezTo>
                      <a:pt x="1639" y="1418"/>
                      <a:pt x="1482" y="1576"/>
                      <a:pt x="1482" y="1796"/>
                    </a:cubicBezTo>
                    <a:lnTo>
                      <a:pt x="1482" y="2773"/>
                    </a:lnTo>
                    <a:cubicBezTo>
                      <a:pt x="1072" y="2647"/>
                      <a:pt x="757" y="2269"/>
                      <a:pt x="757" y="1796"/>
                    </a:cubicBezTo>
                    <a:cubicBezTo>
                      <a:pt x="757" y="1198"/>
                      <a:pt x="1230" y="725"/>
                      <a:pt x="1828" y="725"/>
                    </a:cubicBezTo>
                    <a:close/>
                    <a:moveTo>
                      <a:pt x="2805" y="2143"/>
                    </a:moveTo>
                    <a:cubicBezTo>
                      <a:pt x="2679" y="2458"/>
                      <a:pt x="2458" y="2678"/>
                      <a:pt x="2175" y="2773"/>
                    </a:cubicBezTo>
                    <a:lnTo>
                      <a:pt x="2175" y="2143"/>
                    </a:lnTo>
                    <a:close/>
                    <a:moveTo>
                      <a:pt x="4286" y="2111"/>
                    </a:moveTo>
                    <a:lnTo>
                      <a:pt x="4286" y="4222"/>
                    </a:lnTo>
                    <a:lnTo>
                      <a:pt x="2143" y="4222"/>
                    </a:lnTo>
                    <a:lnTo>
                      <a:pt x="2143" y="3466"/>
                    </a:lnTo>
                    <a:cubicBezTo>
                      <a:pt x="2805" y="3309"/>
                      <a:pt x="3372" y="2804"/>
                      <a:pt x="3529" y="2111"/>
                    </a:cubicBezTo>
                    <a:close/>
                    <a:moveTo>
                      <a:pt x="1797" y="1"/>
                    </a:moveTo>
                    <a:cubicBezTo>
                      <a:pt x="789" y="1"/>
                      <a:pt x="1" y="788"/>
                      <a:pt x="1" y="1796"/>
                    </a:cubicBezTo>
                    <a:cubicBezTo>
                      <a:pt x="1" y="2647"/>
                      <a:pt x="599" y="3372"/>
                      <a:pt x="1450" y="3529"/>
                    </a:cubicBezTo>
                    <a:lnTo>
                      <a:pt x="1450" y="4632"/>
                    </a:lnTo>
                    <a:cubicBezTo>
                      <a:pt x="1450" y="4821"/>
                      <a:pt x="1576" y="4978"/>
                      <a:pt x="1797" y="4978"/>
                    </a:cubicBezTo>
                    <a:lnTo>
                      <a:pt x="4601" y="4978"/>
                    </a:lnTo>
                    <a:cubicBezTo>
                      <a:pt x="4790" y="4978"/>
                      <a:pt x="4947" y="4821"/>
                      <a:pt x="4947" y="4632"/>
                    </a:cubicBezTo>
                    <a:lnTo>
                      <a:pt x="4947" y="1828"/>
                    </a:lnTo>
                    <a:cubicBezTo>
                      <a:pt x="4979" y="1576"/>
                      <a:pt x="4821" y="1418"/>
                      <a:pt x="4632" y="1418"/>
                    </a:cubicBezTo>
                    <a:lnTo>
                      <a:pt x="3529" y="1418"/>
                    </a:lnTo>
                    <a:cubicBezTo>
                      <a:pt x="3372" y="631"/>
                      <a:pt x="2647" y="1"/>
                      <a:pt x="179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" name="Google Shape;6363;p67"/>
              <p:cNvSpPr/>
              <p:nvPr>
                <p:custDataLst>
                  <p:tags r:id="rId10"/>
                </p:custDataLst>
              </p:nvPr>
            </p:nvSpPr>
            <p:spPr>
              <a:xfrm>
                <a:off x="-47842400" y="2342000"/>
                <a:ext cx="193000" cy="300875"/>
              </a:xfrm>
              <a:custGeom>
                <a:avLst/>
                <a:gdLst/>
                <a:ahLst/>
                <a:cxnLst/>
                <a:rect l="l" t="t" r="r" b="b"/>
                <a:pathLst>
                  <a:path w="7720" h="12035" extrusionOk="0">
                    <a:moveTo>
                      <a:pt x="6995" y="725"/>
                    </a:moveTo>
                    <a:lnTo>
                      <a:pt x="6995" y="1418"/>
                    </a:lnTo>
                    <a:lnTo>
                      <a:pt x="662" y="1418"/>
                    </a:lnTo>
                    <a:lnTo>
                      <a:pt x="662" y="725"/>
                    </a:lnTo>
                    <a:close/>
                    <a:moveTo>
                      <a:pt x="7058" y="2142"/>
                    </a:moveTo>
                    <a:lnTo>
                      <a:pt x="7058" y="8506"/>
                    </a:lnTo>
                    <a:lnTo>
                      <a:pt x="694" y="8506"/>
                    </a:lnTo>
                    <a:lnTo>
                      <a:pt x="694" y="2142"/>
                    </a:lnTo>
                    <a:close/>
                    <a:moveTo>
                      <a:pt x="7058" y="9200"/>
                    </a:moveTo>
                    <a:lnTo>
                      <a:pt x="7058" y="11310"/>
                    </a:lnTo>
                    <a:lnTo>
                      <a:pt x="694" y="11310"/>
                    </a:lnTo>
                    <a:lnTo>
                      <a:pt x="694" y="9200"/>
                    </a:lnTo>
                    <a:close/>
                    <a:moveTo>
                      <a:pt x="347" y="0"/>
                    </a:moveTo>
                    <a:cubicBezTo>
                      <a:pt x="158" y="0"/>
                      <a:pt x="1" y="158"/>
                      <a:pt x="1" y="378"/>
                    </a:cubicBezTo>
                    <a:lnTo>
                      <a:pt x="1" y="11657"/>
                    </a:lnTo>
                    <a:cubicBezTo>
                      <a:pt x="1" y="11877"/>
                      <a:pt x="158" y="12035"/>
                      <a:pt x="347" y="12035"/>
                    </a:cubicBezTo>
                    <a:lnTo>
                      <a:pt x="7373" y="12035"/>
                    </a:lnTo>
                    <a:cubicBezTo>
                      <a:pt x="7562" y="12035"/>
                      <a:pt x="7719" y="11877"/>
                      <a:pt x="7719" y="11657"/>
                    </a:cubicBezTo>
                    <a:lnTo>
                      <a:pt x="7719" y="378"/>
                    </a:lnTo>
                    <a:cubicBezTo>
                      <a:pt x="7719" y="158"/>
                      <a:pt x="7562" y="0"/>
                      <a:pt x="73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" name="Google Shape;6364;p67"/>
              <p:cNvSpPr/>
              <p:nvPr>
                <p:custDataLst>
                  <p:tags r:id="rId11"/>
                </p:custDataLst>
              </p:nvPr>
            </p:nvSpPr>
            <p:spPr>
              <a:xfrm>
                <a:off x="-47772300" y="2589300"/>
                <a:ext cx="5280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765" y="725"/>
                    </a:lnTo>
                    <a:cubicBezTo>
                      <a:pt x="1954" y="725"/>
                      <a:pt x="2111" y="568"/>
                      <a:pt x="2111" y="347"/>
                    </a:cubicBezTo>
                    <a:cubicBezTo>
                      <a:pt x="2111" y="158"/>
                      <a:pt x="1954" y="1"/>
                      <a:pt x="17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 rot="0">
            <a:off x="8842375" y="1586865"/>
            <a:ext cx="1601470" cy="1601470"/>
            <a:chOff x="8700150" y="2214367"/>
            <a:chExt cx="1432899" cy="1432899"/>
          </a:xfrm>
        </p:grpSpPr>
        <p:sp>
          <p:nvSpPr>
            <p:cNvPr id="27" name="椭圆 26"/>
            <p:cNvSpPr/>
            <p:nvPr>
              <p:custDataLst>
                <p:tags r:id="rId13"/>
              </p:custDataLst>
            </p:nvPr>
          </p:nvSpPr>
          <p:spPr>
            <a:xfrm>
              <a:off x="8818124" y="2332341"/>
              <a:ext cx="1196950" cy="119695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 w="38100">
              <a:gradFill>
                <a:gsLst>
                  <a:gs pos="0">
                    <a:srgbClr val="7660A8"/>
                  </a:gs>
                  <a:gs pos="100000">
                    <a:srgbClr val="D678AE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椭圆 28"/>
            <p:cNvSpPr/>
            <p:nvPr>
              <p:custDataLst>
                <p:tags r:id="rId14"/>
              </p:custDataLst>
            </p:nvPr>
          </p:nvSpPr>
          <p:spPr>
            <a:xfrm>
              <a:off x="8700150" y="2214367"/>
              <a:ext cx="1432899" cy="1432899"/>
            </a:xfrm>
            <a:prstGeom prst="ellipse">
              <a:avLst/>
            </a:prstGeom>
            <a:noFill/>
            <a:ln w="38100">
              <a:gradFill>
                <a:gsLst>
                  <a:gs pos="0">
                    <a:srgbClr val="7660A8">
                      <a:alpha val="0"/>
                    </a:srgbClr>
                  </a:gs>
                  <a:gs pos="50000">
                    <a:srgbClr val="7660A8"/>
                  </a:gs>
                  <a:gs pos="20000">
                    <a:srgbClr val="7660A8">
                      <a:alpha val="0"/>
                    </a:srgbClr>
                  </a:gs>
                  <a:gs pos="80000">
                    <a:srgbClr val="7660A8">
                      <a:alpha val="0"/>
                    </a:srgbClr>
                  </a:gs>
                  <a:gs pos="100000">
                    <a:srgbClr val="7660A8">
                      <a:alpha val="0"/>
                    </a:srgb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oogle Shape;6443;p67"/>
            <p:cNvGrpSpPr/>
            <p:nvPr/>
          </p:nvGrpSpPr>
          <p:grpSpPr>
            <a:xfrm>
              <a:off x="9191603" y="2621280"/>
              <a:ext cx="639770" cy="639720"/>
              <a:chOff x="-47159525" y="2342000"/>
              <a:chExt cx="300900" cy="300875"/>
            </a:xfrm>
            <a:gradFill>
              <a:gsLst>
                <a:gs pos="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</p:grpSpPr>
          <p:sp>
            <p:nvSpPr>
              <p:cNvPr id="12" name="Google Shape;6444;p67"/>
              <p:cNvSpPr/>
              <p:nvPr>
                <p:custDataLst>
                  <p:tags r:id="rId15"/>
                </p:custDataLst>
              </p:nvPr>
            </p:nvSpPr>
            <p:spPr>
              <a:xfrm>
                <a:off x="-47122500" y="2376650"/>
                <a:ext cx="123675" cy="125250"/>
              </a:xfrm>
              <a:custGeom>
                <a:avLst/>
                <a:gdLst/>
                <a:ahLst/>
                <a:cxnLst/>
                <a:rect l="l" t="t" r="r" b="b"/>
                <a:pathLst>
                  <a:path w="4947" h="5010" extrusionOk="0">
                    <a:moveTo>
                      <a:pt x="1765" y="756"/>
                    </a:moveTo>
                    <a:cubicBezTo>
                      <a:pt x="2237" y="756"/>
                      <a:pt x="2615" y="1008"/>
                      <a:pt x="2741" y="1450"/>
                    </a:cubicBezTo>
                    <a:lnTo>
                      <a:pt x="1765" y="1450"/>
                    </a:lnTo>
                    <a:cubicBezTo>
                      <a:pt x="1575" y="1450"/>
                      <a:pt x="1418" y="1607"/>
                      <a:pt x="1418" y="1828"/>
                    </a:cubicBezTo>
                    <a:lnTo>
                      <a:pt x="1418" y="2804"/>
                    </a:lnTo>
                    <a:cubicBezTo>
                      <a:pt x="1008" y="2647"/>
                      <a:pt x="693" y="2237"/>
                      <a:pt x="693" y="1828"/>
                    </a:cubicBezTo>
                    <a:cubicBezTo>
                      <a:pt x="693" y="1229"/>
                      <a:pt x="1166" y="756"/>
                      <a:pt x="1765" y="756"/>
                    </a:cubicBezTo>
                    <a:close/>
                    <a:moveTo>
                      <a:pt x="2741" y="2174"/>
                    </a:moveTo>
                    <a:cubicBezTo>
                      <a:pt x="2615" y="2458"/>
                      <a:pt x="2395" y="2678"/>
                      <a:pt x="2111" y="2804"/>
                    </a:cubicBezTo>
                    <a:lnTo>
                      <a:pt x="2111" y="2174"/>
                    </a:lnTo>
                    <a:close/>
                    <a:moveTo>
                      <a:pt x="4253" y="2143"/>
                    </a:moveTo>
                    <a:lnTo>
                      <a:pt x="4253" y="4285"/>
                    </a:lnTo>
                    <a:lnTo>
                      <a:pt x="2111" y="4285"/>
                    </a:lnTo>
                    <a:lnTo>
                      <a:pt x="2111" y="3497"/>
                    </a:lnTo>
                    <a:cubicBezTo>
                      <a:pt x="2804" y="3340"/>
                      <a:pt x="3340" y="2836"/>
                      <a:pt x="3497" y="2143"/>
                    </a:cubicBezTo>
                    <a:close/>
                    <a:moveTo>
                      <a:pt x="1765" y="0"/>
                    </a:moveTo>
                    <a:cubicBezTo>
                      <a:pt x="788" y="0"/>
                      <a:pt x="0" y="788"/>
                      <a:pt x="0" y="1765"/>
                    </a:cubicBezTo>
                    <a:cubicBezTo>
                      <a:pt x="0" y="2647"/>
                      <a:pt x="567" y="3340"/>
                      <a:pt x="1418" y="3497"/>
                    </a:cubicBezTo>
                    <a:lnTo>
                      <a:pt x="1418" y="4663"/>
                    </a:lnTo>
                    <a:cubicBezTo>
                      <a:pt x="1418" y="4852"/>
                      <a:pt x="1575" y="5010"/>
                      <a:pt x="1765" y="5010"/>
                    </a:cubicBezTo>
                    <a:lnTo>
                      <a:pt x="4600" y="5010"/>
                    </a:lnTo>
                    <a:cubicBezTo>
                      <a:pt x="4789" y="5010"/>
                      <a:pt x="4947" y="4852"/>
                      <a:pt x="4947" y="4663"/>
                    </a:cubicBezTo>
                    <a:lnTo>
                      <a:pt x="4947" y="1765"/>
                    </a:lnTo>
                    <a:cubicBezTo>
                      <a:pt x="4947" y="1576"/>
                      <a:pt x="4789" y="1418"/>
                      <a:pt x="4600" y="1418"/>
                    </a:cubicBezTo>
                    <a:lnTo>
                      <a:pt x="3497" y="1418"/>
                    </a:lnTo>
                    <a:cubicBezTo>
                      <a:pt x="3340" y="630"/>
                      <a:pt x="2615" y="0"/>
                      <a:pt x="17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" name="Google Shape;6445;p67"/>
              <p:cNvSpPr/>
              <p:nvPr>
                <p:custDataLst>
                  <p:tags r:id="rId16"/>
                </p:custDataLst>
              </p:nvPr>
            </p:nvSpPr>
            <p:spPr>
              <a:xfrm>
                <a:off x="-47159525" y="2342000"/>
                <a:ext cx="300900" cy="300875"/>
              </a:xfrm>
              <a:custGeom>
                <a:avLst/>
                <a:gdLst/>
                <a:ahLst/>
                <a:cxnLst/>
                <a:rect l="l" t="t" r="r" b="b"/>
                <a:pathLst>
                  <a:path w="12036" h="12035" extrusionOk="0">
                    <a:moveTo>
                      <a:pt x="7089" y="1229"/>
                    </a:moveTo>
                    <a:lnTo>
                      <a:pt x="8003" y="2142"/>
                    </a:lnTo>
                    <a:lnTo>
                      <a:pt x="7089" y="2142"/>
                    </a:lnTo>
                    <a:lnTo>
                      <a:pt x="7089" y="1229"/>
                    </a:lnTo>
                    <a:close/>
                    <a:moveTo>
                      <a:pt x="8538" y="6396"/>
                    </a:moveTo>
                    <a:lnTo>
                      <a:pt x="8538" y="6711"/>
                    </a:lnTo>
                    <a:cubicBezTo>
                      <a:pt x="8538" y="6900"/>
                      <a:pt x="8664" y="7057"/>
                      <a:pt x="8885" y="7057"/>
                    </a:cubicBezTo>
                    <a:cubicBezTo>
                      <a:pt x="9074" y="7057"/>
                      <a:pt x="9231" y="6900"/>
                      <a:pt x="9231" y="6711"/>
                    </a:cubicBezTo>
                    <a:lnTo>
                      <a:pt x="9231" y="6427"/>
                    </a:lnTo>
                    <a:cubicBezTo>
                      <a:pt x="10303" y="6585"/>
                      <a:pt x="11153" y="7467"/>
                      <a:pt x="11311" y="8506"/>
                    </a:cubicBezTo>
                    <a:lnTo>
                      <a:pt x="10996" y="8506"/>
                    </a:lnTo>
                    <a:cubicBezTo>
                      <a:pt x="10807" y="8506"/>
                      <a:pt x="10649" y="8664"/>
                      <a:pt x="10649" y="8884"/>
                    </a:cubicBezTo>
                    <a:cubicBezTo>
                      <a:pt x="10649" y="9073"/>
                      <a:pt x="10807" y="9231"/>
                      <a:pt x="10996" y="9231"/>
                    </a:cubicBezTo>
                    <a:lnTo>
                      <a:pt x="11311" y="9231"/>
                    </a:lnTo>
                    <a:cubicBezTo>
                      <a:pt x="11153" y="10302"/>
                      <a:pt x="10303" y="11121"/>
                      <a:pt x="9231" y="11279"/>
                    </a:cubicBezTo>
                    <a:lnTo>
                      <a:pt x="9231" y="10964"/>
                    </a:lnTo>
                    <a:cubicBezTo>
                      <a:pt x="9231" y="10775"/>
                      <a:pt x="9074" y="10617"/>
                      <a:pt x="8885" y="10617"/>
                    </a:cubicBezTo>
                    <a:cubicBezTo>
                      <a:pt x="8664" y="10617"/>
                      <a:pt x="8538" y="10775"/>
                      <a:pt x="8538" y="10964"/>
                    </a:cubicBezTo>
                    <a:lnTo>
                      <a:pt x="8538" y="11279"/>
                    </a:lnTo>
                    <a:cubicBezTo>
                      <a:pt x="7467" y="11121"/>
                      <a:pt x="6585" y="10239"/>
                      <a:pt x="6428" y="9200"/>
                    </a:cubicBezTo>
                    <a:lnTo>
                      <a:pt x="6743" y="9200"/>
                    </a:lnTo>
                    <a:cubicBezTo>
                      <a:pt x="6963" y="9200"/>
                      <a:pt x="7089" y="9042"/>
                      <a:pt x="7089" y="8821"/>
                    </a:cubicBezTo>
                    <a:cubicBezTo>
                      <a:pt x="7089" y="8632"/>
                      <a:pt x="6963" y="8475"/>
                      <a:pt x="6743" y="8475"/>
                    </a:cubicBezTo>
                    <a:lnTo>
                      <a:pt x="6428" y="8475"/>
                    </a:lnTo>
                    <a:cubicBezTo>
                      <a:pt x="6585" y="7404"/>
                      <a:pt x="7467" y="6553"/>
                      <a:pt x="8538" y="6396"/>
                    </a:cubicBezTo>
                    <a:close/>
                    <a:moveTo>
                      <a:pt x="6428" y="725"/>
                    </a:moveTo>
                    <a:lnTo>
                      <a:pt x="6428" y="2489"/>
                    </a:lnTo>
                    <a:cubicBezTo>
                      <a:pt x="6428" y="2678"/>
                      <a:pt x="6585" y="2836"/>
                      <a:pt x="6774" y="2836"/>
                    </a:cubicBezTo>
                    <a:lnTo>
                      <a:pt x="8570" y="2836"/>
                    </a:lnTo>
                    <a:lnTo>
                      <a:pt x="8570" y="5734"/>
                    </a:lnTo>
                    <a:cubicBezTo>
                      <a:pt x="6995" y="5892"/>
                      <a:pt x="5766" y="7246"/>
                      <a:pt x="5766" y="8884"/>
                    </a:cubicBezTo>
                    <a:cubicBezTo>
                      <a:pt x="5766" y="9861"/>
                      <a:pt x="6238" y="10775"/>
                      <a:pt x="6932" y="11310"/>
                    </a:cubicBezTo>
                    <a:lnTo>
                      <a:pt x="757" y="11310"/>
                    </a:lnTo>
                    <a:lnTo>
                      <a:pt x="757" y="725"/>
                    </a:lnTo>
                    <a:close/>
                    <a:moveTo>
                      <a:pt x="379" y="0"/>
                    </a:moveTo>
                    <a:cubicBezTo>
                      <a:pt x="158" y="0"/>
                      <a:pt x="0" y="158"/>
                      <a:pt x="0" y="378"/>
                    </a:cubicBezTo>
                    <a:lnTo>
                      <a:pt x="0" y="11657"/>
                    </a:lnTo>
                    <a:cubicBezTo>
                      <a:pt x="0" y="11877"/>
                      <a:pt x="158" y="12035"/>
                      <a:pt x="379" y="12035"/>
                    </a:cubicBezTo>
                    <a:lnTo>
                      <a:pt x="8822" y="12035"/>
                    </a:lnTo>
                    <a:cubicBezTo>
                      <a:pt x="10555" y="12035"/>
                      <a:pt x="11972" y="10617"/>
                      <a:pt x="11972" y="8884"/>
                    </a:cubicBezTo>
                    <a:cubicBezTo>
                      <a:pt x="12035" y="7215"/>
                      <a:pt x="10807" y="5892"/>
                      <a:pt x="9231" y="5734"/>
                    </a:cubicBezTo>
                    <a:lnTo>
                      <a:pt x="9231" y="2489"/>
                    </a:lnTo>
                    <a:cubicBezTo>
                      <a:pt x="9231" y="2426"/>
                      <a:pt x="9200" y="2300"/>
                      <a:pt x="9105" y="2268"/>
                    </a:cubicBezTo>
                    <a:lnTo>
                      <a:pt x="6995" y="126"/>
                    </a:lnTo>
                    <a:cubicBezTo>
                      <a:pt x="6900" y="63"/>
                      <a:pt x="6837" y="0"/>
                      <a:pt x="674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" name="Google Shape;6446;p67"/>
              <p:cNvSpPr/>
              <p:nvPr>
                <p:custDataLst>
                  <p:tags r:id="rId17"/>
                </p:custDataLst>
              </p:nvPr>
            </p:nvSpPr>
            <p:spPr>
              <a:xfrm>
                <a:off x="-46946075" y="2537325"/>
                <a:ext cx="35450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419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1071"/>
                    </a:lnTo>
                    <a:cubicBezTo>
                      <a:pt x="0" y="1260"/>
                      <a:pt x="158" y="1418"/>
                      <a:pt x="347" y="1418"/>
                    </a:cubicBezTo>
                    <a:lnTo>
                      <a:pt x="1040" y="1418"/>
                    </a:lnTo>
                    <a:cubicBezTo>
                      <a:pt x="1261" y="1418"/>
                      <a:pt x="1418" y="1260"/>
                      <a:pt x="1418" y="1071"/>
                    </a:cubicBezTo>
                    <a:cubicBezTo>
                      <a:pt x="1387" y="851"/>
                      <a:pt x="1261" y="693"/>
                      <a:pt x="1040" y="693"/>
                    </a:cubicBezTo>
                    <a:lnTo>
                      <a:pt x="693" y="693"/>
                    </a:lnTo>
                    <a:lnTo>
                      <a:pt x="693" y="347"/>
                    </a:ln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" name="Google Shape;6447;p67"/>
              <p:cNvSpPr/>
              <p:nvPr>
                <p:custDataLst>
                  <p:tags r:id="rId18"/>
                </p:custDataLst>
              </p:nvPr>
            </p:nvSpPr>
            <p:spPr>
              <a:xfrm>
                <a:off x="-47122500" y="2537325"/>
                <a:ext cx="874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3498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lnTo>
                      <a:pt x="3151" y="693"/>
                    </a:lnTo>
                    <a:cubicBezTo>
                      <a:pt x="3340" y="693"/>
                      <a:pt x="3497" y="536"/>
                      <a:pt x="3497" y="347"/>
                    </a:cubicBezTo>
                    <a:cubicBezTo>
                      <a:pt x="3497" y="158"/>
                      <a:pt x="3340" y="0"/>
                      <a:pt x="31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" name="Google Shape;6448;p67"/>
              <p:cNvSpPr/>
              <p:nvPr>
                <p:custDataLst>
                  <p:tags r:id="rId19"/>
                </p:custDataLst>
              </p:nvPr>
            </p:nvSpPr>
            <p:spPr>
              <a:xfrm>
                <a:off x="-47122500" y="2572775"/>
                <a:ext cx="874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3498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lnTo>
                      <a:pt x="3151" y="693"/>
                    </a:lnTo>
                    <a:cubicBezTo>
                      <a:pt x="3340" y="693"/>
                      <a:pt x="3497" y="536"/>
                      <a:pt x="3497" y="347"/>
                    </a:cubicBezTo>
                    <a:cubicBezTo>
                      <a:pt x="3497" y="158"/>
                      <a:pt x="3340" y="0"/>
                      <a:pt x="31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46" name="文本框 45"/>
          <p:cNvSpPr txBox="1"/>
          <p:nvPr>
            <p:custDataLst>
              <p:tags r:id="rId20"/>
            </p:custDataLst>
          </p:nvPr>
        </p:nvSpPr>
        <p:spPr>
          <a:xfrm>
            <a:off x="671830" y="3330575"/>
            <a:ext cx="35566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{desc_1}</a:t>
            </a:r>
            <a:endParaRPr lang="en-US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21"/>
            </p:custDataLst>
          </p:nvPr>
        </p:nvSpPr>
        <p:spPr>
          <a:xfrm>
            <a:off x="683260" y="3603625"/>
            <a:ext cx="35433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微软雅黑" panose="020B0503020204020204" charset="-122"/>
                <a:ea typeface="微软雅黑" panose="020B0503020204020204" charset="-122"/>
              </a:rPr>
              <a:t>{content_1}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22"/>
            </p:custDataLst>
          </p:nvPr>
        </p:nvSpPr>
        <p:spPr>
          <a:xfrm>
            <a:off x="4533265" y="3330575"/>
            <a:ext cx="36074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{desc_2}</a:t>
            </a:r>
            <a:endParaRPr lang="en-US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23"/>
            </p:custDataLst>
          </p:nvPr>
        </p:nvSpPr>
        <p:spPr>
          <a:xfrm>
            <a:off x="4544695" y="3613785"/>
            <a:ext cx="359600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微软雅黑" panose="020B0503020204020204" charset="-122"/>
                <a:ea typeface="微软雅黑" panose="020B0503020204020204" charset="-122"/>
              </a:rPr>
              <a:t>{content_2}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24"/>
            </p:custDataLst>
          </p:nvPr>
        </p:nvSpPr>
        <p:spPr>
          <a:xfrm>
            <a:off x="8542020" y="3344545"/>
            <a:ext cx="33724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{desc_3}</a:t>
            </a:r>
            <a:endParaRPr lang="en-US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25"/>
            </p:custDataLst>
          </p:nvPr>
        </p:nvSpPr>
        <p:spPr>
          <a:xfrm>
            <a:off x="8583930" y="3618230"/>
            <a:ext cx="317690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微软雅黑" panose="020B0503020204020204" charset="-122"/>
                <a:ea typeface="微软雅黑" panose="020B0503020204020204" charset="-122"/>
              </a:rPr>
              <a:t>{content_3}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旋转白色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11373485" y="119380"/>
            <a:ext cx="714375" cy="666115"/>
          </a:xfrm>
          <a:prstGeom prst="rect">
            <a:avLst/>
          </a:prstGeom>
        </p:spPr>
      </p:pic>
      <p:sp>
        <p:nvSpPr>
          <p:cNvPr id="56" name="矩形 55"/>
          <p:cNvSpPr/>
          <p:nvPr/>
        </p:nvSpPr>
        <p:spPr>
          <a:xfrm>
            <a:off x="408305" y="280670"/>
            <a:ext cx="2742565" cy="706755"/>
          </a:xfrm>
          <a:prstGeom prst="rect">
            <a:avLst/>
          </a:prstGeom>
        </p:spPr>
        <p:txBody>
          <a:bodyPr wrap="none">
            <a:spAutoFit/>
          </a:bodyPr>
          <a:p>
            <a:pPr lvl="0"/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{sub_title}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604;p44"/>
          <p:cNvSpPr/>
          <p:nvPr>
            <p:custDataLst>
              <p:tags r:id="rId1"/>
            </p:custDataLst>
          </p:nvPr>
        </p:nvSpPr>
        <p:spPr>
          <a:xfrm>
            <a:off x="3498215" y="1132205"/>
            <a:ext cx="4483100" cy="606425"/>
          </a:xfrm>
          <a:custGeom>
            <a:avLst/>
            <a:gdLst/>
            <a:ahLst/>
            <a:cxnLst/>
            <a:rect l="l" t="t" r="r" b="b"/>
            <a:pathLst>
              <a:path w="8909" h="1876" extrusionOk="0">
                <a:moveTo>
                  <a:pt x="1" y="0"/>
                </a:moveTo>
                <a:lnTo>
                  <a:pt x="1" y="1875"/>
                </a:lnTo>
                <a:lnTo>
                  <a:pt x="8209" y="1875"/>
                </a:lnTo>
                <a:lnTo>
                  <a:pt x="8908" y="931"/>
                </a:lnTo>
                <a:lnTo>
                  <a:pt x="8209" y="0"/>
                </a:lnTo>
                <a:close/>
              </a:path>
            </a:pathLst>
          </a:custGeom>
          <a:solidFill>
            <a:srgbClr val="7660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" name="图片 1" descr="旋转白色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373485" y="119380"/>
            <a:ext cx="714375" cy="66611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08305" y="280670"/>
            <a:ext cx="2742565" cy="706755"/>
          </a:xfrm>
          <a:prstGeom prst="rect">
            <a:avLst/>
          </a:prstGeom>
        </p:spPr>
        <p:txBody>
          <a:bodyPr wrap="none">
            <a:spAutoFit/>
          </a:bodyPr>
          <a:p>
            <a:pPr lvl="0"/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{sub_title}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Google Shape;602;p44"/>
          <p:cNvSpPr/>
          <p:nvPr>
            <p:custDataLst>
              <p:tags r:id="rId4"/>
            </p:custDataLst>
          </p:nvPr>
        </p:nvSpPr>
        <p:spPr>
          <a:xfrm>
            <a:off x="2833370" y="1435100"/>
            <a:ext cx="7506970" cy="1141730"/>
          </a:xfrm>
          <a:custGeom>
            <a:avLst/>
            <a:gdLst/>
            <a:ahLst/>
            <a:cxnLst/>
            <a:rect l="l" t="t" r="r" b="b"/>
            <a:pathLst>
              <a:path w="10849" h="3441" extrusionOk="0">
                <a:moveTo>
                  <a:pt x="1" y="1"/>
                </a:moveTo>
                <a:lnTo>
                  <a:pt x="1" y="3441"/>
                </a:lnTo>
                <a:lnTo>
                  <a:pt x="9752" y="3441"/>
                </a:lnTo>
                <a:lnTo>
                  <a:pt x="10848" y="1703"/>
                </a:lnTo>
                <a:lnTo>
                  <a:pt x="9752" y="1"/>
                </a:lnTo>
                <a:close/>
              </a:path>
            </a:pathLst>
          </a:custGeom>
          <a:solidFill>
            <a:srgbClr val="7660A8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605;p44"/>
          <p:cNvSpPr/>
          <p:nvPr>
            <p:custDataLst>
              <p:tags r:id="rId5"/>
            </p:custDataLst>
          </p:nvPr>
        </p:nvSpPr>
        <p:spPr>
          <a:xfrm>
            <a:off x="2011680" y="1343025"/>
            <a:ext cx="1342390" cy="1342390"/>
          </a:xfrm>
          <a:custGeom>
            <a:avLst/>
            <a:gdLst/>
            <a:ahLst/>
            <a:cxnLst/>
            <a:rect l="l" t="t" r="r" b="b"/>
            <a:pathLst>
              <a:path w="5281" h="5280" extrusionOk="0">
                <a:moveTo>
                  <a:pt x="2641" y="0"/>
                </a:moveTo>
                <a:cubicBezTo>
                  <a:pt x="1176" y="0"/>
                  <a:pt x="1" y="1183"/>
                  <a:pt x="1" y="2640"/>
                </a:cubicBezTo>
                <a:cubicBezTo>
                  <a:pt x="1" y="4097"/>
                  <a:pt x="1176" y="5280"/>
                  <a:pt x="2641" y="5280"/>
                </a:cubicBezTo>
                <a:cubicBezTo>
                  <a:pt x="4098" y="5280"/>
                  <a:pt x="5280" y="4097"/>
                  <a:pt x="5280" y="2640"/>
                </a:cubicBezTo>
                <a:cubicBezTo>
                  <a:pt x="5280" y="1183"/>
                  <a:pt x="4098" y="0"/>
                  <a:pt x="2641" y="0"/>
                </a:cubicBezTo>
                <a:close/>
              </a:path>
            </a:pathLst>
          </a:custGeom>
          <a:solidFill>
            <a:srgbClr val="7660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606;p44"/>
          <p:cNvSpPr/>
          <p:nvPr>
            <p:custDataLst>
              <p:tags r:id="rId6"/>
            </p:custDataLst>
          </p:nvPr>
        </p:nvSpPr>
        <p:spPr>
          <a:xfrm>
            <a:off x="2259330" y="1452245"/>
            <a:ext cx="984885" cy="986155"/>
          </a:xfrm>
          <a:custGeom>
            <a:avLst/>
            <a:gdLst/>
            <a:ahLst/>
            <a:cxnLst/>
            <a:rect l="l" t="t" r="r" b="b"/>
            <a:pathLst>
              <a:path w="3874" h="3874" extrusionOk="0">
                <a:moveTo>
                  <a:pt x="1941" y="0"/>
                </a:moveTo>
                <a:cubicBezTo>
                  <a:pt x="866" y="0"/>
                  <a:pt x="0" y="866"/>
                  <a:pt x="0" y="1933"/>
                </a:cubicBezTo>
                <a:cubicBezTo>
                  <a:pt x="0" y="3008"/>
                  <a:pt x="866" y="3873"/>
                  <a:pt x="1941" y="3873"/>
                </a:cubicBezTo>
                <a:cubicBezTo>
                  <a:pt x="3008" y="3873"/>
                  <a:pt x="3874" y="3008"/>
                  <a:pt x="3874" y="1933"/>
                </a:cubicBezTo>
                <a:cubicBezTo>
                  <a:pt x="3874" y="866"/>
                  <a:pt x="3008" y="0"/>
                  <a:pt x="194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5945;p50"/>
          <p:cNvSpPr/>
          <p:nvPr>
            <p:custDataLst>
              <p:tags r:id="rId7"/>
            </p:custDataLst>
          </p:nvPr>
        </p:nvSpPr>
        <p:spPr>
          <a:xfrm>
            <a:off x="2586355" y="1610995"/>
            <a:ext cx="506095" cy="502920"/>
          </a:xfrm>
          <a:custGeom>
            <a:avLst/>
            <a:gdLst/>
            <a:ahLst/>
            <a:cxnLst/>
            <a:rect l="l" t="t" r="r" b="b"/>
            <a:pathLst>
              <a:path w="12760" h="12673" extrusionOk="0">
                <a:moveTo>
                  <a:pt x="2225" y="866"/>
                </a:moveTo>
                <a:cubicBezTo>
                  <a:pt x="2371" y="866"/>
                  <a:pt x="2521" y="929"/>
                  <a:pt x="2647" y="1056"/>
                </a:cubicBezTo>
                <a:lnTo>
                  <a:pt x="3245" y="1654"/>
                </a:lnTo>
                <a:lnTo>
                  <a:pt x="1702" y="3166"/>
                </a:lnTo>
                <a:lnTo>
                  <a:pt x="1103" y="2599"/>
                </a:lnTo>
                <a:cubicBezTo>
                  <a:pt x="1072" y="2536"/>
                  <a:pt x="977" y="2473"/>
                  <a:pt x="977" y="2379"/>
                </a:cubicBezTo>
                <a:cubicBezTo>
                  <a:pt x="914" y="2190"/>
                  <a:pt x="946" y="1906"/>
                  <a:pt x="1103" y="1749"/>
                </a:cubicBezTo>
                <a:lnTo>
                  <a:pt x="1828" y="1056"/>
                </a:lnTo>
                <a:cubicBezTo>
                  <a:pt x="1938" y="929"/>
                  <a:pt x="2080" y="866"/>
                  <a:pt x="2225" y="866"/>
                </a:cubicBezTo>
                <a:close/>
                <a:moveTo>
                  <a:pt x="3812" y="2221"/>
                </a:moveTo>
                <a:lnTo>
                  <a:pt x="4506" y="2914"/>
                </a:lnTo>
                <a:lnTo>
                  <a:pt x="2962" y="4427"/>
                </a:lnTo>
                <a:lnTo>
                  <a:pt x="2300" y="3765"/>
                </a:lnTo>
                <a:lnTo>
                  <a:pt x="3812" y="2221"/>
                </a:lnTo>
                <a:close/>
                <a:moveTo>
                  <a:pt x="9452" y="1056"/>
                </a:moveTo>
                <a:lnTo>
                  <a:pt x="11783" y="3387"/>
                </a:lnTo>
                <a:lnTo>
                  <a:pt x="8979" y="6159"/>
                </a:lnTo>
                <a:lnTo>
                  <a:pt x="6648" y="3828"/>
                </a:lnTo>
                <a:lnTo>
                  <a:pt x="7908" y="2599"/>
                </a:lnTo>
                <a:lnTo>
                  <a:pt x="8790" y="3450"/>
                </a:lnTo>
                <a:cubicBezTo>
                  <a:pt x="8869" y="3529"/>
                  <a:pt x="8979" y="3568"/>
                  <a:pt x="9090" y="3568"/>
                </a:cubicBezTo>
                <a:cubicBezTo>
                  <a:pt x="9200" y="3568"/>
                  <a:pt x="9310" y="3529"/>
                  <a:pt x="9389" y="3450"/>
                </a:cubicBezTo>
                <a:cubicBezTo>
                  <a:pt x="9546" y="3292"/>
                  <a:pt x="9546" y="3009"/>
                  <a:pt x="9389" y="2851"/>
                </a:cubicBezTo>
                <a:lnTo>
                  <a:pt x="8507" y="2001"/>
                </a:lnTo>
                <a:lnTo>
                  <a:pt x="9452" y="1056"/>
                </a:lnTo>
                <a:close/>
                <a:moveTo>
                  <a:pt x="5041" y="3450"/>
                </a:moveTo>
                <a:cubicBezTo>
                  <a:pt x="5356" y="3765"/>
                  <a:pt x="10366" y="8711"/>
                  <a:pt x="10523" y="8932"/>
                </a:cubicBezTo>
                <a:lnTo>
                  <a:pt x="8948" y="10412"/>
                </a:lnTo>
                <a:lnTo>
                  <a:pt x="3497" y="4994"/>
                </a:lnTo>
                <a:lnTo>
                  <a:pt x="5041" y="3450"/>
                </a:lnTo>
                <a:close/>
                <a:moveTo>
                  <a:pt x="10996" y="9625"/>
                </a:moveTo>
                <a:lnTo>
                  <a:pt x="11657" y="11610"/>
                </a:lnTo>
                <a:lnTo>
                  <a:pt x="9609" y="10948"/>
                </a:lnTo>
                <a:lnTo>
                  <a:pt x="10996" y="9625"/>
                </a:lnTo>
                <a:close/>
                <a:moveTo>
                  <a:pt x="3939" y="6600"/>
                </a:moveTo>
                <a:lnTo>
                  <a:pt x="6270" y="8932"/>
                </a:lnTo>
                <a:lnTo>
                  <a:pt x="3466" y="11736"/>
                </a:lnTo>
                <a:lnTo>
                  <a:pt x="1135" y="9404"/>
                </a:lnTo>
                <a:lnTo>
                  <a:pt x="2489" y="8050"/>
                </a:lnTo>
                <a:lnTo>
                  <a:pt x="3340" y="8932"/>
                </a:lnTo>
                <a:cubicBezTo>
                  <a:pt x="3419" y="9010"/>
                  <a:pt x="3529" y="9050"/>
                  <a:pt x="3639" y="9050"/>
                </a:cubicBezTo>
                <a:cubicBezTo>
                  <a:pt x="3749" y="9050"/>
                  <a:pt x="3860" y="9010"/>
                  <a:pt x="3939" y="8932"/>
                </a:cubicBezTo>
                <a:cubicBezTo>
                  <a:pt x="4096" y="8774"/>
                  <a:pt x="4096" y="8491"/>
                  <a:pt x="3939" y="8333"/>
                </a:cubicBezTo>
                <a:lnTo>
                  <a:pt x="3088" y="7482"/>
                </a:lnTo>
                <a:lnTo>
                  <a:pt x="3939" y="6600"/>
                </a:lnTo>
                <a:close/>
                <a:moveTo>
                  <a:pt x="2194" y="0"/>
                </a:moveTo>
                <a:cubicBezTo>
                  <a:pt x="1828" y="0"/>
                  <a:pt x="1465" y="142"/>
                  <a:pt x="1198" y="425"/>
                </a:cubicBezTo>
                <a:lnTo>
                  <a:pt x="473" y="1119"/>
                </a:lnTo>
                <a:cubicBezTo>
                  <a:pt x="221" y="1402"/>
                  <a:pt x="95" y="1749"/>
                  <a:pt x="95" y="2127"/>
                </a:cubicBezTo>
                <a:cubicBezTo>
                  <a:pt x="95" y="2473"/>
                  <a:pt x="252" y="2851"/>
                  <a:pt x="473" y="3103"/>
                </a:cubicBezTo>
                <a:lnTo>
                  <a:pt x="1387" y="4017"/>
                </a:lnTo>
                <a:cubicBezTo>
                  <a:pt x="1387" y="4017"/>
                  <a:pt x="2647" y="5277"/>
                  <a:pt x="2615" y="5277"/>
                </a:cubicBezTo>
                <a:lnTo>
                  <a:pt x="3277" y="5939"/>
                </a:lnTo>
                <a:lnTo>
                  <a:pt x="2174" y="7041"/>
                </a:lnTo>
                <a:lnTo>
                  <a:pt x="2048" y="7167"/>
                </a:lnTo>
                <a:lnTo>
                  <a:pt x="158" y="9058"/>
                </a:lnTo>
                <a:cubicBezTo>
                  <a:pt x="0" y="9215"/>
                  <a:pt x="0" y="9467"/>
                  <a:pt x="158" y="9625"/>
                </a:cubicBezTo>
                <a:lnTo>
                  <a:pt x="3088" y="12555"/>
                </a:lnTo>
                <a:cubicBezTo>
                  <a:pt x="3167" y="12634"/>
                  <a:pt x="3269" y="12673"/>
                  <a:pt x="3371" y="12673"/>
                </a:cubicBezTo>
                <a:cubicBezTo>
                  <a:pt x="3474" y="12673"/>
                  <a:pt x="3576" y="12634"/>
                  <a:pt x="3655" y="12555"/>
                </a:cubicBezTo>
                <a:lnTo>
                  <a:pt x="6742" y="9467"/>
                </a:lnTo>
                <a:lnTo>
                  <a:pt x="8570" y="11295"/>
                </a:lnTo>
                <a:cubicBezTo>
                  <a:pt x="8601" y="11326"/>
                  <a:pt x="8633" y="11358"/>
                  <a:pt x="8696" y="11358"/>
                </a:cubicBezTo>
                <a:cubicBezTo>
                  <a:pt x="8759" y="11452"/>
                  <a:pt x="8822" y="11515"/>
                  <a:pt x="8948" y="11578"/>
                </a:cubicBezTo>
                <a:lnTo>
                  <a:pt x="12098" y="12618"/>
                </a:lnTo>
                <a:cubicBezTo>
                  <a:pt x="12147" y="12637"/>
                  <a:pt x="12196" y="12646"/>
                  <a:pt x="12243" y="12646"/>
                </a:cubicBezTo>
                <a:cubicBezTo>
                  <a:pt x="12500" y="12646"/>
                  <a:pt x="12709" y="12380"/>
                  <a:pt x="12602" y="12114"/>
                </a:cubicBezTo>
                <a:lnTo>
                  <a:pt x="11657" y="8963"/>
                </a:lnTo>
                <a:cubicBezTo>
                  <a:pt x="11626" y="8900"/>
                  <a:pt x="11594" y="8806"/>
                  <a:pt x="11468" y="8743"/>
                </a:cubicBezTo>
                <a:cubicBezTo>
                  <a:pt x="11437" y="8648"/>
                  <a:pt x="11531" y="8806"/>
                  <a:pt x="9546" y="6758"/>
                </a:cubicBezTo>
                <a:lnTo>
                  <a:pt x="12602" y="3702"/>
                </a:lnTo>
                <a:cubicBezTo>
                  <a:pt x="12760" y="3544"/>
                  <a:pt x="12760" y="3261"/>
                  <a:pt x="12602" y="3103"/>
                </a:cubicBezTo>
                <a:lnTo>
                  <a:pt x="9704" y="173"/>
                </a:lnTo>
                <a:cubicBezTo>
                  <a:pt x="9625" y="95"/>
                  <a:pt x="9515" y="55"/>
                  <a:pt x="9405" y="55"/>
                </a:cubicBezTo>
                <a:cubicBezTo>
                  <a:pt x="9294" y="55"/>
                  <a:pt x="9184" y="95"/>
                  <a:pt x="9105" y="173"/>
                </a:cubicBezTo>
                <a:lnTo>
                  <a:pt x="7656" y="1654"/>
                </a:lnTo>
                <a:lnTo>
                  <a:pt x="7530" y="1749"/>
                </a:lnTo>
                <a:lnTo>
                  <a:pt x="6049" y="3261"/>
                </a:lnTo>
                <a:lnTo>
                  <a:pt x="3214" y="425"/>
                </a:lnTo>
                <a:cubicBezTo>
                  <a:pt x="2930" y="142"/>
                  <a:pt x="2560" y="0"/>
                  <a:pt x="2194" y="0"/>
                </a:cubicBezTo>
                <a:close/>
              </a:path>
            </a:pathLst>
          </a:custGeom>
          <a:gradFill>
            <a:gsLst>
              <a:gs pos="4000">
                <a:srgbClr val="7660A8"/>
              </a:gs>
              <a:gs pos="100000">
                <a:srgbClr val="D678AE"/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3498215" y="1290955"/>
            <a:ext cx="556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{desc_1}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3665855" y="1644015"/>
            <a:ext cx="5791835" cy="5067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{content_1}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Google Shape;604;p44"/>
          <p:cNvSpPr/>
          <p:nvPr>
            <p:custDataLst>
              <p:tags r:id="rId10"/>
            </p:custDataLst>
          </p:nvPr>
        </p:nvSpPr>
        <p:spPr>
          <a:xfrm>
            <a:off x="4036060" y="2904490"/>
            <a:ext cx="4483100" cy="606425"/>
          </a:xfrm>
          <a:custGeom>
            <a:avLst/>
            <a:gdLst/>
            <a:ahLst/>
            <a:cxnLst/>
            <a:rect l="l" t="t" r="r" b="b"/>
            <a:pathLst>
              <a:path w="8909" h="1876" extrusionOk="0">
                <a:moveTo>
                  <a:pt x="1" y="0"/>
                </a:moveTo>
                <a:lnTo>
                  <a:pt x="1" y="1875"/>
                </a:lnTo>
                <a:lnTo>
                  <a:pt x="8209" y="1875"/>
                </a:lnTo>
                <a:lnTo>
                  <a:pt x="8908" y="931"/>
                </a:lnTo>
                <a:lnTo>
                  <a:pt x="8209" y="0"/>
                </a:lnTo>
                <a:close/>
              </a:path>
            </a:pathLst>
          </a:custGeom>
          <a:solidFill>
            <a:srgbClr val="7660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602;p44"/>
          <p:cNvSpPr/>
          <p:nvPr>
            <p:custDataLst>
              <p:tags r:id="rId11"/>
            </p:custDataLst>
          </p:nvPr>
        </p:nvSpPr>
        <p:spPr>
          <a:xfrm>
            <a:off x="3371215" y="3207385"/>
            <a:ext cx="7506970" cy="1141730"/>
          </a:xfrm>
          <a:custGeom>
            <a:avLst/>
            <a:gdLst/>
            <a:ahLst/>
            <a:cxnLst/>
            <a:rect l="l" t="t" r="r" b="b"/>
            <a:pathLst>
              <a:path w="10849" h="3441" extrusionOk="0">
                <a:moveTo>
                  <a:pt x="1" y="1"/>
                </a:moveTo>
                <a:lnTo>
                  <a:pt x="1" y="3441"/>
                </a:lnTo>
                <a:lnTo>
                  <a:pt x="9752" y="3441"/>
                </a:lnTo>
                <a:lnTo>
                  <a:pt x="10848" y="1703"/>
                </a:lnTo>
                <a:lnTo>
                  <a:pt x="9752" y="1"/>
                </a:lnTo>
                <a:close/>
              </a:path>
            </a:pathLst>
          </a:custGeom>
          <a:solidFill>
            <a:srgbClr val="7660A8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Google Shape;605;p44"/>
          <p:cNvSpPr/>
          <p:nvPr>
            <p:custDataLst>
              <p:tags r:id="rId12"/>
            </p:custDataLst>
          </p:nvPr>
        </p:nvSpPr>
        <p:spPr>
          <a:xfrm>
            <a:off x="2549525" y="3115310"/>
            <a:ext cx="1342390" cy="1342390"/>
          </a:xfrm>
          <a:custGeom>
            <a:avLst/>
            <a:gdLst/>
            <a:ahLst/>
            <a:cxnLst/>
            <a:rect l="l" t="t" r="r" b="b"/>
            <a:pathLst>
              <a:path w="5281" h="5280" extrusionOk="0">
                <a:moveTo>
                  <a:pt x="2641" y="0"/>
                </a:moveTo>
                <a:cubicBezTo>
                  <a:pt x="1176" y="0"/>
                  <a:pt x="1" y="1183"/>
                  <a:pt x="1" y="2640"/>
                </a:cubicBezTo>
                <a:cubicBezTo>
                  <a:pt x="1" y="4097"/>
                  <a:pt x="1176" y="5280"/>
                  <a:pt x="2641" y="5280"/>
                </a:cubicBezTo>
                <a:cubicBezTo>
                  <a:pt x="4098" y="5280"/>
                  <a:pt x="5280" y="4097"/>
                  <a:pt x="5280" y="2640"/>
                </a:cubicBezTo>
                <a:cubicBezTo>
                  <a:pt x="5280" y="1183"/>
                  <a:pt x="4098" y="0"/>
                  <a:pt x="2641" y="0"/>
                </a:cubicBezTo>
                <a:close/>
              </a:path>
            </a:pathLst>
          </a:custGeom>
          <a:solidFill>
            <a:srgbClr val="7660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" name="Google Shape;606;p44"/>
          <p:cNvSpPr/>
          <p:nvPr>
            <p:custDataLst>
              <p:tags r:id="rId13"/>
            </p:custDataLst>
          </p:nvPr>
        </p:nvSpPr>
        <p:spPr>
          <a:xfrm>
            <a:off x="2797175" y="3224530"/>
            <a:ext cx="984885" cy="986155"/>
          </a:xfrm>
          <a:custGeom>
            <a:avLst/>
            <a:gdLst/>
            <a:ahLst/>
            <a:cxnLst/>
            <a:rect l="l" t="t" r="r" b="b"/>
            <a:pathLst>
              <a:path w="3874" h="3874" extrusionOk="0">
                <a:moveTo>
                  <a:pt x="1941" y="0"/>
                </a:moveTo>
                <a:cubicBezTo>
                  <a:pt x="866" y="0"/>
                  <a:pt x="0" y="866"/>
                  <a:pt x="0" y="1933"/>
                </a:cubicBezTo>
                <a:cubicBezTo>
                  <a:pt x="0" y="3008"/>
                  <a:pt x="866" y="3873"/>
                  <a:pt x="1941" y="3873"/>
                </a:cubicBezTo>
                <a:cubicBezTo>
                  <a:pt x="3008" y="3873"/>
                  <a:pt x="3874" y="3008"/>
                  <a:pt x="3874" y="1933"/>
                </a:cubicBezTo>
                <a:cubicBezTo>
                  <a:pt x="3874" y="866"/>
                  <a:pt x="3008" y="0"/>
                  <a:pt x="194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" name="文本框 24"/>
          <p:cNvSpPr txBox="1"/>
          <p:nvPr>
            <p:custDataLst>
              <p:tags r:id="rId14"/>
            </p:custDataLst>
          </p:nvPr>
        </p:nvSpPr>
        <p:spPr>
          <a:xfrm>
            <a:off x="4036060" y="3063240"/>
            <a:ext cx="556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{desc_2}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2" name="Google Shape;6023;p50"/>
          <p:cNvGrpSpPr/>
          <p:nvPr>
            <p:custDataLst>
              <p:tags r:id="rId15"/>
            </p:custDataLst>
          </p:nvPr>
        </p:nvGrpSpPr>
        <p:grpSpPr>
          <a:xfrm>
            <a:off x="3020695" y="3458845"/>
            <a:ext cx="598170" cy="387350"/>
            <a:chOff x="-37953000" y="2379000"/>
            <a:chExt cx="319025" cy="206400"/>
          </a:xfrm>
          <a:gradFill>
            <a:gsLst>
              <a:gs pos="4000">
                <a:srgbClr val="7660A8"/>
              </a:gs>
              <a:gs pos="100000">
                <a:srgbClr val="D678AE"/>
              </a:gs>
            </a:gsLst>
            <a:lin ang="5400000" scaled="1"/>
          </a:gradFill>
        </p:grpSpPr>
        <p:sp>
          <p:nvSpPr>
            <p:cNvPr id="63" name="Google Shape;6024;p50"/>
            <p:cNvSpPr/>
            <p:nvPr>
              <p:custDataLst>
                <p:tags r:id="rId16"/>
              </p:custDataLst>
            </p:nvPr>
          </p:nvSpPr>
          <p:spPr>
            <a:xfrm>
              <a:off x="-37953000" y="2379000"/>
              <a:ext cx="319025" cy="206400"/>
            </a:xfrm>
            <a:custGeom>
              <a:avLst/>
              <a:gdLst/>
              <a:ahLst/>
              <a:cxnLst/>
              <a:rect l="l" t="t" r="r" b="b"/>
              <a:pathLst>
                <a:path w="12761" h="8256" extrusionOk="0">
                  <a:moveTo>
                    <a:pt x="11469" y="788"/>
                  </a:moveTo>
                  <a:cubicBezTo>
                    <a:pt x="11721" y="788"/>
                    <a:pt x="11878" y="977"/>
                    <a:pt x="11910" y="1198"/>
                  </a:cubicBezTo>
                  <a:lnTo>
                    <a:pt x="11910" y="6207"/>
                  </a:lnTo>
                  <a:lnTo>
                    <a:pt x="11847" y="6207"/>
                  </a:lnTo>
                  <a:cubicBezTo>
                    <a:pt x="11847" y="6396"/>
                    <a:pt x="11752" y="6554"/>
                    <a:pt x="11595" y="6617"/>
                  </a:cubicBezTo>
                  <a:cubicBezTo>
                    <a:pt x="11563" y="6627"/>
                    <a:pt x="11612" y="6631"/>
                    <a:pt x="11289" y="6631"/>
                  </a:cubicBezTo>
                  <a:cubicBezTo>
                    <a:pt x="10643" y="6631"/>
                    <a:pt x="8507" y="6617"/>
                    <a:pt x="1261" y="6617"/>
                  </a:cubicBezTo>
                  <a:cubicBezTo>
                    <a:pt x="1041" y="6617"/>
                    <a:pt x="883" y="6396"/>
                    <a:pt x="852" y="6176"/>
                  </a:cubicBezTo>
                  <a:lnTo>
                    <a:pt x="852" y="1198"/>
                  </a:lnTo>
                  <a:cubicBezTo>
                    <a:pt x="852" y="977"/>
                    <a:pt x="1041" y="820"/>
                    <a:pt x="1261" y="788"/>
                  </a:cubicBezTo>
                  <a:close/>
                  <a:moveTo>
                    <a:pt x="1261" y="1"/>
                  </a:moveTo>
                  <a:cubicBezTo>
                    <a:pt x="600" y="1"/>
                    <a:pt x="1" y="536"/>
                    <a:pt x="1" y="1198"/>
                  </a:cubicBezTo>
                  <a:lnTo>
                    <a:pt x="1" y="6176"/>
                  </a:lnTo>
                  <a:cubicBezTo>
                    <a:pt x="1" y="6711"/>
                    <a:pt x="348" y="7152"/>
                    <a:pt x="820" y="7341"/>
                  </a:cubicBezTo>
                  <a:lnTo>
                    <a:pt x="820" y="7814"/>
                  </a:lnTo>
                  <a:cubicBezTo>
                    <a:pt x="820" y="8066"/>
                    <a:pt x="1041" y="8255"/>
                    <a:pt x="1261" y="8255"/>
                  </a:cubicBezTo>
                  <a:lnTo>
                    <a:pt x="2931" y="8255"/>
                  </a:lnTo>
                  <a:cubicBezTo>
                    <a:pt x="3151" y="8255"/>
                    <a:pt x="3341" y="8066"/>
                    <a:pt x="3341" y="7814"/>
                  </a:cubicBezTo>
                  <a:lnTo>
                    <a:pt x="3341" y="7404"/>
                  </a:lnTo>
                  <a:lnTo>
                    <a:pt x="9421" y="7404"/>
                  </a:lnTo>
                  <a:lnTo>
                    <a:pt x="9421" y="7814"/>
                  </a:lnTo>
                  <a:cubicBezTo>
                    <a:pt x="9421" y="8066"/>
                    <a:pt x="9610" y="8255"/>
                    <a:pt x="9862" y="8255"/>
                  </a:cubicBezTo>
                  <a:lnTo>
                    <a:pt x="11500" y="8255"/>
                  </a:lnTo>
                  <a:cubicBezTo>
                    <a:pt x="11752" y="8255"/>
                    <a:pt x="11941" y="8066"/>
                    <a:pt x="11941" y="7814"/>
                  </a:cubicBezTo>
                  <a:lnTo>
                    <a:pt x="11941" y="7341"/>
                  </a:lnTo>
                  <a:cubicBezTo>
                    <a:pt x="12445" y="7184"/>
                    <a:pt x="12760" y="6711"/>
                    <a:pt x="12760" y="6176"/>
                  </a:cubicBezTo>
                  <a:lnTo>
                    <a:pt x="12760" y="1198"/>
                  </a:lnTo>
                  <a:cubicBezTo>
                    <a:pt x="12697" y="536"/>
                    <a:pt x="12130" y="1"/>
                    <a:pt x="114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6025;p50"/>
            <p:cNvSpPr/>
            <p:nvPr>
              <p:custDataLst>
                <p:tags r:id="rId17"/>
              </p:custDataLst>
            </p:nvPr>
          </p:nvSpPr>
          <p:spPr>
            <a:xfrm>
              <a:off x="-37780500" y="2419975"/>
              <a:ext cx="110300" cy="104075"/>
            </a:xfrm>
            <a:custGeom>
              <a:avLst/>
              <a:gdLst/>
              <a:ahLst/>
              <a:cxnLst/>
              <a:rect l="l" t="t" r="r" b="b"/>
              <a:pathLst>
                <a:path w="4412" h="4163" extrusionOk="0">
                  <a:moveTo>
                    <a:pt x="2043" y="804"/>
                  </a:moveTo>
                  <a:cubicBezTo>
                    <a:pt x="2447" y="804"/>
                    <a:pt x="2859" y="1006"/>
                    <a:pt x="3120" y="1386"/>
                  </a:cubicBezTo>
                  <a:cubicBezTo>
                    <a:pt x="3466" y="1922"/>
                    <a:pt x="3340" y="2709"/>
                    <a:pt x="2742" y="3119"/>
                  </a:cubicBezTo>
                  <a:cubicBezTo>
                    <a:pt x="2544" y="3259"/>
                    <a:pt x="2312" y="3325"/>
                    <a:pt x="2077" y="3325"/>
                  </a:cubicBezTo>
                  <a:cubicBezTo>
                    <a:pt x="1676" y="3325"/>
                    <a:pt x="1267" y="3130"/>
                    <a:pt x="1009" y="2773"/>
                  </a:cubicBezTo>
                  <a:cubicBezTo>
                    <a:pt x="631" y="2205"/>
                    <a:pt x="788" y="1418"/>
                    <a:pt x="1387" y="1008"/>
                  </a:cubicBezTo>
                  <a:cubicBezTo>
                    <a:pt x="1582" y="870"/>
                    <a:pt x="1811" y="804"/>
                    <a:pt x="2043" y="804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79"/>
                  </a:cubicBezTo>
                  <a:cubicBezTo>
                    <a:pt x="1" y="2993"/>
                    <a:pt x="599" y="3781"/>
                    <a:pt x="1450" y="4064"/>
                  </a:cubicBezTo>
                  <a:cubicBezTo>
                    <a:pt x="1647" y="4130"/>
                    <a:pt x="1849" y="4163"/>
                    <a:pt x="2050" y="4163"/>
                  </a:cubicBezTo>
                  <a:cubicBezTo>
                    <a:pt x="2332" y="4163"/>
                    <a:pt x="2610" y="4098"/>
                    <a:pt x="2868" y="3970"/>
                  </a:cubicBezTo>
                  <a:cubicBezTo>
                    <a:pt x="3939" y="3560"/>
                    <a:pt x="4411" y="2331"/>
                    <a:pt x="3970" y="1260"/>
                  </a:cubicBezTo>
                  <a:cubicBezTo>
                    <a:pt x="3655" y="504"/>
                    <a:pt x="2899" y="0"/>
                    <a:pt x="20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6026;p50"/>
            <p:cNvSpPr/>
            <p:nvPr>
              <p:custDataLst>
                <p:tags r:id="rId18"/>
              </p:custDataLst>
            </p:nvPr>
          </p:nvSpPr>
          <p:spPr>
            <a:xfrm>
              <a:off x="-37910450" y="2419975"/>
              <a:ext cx="103200" cy="21275"/>
            </a:xfrm>
            <a:custGeom>
              <a:avLst/>
              <a:gdLst/>
              <a:ahLst/>
              <a:cxnLst/>
              <a:rect l="l" t="t" r="r" b="b"/>
              <a:pathLst>
                <a:path w="4128" h="851" extrusionOk="0">
                  <a:moveTo>
                    <a:pt x="378" y="0"/>
                  </a:moveTo>
                  <a:cubicBezTo>
                    <a:pt x="158" y="0"/>
                    <a:pt x="0" y="189"/>
                    <a:pt x="0" y="441"/>
                  </a:cubicBezTo>
                  <a:cubicBezTo>
                    <a:pt x="0" y="662"/>
                    <a:pt x="189" y="851"/>
                    <a:pt x="378" y="851"/>
                  </a:cubicBezTo>
                  <a:lnTo>
                    <a:pt x="3686" y="851"/>
                  </a:lnTo>
                  <a:cubicBezTo>
                    <a:pt x="3938" y="851"/>
                    <a:pt x="4127" y="662"/>
                    <a:pt x="4127" y="441"/>
                  </a:cubicBezTo>
                  <a:cubicBezTo>
                    <a:pt x="4096" y="189"/>
                    <a:pt x="3907" y="0"/>
                    <a:pt x="36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6027;p50"/>
            <p:cNvSpPr/>
            <p:nvPr>
              <p:custDataLst>
                <p:tags r:id="rId19"/>
              </p:custDataLst>
            </p:nvPr>
          </p:nvSpPr>
          <p:spPr>
            <a:xfrm>
              <a:off x="-37910450" y="2461700"/>
              <a:ext cx="103200" cy="21300"/>
            </a:xfrm>
            <a:custGeom>
              <a:avLst/>
              <a:gdLst/>
              <a:ahLst/>
              <a:cxnLst/>
              <a:rect l="l" t="t" r="r" b="b"/>
              <a:pathLst>
                <a:path w="4128" h="852" extrusionOk="0">
                  <a:moveTo>
                    <a:pt x="378" y="1"/>
                  </a:moveTo>
                  <a:cubicBezTo>
                    <a:pt x="158" y="1"/>
                    <a:pt x="0" y="190"/>
                    <a:pt x="0" y="410"/>
                  </a:cubicBezTo>
                  <a:cubicBezTo>
                    <a:pt x="0" y="662"/>
                    <a:pt x="189" y="851"/>
                    <a:pt x="378" y="851"/>
                  </a:cubicBezTo>
                  <a:lnTo>
                    <a:pt x="3686" y="851"/>
                  </a:lnTo>
                  <a:cubicBezTo>
                    <a:pt x="3938" y="851"/>
                    <a:pt x="4127" y="662"/>
                    <a:pt x="4127" y="410"/>
                  </a:cubicBezTo>
                  <a:cubicBezTo>
                    <a:pt x="4127" y="190"/>
                    <a:pt x="3907" y="1"/>
                    <a:pt x="36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6028;p50"/>
            <p:cNvSpPr/>
            <p:nvPr>
              <p:custDataLst>
                <p:tags r:id="rId20"/>
              </p:custDataLst>
            </p:nvPr>
          </p:nvSpPr>
          <p:spPr>
            <a:xfrm>
              <a:off x="-37910450" y="2502675"/>
              <a:ext cx="103200" cy="22075"/>
            </a:xfrm>
            <a:custGeom>
              <a:avLst/>
              <a:gdLst/>
              <a:ahLst/>
              <a:cxnLst/>
              <a:rect l="l" t="t" r="r" b="b"/>
              <a:pathLst>
                <a:path w="4128" h="883" extrusionOk="0">
                  <a:moveTo>
                    <a:pt x="378" y="0"/>
                  </a:moveTo>
                  <a:cubicBezTo>
                    <a:pt x="158" y="0"/>
                    <a:pt x="0" y="189"/>
                    <a:pt x="0" y="441"/>
                  </a:cubicBezTo>
                  <a:cubicBezTo>
                    <a:pt x="0" y="662"/>
                    <a:pt x="189" y="882"/>
                    <a:pt x="378" y="882"/>
                  </a:cubicBezTo>
                  <a:lnTo>
                    <a:pt x="3686" y="882"/>
                  </a:lnTo>
                  <a:cubicBezTo>
                    <a:pt x="3938" y="882"/>
                    <a:pt x="4127" y="662"/>
                    <a:pt x="4127" y="441"/>
                  </a:cubicBezTo>
                  <a:cubicBezTo>
                    <a:pt x="4127" y="189"/>
                    <a:pt x="3907" y="0"/>
                    <a:pt x="36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6" name="矩形 25"/>
          <p:cNvSpPr/>
          <p:nvPr>
            <p:custDataLst>
              <p:tags r:id="rId21"/>
            </p:custDataLst>
          </p:nvPr>
        </p:nvSpPr>
        <p:spPr>
          <a:xfrm>
            <a:off x="4203700" y="3416300"/>
            <a:ext cx="5791835" cy="5067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{content_2}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Google Shape;604;p44"/>
          <p:cNvSpPr/>
          <p:nvPr>
            <p:custDataLst>
              <p:tags r:id="rId22"/>
            </p:custDataLst>
          </p:nvPr>
        </p:nvSpPr>
        <p:spPr>
          <a:xfrm>
            <a:off x="4283710" y="4738370"/>
            <a:ext cx="4483100" cy="606425"/>
          </a:xfrm>
          <a:custGeom>
            <a:avLst/>
            <a:gdLst/>
            <a:ahLst/>
            <a:cxnLst/>
            <a:rect l="l" t="t" r="r" b="b"/>
            <a:pathLst>
              <a:path w="8909" h="1876" extrusionOk="0">
                <a:moveTo>
                  <a:pt x="1" y="0"/>
                </a:moveTo>
                <a:lnTo>
                  <a:pt x="1" y="1875"/>
                </a:lnTo>
                <a:lnTo>
                  <a:pt x="8209" y="1875"/>
                </a:lnTo>
                <a:lnTo>
                  <a:pt x="8908" y="931"/>
                </a:lnTo>
                <a:lnTo>
                  <a:pt x="8209" y="0"/>
                </a:lnTo>
                <a:close/>
              </a:path>
            </a:pathLst>
          </a:custGeom>
          <a:solidFill>
            <a:srgbClr val="7660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" name="Google Shape;602;p44"/>
          <p:cNvSpPr/>
          <p:nvPr>
            <p:custDataLst>
              <p:tags r:id="rId23"/>
            </p:custDataLst>
          </p:nvPr>
        </p:nvSpPr>
        <p:spPr>
          <a:xfrm>
            <a:off x="3618865" y="5041265"/>
            <a:ext cx="7506970" cy="1141730"/>
          </a:xfrm>
          <a:custGeom>
            <a:avLst/>
            <a:gdLst/>
            <a:ahLst/>
            <a:cxnLst/>
            <a:rect l="l" t="t" r="r" b="b"/>
            <a:pathLst>
              <a:path w="10849" h="3441" extrusionOk="0">
                <a:moveTo>
                  <a:pt x="1" y="1"/>
                </a:moveTo>
                <a:lnTo>
                  <a:pt x="1" y="3441"/>
                </a:lnTo>
                <a:lnTo>
                  <a:pt x="9752" y="3441"/>
                </a:lnTo>
                <a:lnTo>
                  <a:pt x="10848" y="1703"/>
                </a:lnTo>
                <a:lnTo>
                  <a:pt x="9752" y="1"/>
                </a:lnTo>
                <a:close/>
              </a:path>
            </a:pathLst>
          </a:custGeom>
          <a:solidFill>
            <a:srgbClr val="7660A8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605;p44"/>
          <p:cNvSpPr/>
          <p:nvPr>
            <p:custDataLst>
              <p:tags r:id="rId24"/>
            </p:custDataLst>
          </p:nvPr>
        </p:nvSpPr>
        <p:spPr>
          <a:xfrm>
            <a:off x="2797175" y="4949190"/>
            <a:ext cx="1342390" cy="1342390"/>
          </a:xfrm>
          <a:custGeom>
            <a:avLst/>
            <a:gdLst/>
            <a:ahLst/>
            <a:cxnLst/>
            <a:rect l="l" t="t" r="r" b="b"/>
            <a:pathLst>
              <a:path w="5281" h="5280" extrusionOk="0">
                <a:moveTo>
                  <a:pt x="2641" y="0"/>
                </a:moveTo>
                <a:cubicBezTo>
                  <a:pt x="1176" y="0"/>
                  <a:pt x="1" y="1183"/>
                  <a:pt x="1" y="2640"/>
                </a:cubicBezTo>
                <a:cubicBezTo>
                  <a:pt x="1" y="4097"/>
                  <a:pt x="1176" y="5280"/>
                  <a:pt x="2641" y="5280"/>
                </a:cubicBezTo>
                <a:cubicBezTo>
                  <a:pt x="4098" y="5280"/>
                  <a:pt x="5280" y="4097"/>
                  <a:pt x="5280" y="2640"/>
                </a:cubicBezTo>
                <a:cubicBezTo>
                  <a:pt x="5280" y="1183"/>
                  <a:pt x="4098" y="0"/>
                  <a:pt x="2641" y="0"/>
                </a:cubicBezTo>
                <a:close/>
              </a:path>
            </a:pathLst>
          </a:custGeom>
          <a:solidFill>
            <a:srgbClr val="7660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606;p44"/>
          <p:cNvSpPr/>
          <p:nvPr>
            <p:custDataLst>
              <p:tags r:id="rId25"/>
            </p:custDataLst>
          </p:nvPr>
        </p:nvSpPr>
        <p:spPr>
          <a:xfrm>
            <a:off x="3044825" y="5058410"/>
            <a:ext cx="984885" cy="986155"/>
          </a:xfrm>
          <a:custGeom>
            <a:avLst/>
            <a:gdLst/>
            <a:ahLst/>
            <a:cxnLst/>
            <a:rect l="l" t="t" r="r" b="b"/>
            <a:pathLst>
              <a:path w="3874" h="3874" extrusionOk="0">
                <a:moveTo>
                  <a:pt x="1941" y="0"/>
                </a:moveTo>
                <a:cubicBezTo>
                  <a:pt x="866" y="0"/>
                  <a:pt x="0" y="866"/>
                  <a:pt x="0" y="1933"/>
                </a:cubicBezTo>
                <a:cubicBezTo>
                  <a:pt x="0" y="3008"/>
                  <a:pt x="866" y="3873"/>
                  <a:pt x="1941" y="3873"/>
                </a:cubicBezTo>
                <a:cubicBezTo>
                  <a:pt x="3008" y="3873"/>
                  <a:pt x="3874" y="3008"/>
                  <a:pt x="3874" y="1933"/>
                </a:cubicBezTo>
                <a:cubicBezTo>
                  <a:pt x="3874" y="866"/>
                  <a:pt x="3008" y="0"/>
                  <a:pt x="194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" name="Google Shape;5954;p50"/>
          <p:cNvSpPr/>
          <p:nvPr>
            <p:custDataLst>
              <p:tags r:id="rId26"/>
            </p:custDataLst>
          </p:nvPr>
        </p:nvSpPr>
        <p:spPr>
          <a:xfrm>
            <a:off x="3401060" y="5172710"/>
            <a:ext cx="470535" cy="608330"/>
          </a:xfrm>
          <a:custGeom>
            <a:avLst/>
            <a:gdLst/>
            <a:ahLst/>
            <a:cxnLst/>
            <a:rect l="l" t="t" r="r" b="b"/>
            <a:pathLst>
              <a:path w="9862" h="12752" extrusionOk="0">
                <a:moveTo>
                  <a:pt x="2395" y="1001"/>
                </a:moveTo>
                <a:lnTo>
                  <a:pt x="5042" y="3552"/>
                </a:lnTo>
                <a:lnTo>
                  <a:pt x="3971" y="4655"/>
                </a:lnTo>
                <a:lnTo>
                  <a:pt x="1356" y="2103"/>
                </a:lnTo>
                <a:lnTo>
                  <a:pt x="2395" y="1001"/>
                </a:lnTo>
                <a:close/>
                <a:moveTo>
                  <a:pt x="5640" y="4151"/>
                </a:moveTo>
                <a:lnTo>
                  <a:pt x="6302" y="4781"/>
                </a:lnTo>
                <a:lnTo>
                  <a:pt x="5231" y="5884"/>
                </a:lnTo>
                <a:lnTo>
                  <a:pt x="4569" y="5254"/>
                </a:lnTo>
                <a:lnTo>
                  <a:pt x="5640" y="4151"/>
                </a:lnTo>
                <a:close/>
                <a:moveTo>
                  <a:pt x="4443" y="8562"/>
                </a:moveTo>
                <a:cubicBezTo>
                  <a:pt x="4664" y="8562"/>
                  <a:pt x="4821" y="8688"/>
                  <a:pt x="4853" y="8845"/>
                </a:cubicBezTo>
                <a:cubicBezTo>
                  <a:pt x="4884" y="8908"/>
                  <a:pt x="4853" y="8877"/>
                  <a:pt x="4884" y="9790"/>
                </a:cubicBezTo>
                <a:lnTo>
                  <a:pt x="4884" y="10200"/>
                </a:lnTo>
                <a:lnTo>
                  <a:pt x="4065" y="10200"/>
                </a:lnTo>
                <a:lnTo>
                  <a:pt x="4065" y="9003"/>
                </a:lnTo>
                <a:cubicBezTo>
                  <a:pt x="4065" y="8751"/>
                  <a:pt x="4254" y="8562"/>
                  <a:pt x="4443" y="8562"/>
                </a:cubicBezTo>
                <a:close/>
                <a:moveTo>
                  <a:pt x="7814" y="10956"/>
                </a:moveTo>
                <a:cubicBezTo>
                  <a:pt x="8035" y="10956"/>
                  <a:pt x="8224" y="11145"/>
                  <a:pt x="8224" y="11366"/>
                </a:cubicBezTo>
                <a:lnTo>
                  <a:pt x="8224" y="11744"/>
                </a:lnTo>
                <a:lnTo>
                  <a:pt x="789" y="11870"/>
                </a:lnTo>
                <a:lnTo>
                  <a:pt x="789" y="11460"/>
                </a:lnTo>
                <a:cubicBezTo>
                  <a:pt x="789" y="11271"/>
                  <a:pt x="915" y="11114"/>
                  <a:pt x="1072" y="11082"/>
                </a:cubicBezTo>
                <a:cubicBezTo>
                  <a:pt x="1104" y="11066"/>
                  <a:pt x="1072" y="11066"/>
                  <a:pt x="1371" y="11066"/>
                </a:cubicBezTo>
                <a:cubicBezTo>
                  <a:pt x="1671" y="11066"/>
                  <a:pt x="2301" y="11066"/>
                  <a:pt x="3656" y="11051"/>
                </a:cubicBezTo>
                <a:cubicBezTo>
                  <a:pt x="3719" y="11051"/>
                  <a:pt x="5357" y="10988"/>
                  <a:pt x="5325" y="10988"/>
                </a:cubicBezTo>
                <a:cubicBezTo>
                  <a:pt x="5483" y="10988"/>
                  <a:pt x="7121" y="10956"/>
                  <a:pt x="7814" y="10956"/>
                </a:cubicBezTo>
                <a:close/>
                <a:moveTo>
                  <a:pt x="2427" y="0"/>
                </a:moveTo>
                <a:cubicBezTo>
                  <a:pt x="2324" y="0"/>
                  <a:pt x="2222" y="40"/>
                  <a:pt x="2143" y="118"/>
                </a:cubicBezTo>
                <a:lnTo>
                  <a:pt x="505" y="1820"/>
                </a:lnTo>
                <a:cubicBezTo>
                  <a:pt x="348" y="1977"/>
                  <a:pt x="348" y="2261"/>
                  <a:pt x="505" y="2418"/>
                </a:cubicBezTo>
                <a:lnTo>
                  <a:pt x="1608" y="3458"/>
                </a:lnTo>
                <a:cubicBezTo>
                  <a:pt x="726" y="4624"/>
                  <a:pt x="505" y="6104"/>
                  <a:pt x="946" y="7396"/>
                </a:cubicBezTo>
                <a:cubicBezTo>
                  <a:pt x="1356" y="8499"/>
                  <a:pt x="2175" y="9412"/>
                  <a:pt x="3277" y="9885"/>
                </a:cubicBezTo>
                <a:lnTo>
                  <a:pt x="3277" y="10263"/>
                </a:lnTo>
                <a:lnTo>
                  <a:pt x="1230" y="10294"/>
                </a:lnTo>
                <a:cubicBezTo>
                  <a:pt x="568" y="10294"/>
                  <a:pt x="1" y="10862"/>
                  <a:pt x="1" y="11555"/>
                </a:cubicBezTo>
                <a:lnTo>
                  <a:pt x="1" y="12374"/>
                </a:lnTo>
                <a:cubicBezTo>
                  <a:pt x="1" y="12594"/>
                  <a:pt x="222" y="12752"/>
                  <a:pt x="442" y="12752"/>
                </a:cubicBezTo>
                <a:lnTo>
                  <a:pt x="8728" y="12657"/>
                </a:lnTo>
                <a:cubicBezTo>
                  <a:pt x="8948" y="12657"/>
                  <a:pt x="9106" y="12437"/>
                  <a:pt x="9106" y="12216"/>
                </a:cubicBezTo>
                <a:lnTo>
                  <a:pt x="9106" y="11397"/>
                </a:lnTo>
                <a:cubicBezTo>
                  <a:pt x="9106" y="10704"/>
                  <a:pt x="8507" y="10168"/>
                  <a:pt x="7846" y="10168"/>
                </a:cubicBezTo>
                <a:lnTo>
                  <a:pt x="5798" y="10200"/>
                </a:lnTo>
                <a:lnTo>
                  <a:pt x="5798" y="10137"/>
                </a:lnTo>
                <a:cubicBezTo>
                  <a:pt x="7153" y="9853"/>
                  <a:pt x="8255" y="8908"/>
                  <a:pt x="8759" y="7680"/>
                </a:cubicBezTo>
                <a:lnTo>
                  <a:pt x="9452" y="7680"/>
                </a:lnTo>
                <a:cubicBezTo>
                  <a:pt x="9704" y="7680"/>
                  <a:pt x="9862" y="7491"/>
                  <a:pt x="9862" y="7270"/>
                </a:cubicBezTo>
                <a:cubicBezTo>
                  <a:pt x="9799" y="6986"/>
                  <a:pt x="9610" y="6797"/>
                  <a:pt x="9389" y="6797"/>
                </a:cubicBezTo>
                <a:lnTo>
                  <a:pt x="6901" y="6829"/>
                </a:lnTo>
                <a:cubicBezTo>
                  <a:pt x="6649" y="6829"/>
                  <a:pt x="6491" y="7018"/>
                  <a:pt x="6491" y="7270"/>
                </a:cubicBezTo>
                <a:cubicBezTo>
                  <a:pt x="6491" y="7491"/>
                  <a:pt x="6712" y="7648"/>
                  <a:pt x="6932" y="7648"/>
                </a:cubicBezTo>
                <a:lnTo>
                  <a:pt x="7751" y="7648"/>
                </a:lnTo>
                <a:cubicBezTo>
                  <a:pt x="7342" y="8436"/>
                  <a:pt x="6586" y="9003"/>
                  <a:pt x="5703" y="9223"/>
                </a:cubicBezTo>
                <a:lnTo>
                  <a:pt x="5703" y="8908"/>
                </a:lnTo>
                <a:cubicBezTo>
                  <a:pt x="5703" y="8341"/>
                  <a:pt x="5357" y="7900"/>
                  <a:pt x="4821" y="7711"/>
                </a:cubicBezTo>
                <a:cubicBezTo>
                  <a:pt x="4709" y="7680"/>
                  <a:pt x="4598" y="7665"/>
                  <a:pt x="4488" y="7665"/>
                </a:cubicBezTo>
                <a:cubicBezTo>
                  <a:pt x="3826" y="7665"/>
                  <a:pt x="3246" y="8205"/>
                  <a:pt x="3246" y="8908"/>
                </a:cubicBezTo>
                <a:cubicBezTo>
                  <a:pt x="1450" y="7932"/>
                  <a:pt x="1041" y="5569"/>
                  <a:pt x="2206" y="4025"/>
                </a:cubicBezTo>
                <a:lnTo>
                  <a:pt x="2206" y="4025"/>
                </a:lnTo>
                <a:lnTo>
                  <a:pt x="5010" y="6734"/>
                </a:lnTo>
                <a:cubicBezTo>
                  <a:pt x="5089" y="6813"/>
                  <a:pt x="5199" y="6853"/>
                  <a:pt x="5310" y="6853"/>
                </a:cubicBezTo>
                <a:cubicBezTo>
                  <a:pt x="5420" y="6853"/>
                  <a:pt x="5530" y="6813"/>
                  <a:pt x="5609" y="6734"/>
                </a:cubicBezTo>
                <a:lnTo>
                  <a:pt x="7216" y="5033"/>
                </a:lnTo>
                <a:cubicBezTo>
                  <a:pt x="7373" y="4876"/>
                  <a:pt x="7373" y="4624"/>
                  <a:pt x="7216" y="4466"/>
                </a:cubicBezTo>
                <a:lnTo>
                  <a:pt x="5955" y="3237"/>
                </a:lnTo>
                <a:lnTo>
                  <a:pt x="2710" y="118"/>
                </a:lnTo>
                <a:cubicBezTo>
                  <a:pt x="2632" y="40"/>
                  <a:pt x="2529" y="0"/>
                  <a:pt x="2427" y="0"/>
                </a:cubicBezTo>
                <a:close/>
              </a:path>
            </a:pathLst>
          </a:custGeom>
          <a:gradFill>
            <a:gsLst>
              <a:gs pos="4000">
                <a:srgbClr val="7660A8"/>
              </a:gs>
              <a:gs pos="100000">
                <a:srgbClr val="D678AE"/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文本框 31"/>
          <p:cNvSpPr txBox="1"/>
          <p:nvPr>
            <p:custDataLst>
              <p:tags r:id="rId27"/>
            </p:custDataLst>
          </p:nvPr>
        </p:nvSpPr>
        <p:spPr>
          <a:xfrm>
            <a:off x="4283710" y="4897120"/>
            <a:ext cx="556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{desc_3}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 32"/>
          <p:cNvSpPr/>
          <p:nvPr>
            <p:custDataLst>
              <p:tags r:id="rId28"/>
            </p:custDataLst>
          </p:nvPr>
        </p:nvSpPr>
        <p:spPr>
          <a:xfrm>
            <a:off x="4451350" y="5250180"/>
            <a:ext cx="5791835" cy="5067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{content_3}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旋转白色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373485" y="119380"/>
            <a:ext cx="714375" cy="66611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08305" y="280670"/>
            <a:ext cx="2742565" cy="706755"/>
          </a:xfrm>
          <a:prstGeom prst="rect">
            <a:avLst/>
          </a:prstGeom>
        </p:spPr>
        <p:txBody>
          <a:bodyPr wrap="none">
            <a:spAutoFit/>
          </a:bodyPr>
          <a:p>
            <a:pPr lvl="0"/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{sub_title}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1" name="组合 180"/>
          <p:cNvGrpSpPr/>
          <p:nvPr>
            <p:custDataLst>
              <p:tags r:id="rId3"/>
            </p:custDataLst>
          </p:nvPr>
        </p:nvGrpSpPr>
        <p:grpSpPr>
          <a:xfrm>
            <a:off x="2433078" y="1243237"/>
            <a:ext cx="1198941" cy="1198941"/>
            <a:chOff x="4409394" y="1554466"/>
            <a:chExt cx="1020525" cy="1020525"/>
          </a:xfrm>
        </p:grpSpPr>
        <p:sp>
          <p:nvSpPr>
            <p:cNvPr id="8" name="Google Shape;925;p47"/>
            <p:cNvSpPr/>
            <p:nvPr>
              <p:custDataLst>
                <p:tags r:id="rId4"/>
              </p:custDataLst>
            </p:nvPr>
          </p:nvSpPr>
          <p:spPr>
            <a:xfrm>
              <a:off x="4409394" y="1554466"/>
              <a:ext cx="1020525" cy="1020525"/>
            </a:xfrm>
            <a:prstGeom prst="flowChartConnector">
              <a:avLst/>
            </a:prstGeom>
            <a:solidFill>
              <a:srgbClr val="FFFFFF">
                <a:alpha val="6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971;p47"/>
            <p:cNvSpPr/>
            <p:nvPr>
              <p:custDataLst>
                <p:tags r:id="rId5"/>
              </p:custDataLst>
            </p:nvPr>
          </p:nvSpPr>
          <p:spPr>
            <a:xfrm>
              <a:off x="4725053" y="2144984"/>
              <a:ext cx="75936" cy="100314"/>
            </a:xfrm>
            <a:custGeom>
              <a:avLst/>
              <a:gdLst/>
              <a:ahLst/>
              <a:cxnLst/>
              <a:rect l="l" t="t" r="r" b="b"/>
              <a:pathLst>
                <a:path w="29131" h="38483" extrusionOk="0">
                  <a:moveTo>
                    <a:pt x="15332" y="8808"/>
                  </a:moveTo>
                  <a:lnTo>
                    <a:pt x="19899" y="24824"/>
                  </a:lnTo>
                  <a:lnTo>
                    <a:pt x="10863" y="24824"/>
                  </a:lnTo>
                  <a:lnTo>
                    <a:pt x="15332" y="8808"/>
                  </a:lnTo>
                  <a:close/>
                  <a:moveTo>
                    <a:pt x="14549" y="1"/>
                  </a:moveTo>
                  <a:cubicBezTo>
                    <a:pt x="13081" y="1"/>
                    <a:pt x="10732" y="425"/>
                    <a:pt x="10211" y="2056"/>
                  </a:cubicBezTo>
                  <a:lnTo>
                    <a:pt x="98" y="34871"/>
                  </a:lnTo>
                  <a:cubicBezTo>
                    <a:pt x="33" y="35198"/>
                    <a:pt x="1" y="35361"/>
                    <a:pt x="1" y="35459"/>
                  </a:cubicBezTo>
                  <a:cubicBezTo>
                    <a:pt x="1" y="36437"/>
                    <a:pt x="653" y="37155"/>
                    <a:pt x="1534" y="37644"/>
                  </a:cubicBezTo>
                  <a:cubicBezTo>
                    <a:pt x="2269" y="38054"/>
                    <a:pt x="3667" y="38483"/>
                    <a:pt x="4925" y="38483"/>
                  </a:cubicBezTo>
                  <a:cubicBezTo>
                    <a:pt x="6068" y="38483"/>
                    <a:pt x="7095" y="38130"/>
                    <a:pt x="7405" y="37090"/>
                  </a:cubicBezTo>
                  <a:lnTo>
                    <a:pt x="9362" y="30142"/>
                  </a:lnTo>
                  <a:lnTo>
                    <a:pt x="20551" y="30142"/>
                  </a:lnTo>
                  <a:lnTo>
                    <a:pt x="22541" y="37090"/>
                  </a:lnTo>
                  <a:cubicBezTo>
                    <a:pt x="22802" y="38003"/>
                    <a:pt x="23552" y="38460"/>
                    <a:pt x="24857" y="38460"/>
                  </a:cubicBezTo>
                  <a:cubicBezTo>
                    <a:pt x="26357" y="38460"/>
                    <a:pt x="29130" y="37514"/>
                    <a:pt x="29130" y="35654"/>
                  </a:cubicBezTo>
                  <a:cubicBezTo>
                    <a:pt x="29130" y="35556"/>
                    <a:pt x="29097" y="35393"/>
                    <a:pt x="29032" y="35132"/>
                  </a:cubicBezTo>
                  <a:cubicBezTo>
                    <a:pt x="29032" y="35132"/>
                    <a:pt x="18985" y="2447"/>
                    <a:pt x="18953" y="2284"/>
                  </a:cubicBezTo>
                  <a:cubicBezTo>
                    <a:pt x="18398" y="555"/>
                    <a:pt x="16147" y="1"/>
                    <a:pt x="14549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972;p47"/>
            <p:cNvSpPr/>
            <p:nvPr>
              <p:custDataLst>
                <p:tags r:id="rId6"/>
              </p:custDataLst>
            </p:nvPr>
          </p:nvSpPr>
          <p:spPr>
            <a:xfrm>
              <a:off x="4755408" y="2097367"/>
              <a:ext cx="44645" cy="21260"/>
            </a:xfrm>
            <a:custGeom>
              <a:avLst/>
              <a:gdLst/>
              <a:ahLst/>
              <a:cxnLst/>
              <a:rect l="l" t="t" r="r" b="b"/>
              <a:pathLst>
                <a:path w="17127" h="8156" extrusionOk="0">
                  <a:moveTo>
                    <a:pt x="4078" y="1"/>
                  </a:moveTo>
                  <a:cubicBezTo>
                    <a:pt x="1828" y="1"/>
                    <a:pt x="1" y="1827"/>
                    <a:pt x="1" y="4078"/>
                  </a:cubicBezTo>
                  <a:cubicBezTo>
                    <a:pt x="1" y="6329"/>
                    <a:pt x="1828" y="8156"/>
                    <a:pt x="4078" y="8156"/>
                  </a:cubicBezTo>
                  <a:lnTo>
                    <a:pt x="13049" y="8156"/>
                  </a:lnTo>
                  <a:cubicBezTo>
                    <a:pt x="15300" y="8156"/>
                    <a:pt x="17126" y="6329"/>
                    <a:pt x="17126" y="4078"/>
                  </a:cubicBezTo>
                  <a:cubicBezTo>
                    <a:pt x="17126" y="1827"/>
                    <a:pt x="15300" y="1"/>
                    <a:pt x="13049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973;p47"/>
            <p:cNvSpPr/>
            <p:nvPr>
              <p:custDataLst>
                <p:tags r:id="rId7"/>
              </p:custDataLst>
            </p:nvPr>
          </p:nvSpPr>
          <p:spPr>
            <a:xfrm>
              <a:off x="4821308" y="2139968"/>
              <a:ext cx="21260" cy="44642"/>
            </a:xfrm>
            <a:custGeom>
              <a:avLst/>
              <a:gdLst/>
              <a:ahLst/>
              <a:cxnLst/>
              <a:rect l="l" t="t" r="r" b="b"/>
              <a:pathLst>
                <a:path w="8156" h="17126" extrusionOk="0">
                  <a:moveTo>
                    <a:pt x="4078" y="0"/>
                  </a:moveTo>
                  <a:cubicBezTo>
                    <a:pt x="1827" y="0"/>
                    <a:pt x="0" y="1827"/>
                    <a:pt x="0" y="4078"/>
                  </a:cubicBezTo>
                  <a:lnTo>
                    <a:pt x="0" y="13048"/>
                  </a:lnTo>
                  <a:cubicBezTo>
                    <a:pt x="0" y="15299"/>
                    <a:pt x="1827" y="17126"/>
                    <a:pt x="4078" y="17126"/>
                  </a:cubicBezTo>
                  <a:cubicBezTo>
                    <a:pt x="6328" y="17126"/>
                    <a:pt x="8155" y="15299"/>
                    <a:pt x="8155" y="13048"/>
                  </a:cubicBezTo>
                  <a:lnTo>
                    <a:pt x="8155" y="4078"/>
                  </a:lnTo>
                  <a:cubicBezTo>
                    <a:pt x="8155" y="1827"/>
                    <a:pt x="6328" y="0"/>
                    <a:pt x="4078" y="0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974;p47"/>
            <p:cNvSpPr/>
            <p:nvPr>
              <p:custDataLst>
                <p:tags r:id="rId8"/>
              </p:custDataLst>
            </p:nvPr>
          </p:nvSpPr>
          <p:spPr>
            <a:xfrm>
              <a:off x="4821308" y="2097453"/>
              <a:ext cx="21260" cy="2126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0"/>
                  </a:moveTo>
                  <a:cubicBezTo>
                    <a:pt x="1827" y="0"/>
                    <a:pt x="0" y="1827"/>
                    <a:pt x="0" y="4078"/>
                  </a:cubicBezTo>
                  <a:cubicBezTo>
                    <a:pt x="0" y="6329"/>
                    <a:pt x="1827" y="8155"/>
                    <a:pt x="4078" y="8155"/>
                  </a:cubicBezTo>
                  <a:cubicBezTo>
                    <a:pt x="6328" y="8155"/>
                    <a:pt x="8155" y="6329"/>
                    <a:pt x="8155" y="4078"/>
                  </a:cubicBezTo>
                  <a:cubicBezTo>
                    <a:pt x="8155" y="1827"/>
                    <a:pt x="6328" y="0"/>
                    <a:pt x="4078" y="0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975;p47"/>
            <p:cNvSpPr/>
            <p:nvPr>
              <p:custDataLst>
                <p:tags r:id="rId9"/>
              </p:custDataLst>
            </p:nvPr>
          </p:nvSpPr>
          <p:spPr>
            <a:xfrm>
              <a:off x="4647337" y="1837940"/>
              <a:ext cx="544536" cy="454823"/>
            </a:xfrm>
            <a:custGeom>
              <a:avLst/>
              <a:gdLst/>
              <a:ahLst/>
              <a:cxnLst/>
              <a:rect l="l" t="t" r="r" b="b"/>
              <a:pathLst>
                <a:path w="208898" h="174482" extrusionOk="0">
                  <a:moveTo>
                    <a:pt x="83181" y="8155"/>
                  </a:moveTo>
                  <a:lnTo>
                    <a:pt x="83181" y="83116"/>
                  </a:lnTo>
                  <a:lnTo>
                    <a:pt x="8155" y="83116"/>
                  </a:lnTo>
                  <a:lnTo>
                    <a:pt x="8155" y="8155"/>
                  </a:lnTo>
                  <a:close/>
                  <a:moveTo>
                    <a:pt x="160229" y="58586"/>
                  </a:moveTo>
                  <a:lnTo>
                    <a:pt x="199112" y="125946"/>
                  </a:lnTo>
                  <a:lnTo>
                    <a:pt x="131719" y="164861"/>
                  </a:lnTo>
                  <a:lnTo>
                    <a:pt x="92836" y="97501"/>
                  </a:lnTo>
                  <a:lnTo>
                    <a:pt x="160229" y="58586"/>
                  </a:lnTo>
                  <a:close/>
                  <a:moveTo>
                    <a:pt x="83181" y="91336"/>
                  </a:moveTo>
                  <a:lnTo>
                    <a:pt x="83181" y="166296"/>
                  </a:lnTo>
                  <a:lnTo>
                    <a:pt x="8155" y="166296"/>
                  </a:lnTo>
                  <a:lnTo>
                    <a:pt x="8155" y="91336"/>
                  </a:lnTo>
                  <a:close/>
                  <a:moveTo>
                    <a:pt x="4077" y="0"/>
                  </a:moveTo>
                  <a:cubicBezTo>
                    <a:pt x="1827" y="0"/>
                    <a:pt x="0" y="1827"/>
                    <a:pt x="0" y="4078"/>
                  </a:cubicBezTo>
                  <a:lnTo>
                    <a:pt x="0" y="170374"/>
                  </a:lnTo>
                  <a:cubicBezTo>
                    <a:pt x="0" y="172625"/>
                    <a:pt x="1827" y="174451"/>
                    <a:pt x="4077" y="174451"/>
                  </a:cubicBezTo>
                  <a:lnTo>
                    <a:pt x="87258" y="174451"/>
                  </a:lnTo>
                  <a:cubicBezTo>
                    <a:pt x="89509" y="174451"/>
                    <a:pt x="91336" y="172625"/>
                    <a:pt x="91336" y="170374"/>
                  </a:cubicBezTo>
                  <a:lnTo>
                    <a:pt x="91336" y="111234"/>
                  </a:lnTo>
                  <a:cubicBezTo>
                    <a:pt x="91336" y="111234"/>
                    <a:pt x="126630" y="172364"/>
                    <a:pt x="126696" y="172494"/>
                  </a:cubicBezTo>
                  <a:cubicBezTo>
                    <a:pt x="127428" y="173737"/>
                    <a:pt x="128869" y="174481"/>
                    <a:pt x="130312" y="174481"/>
                  </a:cubicBezTo>
                  <a:cubicBezTo>
                    <a:pt x="130990" y="174481"/>
                    <a:pt x="131669" y="174317"/>
                    <a:pt x="132274" y="173962"/>
                  </a:cubicBezTo>
                  <a:lnTo>
                    <a:pt x="206745" y="130969"/>
                  </a:lnTo>
                  <a:cubicBezTo>
                    <a:pt x="207658" y="130447"/>
                    <a:pt x="208343" y="129534"/>
                    <a:pt x="208637" y="128490"/>
                  </a:cubicBezTo>
                  <a:cubicBezTo>
                    <a:pt x="208898" y="127446"/>
                    <a:pt x="208767" y="126337"/>
                    <a:pt x="208213" y="125424"/>
                  </a:cubicBezTo>
                  <a:lnTo>
                    <a:pt x="165252" y="50985"/>
                  </a:lnTo>
                  <a:cubicBezTo>
                    <a:pt x="164508" y="49672"/>
                    <a:pt x="163132" y="48946"/>
                    <a:pt x="161715" y="48946"/>
                  </a:cubicBezTo>
                  <a:cubicBezTo>
                    <a:pt x="161021" y="48946"/>
                    <a:pt x="160318" y="49120"/>
                    <a:pt x="159674" y="49485"/>
                  </a:cubicBezTo>
                  <a:lnTo>
                    <a:pt x="91336" y="88955"/>
                  </a:lnTo>
                  <a:lnTo>
                    <a:pt x="91336" y="4078"/>
                  </a:lnTo>
                  <a:cubicBezTo>
                    <a:pt x="91336" y="1827"/>
                    <a:pt x="89509" y="0"/>
                    <a:pt x="87258" y="0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976;p47"/>
            <p:cNvSpPr/>
            <p:nvPr>
              <p:custDataLst>
                <p:tags r:id="rId10"/>
              </p:custDataLst>
            </p:nvPr>
          </p:nvSpPr>
          <p:spPr>
            <a:xfrm>
              <a:off x="4992133" y="2099017"/>
              <a:ext cx="91495" cy="100973"/>
            </a:xfrm>
            <a:custGeom>
              <a:avLst/>
              <a:gdLst/>
              <a:ahLst/>
              <a:cxnLst/>
              <a:rect l="l" t="t" r="r" b="b"/>
              <a:pathLst>
                <a:path w="35100" h="38736" extrusionOk="0">
                  <a:moveTo>
                    <a:pt x="15304" y="0"/>
                  </a:moveTo>
                  <a:cubicBezTo>
                    <a:pt x="12800" y="0"/>
                    <a:pt x="10228" y="767"/>
                    <a:pt x="7568" y="2336"/>
                  </a:cubicBezTo>
                  <a:cubicBezTo>
                    <a:pt x="4861" y="3869"/>
                    <a:pt x="2643" y="6153"/>
                    <a:pt x="1436" y="9023"/>
                  </a:cubicBezTo>
                  <a:cubicBezTo>
                    <a:pt x="1" y="12416"/>
                    <a:pt x="1142" y="16199"/>
                    <a:pt x="2936" y="19266"/>
                  </a:cubicBezTo>
                  <a:cubicBezTo>
                    <a:pt x="2936" y="19266"/>
                    <a:pt x="10439" y="32281"/>
                    <a:pt x="10439" y="32281"/>
                  </a:cubicBezTo>
                  <a:cubicBezTo>
                    <a:pt x="12864" y="36494"/>
                    <a:pt x="16553" y="38736"/>
                    <a:pt x="20644" y="38736"/>
                  </a:cubicBezTo>
                  <a:cubicBezTo>
                    <a:pt x="22825" y="38736"/>
                    <a:pt x="25121" y="38098"/>
                    <a:pt x="27401" y="36783"/>
                  </a:cubicBezTo>
                  <a:cubicBezTo>
                    <a:pt x="30696" y="34858"/>
                    <a:pt x="32914" y="32477"/>
                    <a:pt x="34023" y="29606"/>
                  </a:cubicBezTo>
                  <a:cubicBezTo>
                    <a:pt x="35100" y="26703"/>
                    <a:pt x="34839" y="23865"/>
                    <a:pt x="33240" y="21060"/>
                  </a:cubicBezTo>
                  <a:cubicBezTo>
                    <a:pt x="32555" y="19918"/>
                    <a:pt x="31870" y="19266"/>
                    <a:pt x="31153" y="19135"/>
                  </a:cubicBezTo>
                  <a:cubicBezTo>
                    <a:pt x="31023" y="19112"/>
                    <a:pt x="30887" y="19100"/>
                    <a:pt x="30745" y="19100"/>
                  </a:cubicBezTo>
                  <a:cubicBezTo>
                    <a:pt x="30099" y="19100"/>
                    <a:pt x="29322" y="19345"/>
                    <a:pt x="28412" y="19853"/>
                  </a:cubicBezTo>
                  <a:cubicBezTo>
                    <a:pt x="26521" y="20962"/>
                    <a:pt x="25901" y="22169"/>
                    <a:pt x="26521" y="23506"/>
                  </a:cubicBezTo>
                  <a:cubicBezTo>
                    <a:pt x="28119" y="26573"/>
                    <a:pt x="27727" y="29476"/>
                    <a:pt x="24629" y="31270"/>
                  </a:cubicBezTo>
                  <a:cubicBezTo>
                    <a:pt x="23462" y="31944"/>
                    <a:pt x="22373" y="32282"/>
                    <a:pt x="21360" y="32282"/>
                  </a:cubicBezTo>
                  <a:cubicBezTo>
                    <a:pt x="19484" y="32282"/>
                    <a:pt x="17874" y="31121"/>
                    <a:pt x="16539" y="28791"/>
                  </a:cubicBezTo>
                  <a:lnTo>
                    <a:pt x="9004" y="15743"/>
                  </a:lnTo>
                  <a:cubicBezTo>
                    <a:pt x="6949" y="12155"/>
                    <a:pt x="7536" y="9415"/>
                    <a:pt x="10830" y="7523"/>
                  </a:cubicBezTo>
                  <a:cubicBezTo>
                    <a:pt x="11836" y="6948"/>
                    <a:pt x="12931" y="6620"/>
                    <a:pt x="13995" y="6620"/>
                  </a:cubicBezTo>
                  <a:cubicBezTo>
                    <a:pt x="15345" y="6620"/>
                    <a:pt x="16644" y="7148"/>
                    <a:pt x="17648" y="8371"/>
                  </a:cubicBezTo>
                  <a:cubicBezTo>
                    <a:pt x="17844" y="8632"/>
                    <a:pt x="18105" y="8958"/>
                    <a:pt x="18366" y="9349"/>
                  </a:cubicBezTo>
                  <a:cubicBezTo>
                    <a:pt x="18756" y="10011"/>
                    <a:pt x="19323" y="10338"/>
                    <a:pt x="20057" y="10338"/>
                  </a:cubicBezTo>
                  <a:cubicBezTo>
                    <a:pt x="20734" y="10338"/>
                    <a:pt x="21554" y="10060"/>
                    <a:pt x="22508" y="9512"/>
                  </a:cubicBezTo>
                  <a:cubicBezTo>
                    <a:pt x="24498" y="8371"/>
                    <a:pt x="25020" y="6838"/>
                    <a:pt x="23813" y="4750"/>
                  </a:cubicBezTo>
                  <a:cubicBezTo>
                    <a:pt x="22280" y="2075"/>
                    <a:pt x="19997" y="542"/>
                    <a:pt x="16996" y="118"/>
                  </a:cubicBezTo>
                  <a:cubicBezTo>
                    <a:pt x="16435" y="40"/>
                    <a:pt x="15871" y="0"/>
                    <a:pt x="15304" y="0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977;p47"/>
            <p:cNvSpPr/>
            <p:nvPr>
              <p:custDataLst>
                <p:tags r:id="rId11"/>
              </p:custDataLst>
            </p:nvPr>
          </p:nvSpPr>
          <p:spPr>
            <a:xfrm>
              <a:off x="5062793" y="2064689"/>
              <a:ext cx="35970" cy="41381"/>
            </a:xfrm>
            <a:custGeom>
              <a:avLst/>
              <a:gdLst/>
              <a:ahLst/>
              <a:cxnLst/>
              <a:rect l="l" t="t" r="r" b="b"/>
              <a:pathLst>
                <a:path w="13799" h="15875" extrusionOk="0">
                  <a:moveTo>
                    <a:pt x="4615" y="1"/>
                  </a:moveTo>
                  <a:cubicBezTo>
                    <a:pt x="3929" y="1"/>
                    <a:pt x="3237" y="172"/>
                    <a:pt x="2610" y="533"/>
                  </a:cubicBezTo>
                  <a:cubicBezTo>
                    <a:pt x="686" y="1642"/>
                    <a:pt x="1" y="4186"/>
                    <a:pt x="1110" y="6111"/>
                  </a:cubicBezTo>
                  <a:cubicBezTo>
                    <a:pt x="1110" y="6111"/>
                    <a:pt x="5611" y="13841"/>
                    <a:pt x="5611" y="13874"/>
                  </a:cubicBezTo>
                  <a:cubicBezTo>
                    <a:pt x="6336" y="15148"/>
                    <a:pt x="7757" y="15875"/>
                    <a:pt x="9185" y="15875"/>
                  </a:cubicBezTo>
                  <a:cubicBezTo>
                    <a:pt x="9877" y="15875"/>
                    <a:pt x="10571" y="15704"/>
                    <a:pt x="11189" y="15342"/>
                  </a:cubicBezTo>
                  <a:cubicBezTo>
                    <a:pt x="13114" y="14233"/>
                    <a:pt x="13799" y="11721"/>
                    <a:pt x="12657" y="9797"/>
                  </a:cubicBezTo>
                  <a:cubicBezTo>
                    <a:pt x="12657" y="9797"/>
                    <a:pt x="8188" y="2033"/>
                    <a:pt x="8188" y="2033"/>
                  </a:cubicBezTo>
                  <a:cubicBezTo>
                    <a:pt x="7440" y="735"/>
                    <a:pt x="6039" y="1"/>
                    <a:pt x="4615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978;p47"/>
            <p:cNvSpPr/>
            <p:nvPr>
              <p:custDataLst>
                <p:tags r:id="rId12"/>
              </p:custDataLst>
            </p:nvPr>
          </p:nvSpPr>
          <p:spPr>
            <a:xfrm>
              <a:off x="4985330" y="2046020"/>
              <a:ext cx="44476" cy="32842"/>
            </a:xfrm>
            <a:custGeom>
              <a:avLst/>
              <a:gdLst/>
              <a:ahLst/>
              <a:cxnLst/>
              <a:rect l="l" t="t" r="r" b="b"/>
              <a:pathLst>
                <a:path w="17062" h="12599" extrusionOk="0">
                  <a:moveTo>
                    <a:pt x="12364" y="1"/>
                  </a:moveTo>
                  <a:cubicBezTo>
                    <a:pt x="11677" y="1"/>
                    <a:pt x="10990" y="168"/>
                    <a:pt x="10374" y="518"/>
                  </a:cubicBezTo>
                  <a:lnTo>
                    <a:pt x="2611" y="5020"/>
                  </a:lnTo>
                  <a:cubicBezTo>
                    <a:pt x="653" y="6129"/>
                    <a:pt x="1" y="8641"/>
                    <a:pt x="1110" y="10598"/>
                  </a:cubicBezTo>
                  <a:cubicBezTo>
                    <a:pt x="1835" y="11872"/>
                    <a:pt x="3255" y="12599"/>
                    <a:pt x="4683" y="12599"/>
                  </a:cubicBezTo>
                  <a:cubicBezTo>
                    <a:pt x="5376" y="12599"/>
                    <a:pt x="6070" y="12428"/>
                    <a:pt x="6688" y="12066"/>
                  </a:cubicBezTo>
                  <a:lnTo>
                    <a:pt x="14452" y="7597"/>
                  </a:lnTo>
                  <a:cubicBezTo>
                    <a:pt x="16376" y="6488"/>
                    <a:pt x="17061" y="3976"/>
                    <a:pt x="15952" y="2019"/>
                  </a:cubicBezTo>
                  <a:cubicBezTo>
                    <a:pt x="15204" y="720"/>
                    <a:pt x="13787" y="1"/>
                    <a:pt x="12364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979;p47"/>
            <p:cNvSpPr/>
            <p:nvPr>
              <p:custDataLst>
                <p:tags r:id="rId13"/>
              </p:custDataLst>
            </p:nvPr>
          </p:nvSpPr>
          <p:spPr>
            <a:xfrm>
              <a:off x="4734067" y="1928922"/>
              <a:ext cx="63945" cy="99487"/>
            </a:xfrm>
            <a:custGeom>
              <a:avLst/>
              <a:gdLst/>
              <a:ahLst/>
              <a:cxnLst/>
              <a:rect l="l" t="t" r="r" b="b"/>
              <a:pathLst>
                <a:path w="24531" h="38166" extrusionOk="0">
                  <a:moveTo>
                    <a:pt x="12559" y="5970"/>
                  </a:moveTo>
                  <a:cubicBezTo>
                    <a:pt x="15169" y="5970"/>
                    <a:pt x="16799" y="7829"/>
                    <a:pt x="16799" y="10341"/>
                  </a:cubicBezTo>
                  <a:cubicBezTo>
                    <a:pt x="16799" y="12886"/>
                    <a:pt x="15266" y="14843"/>
                    <a:pt x="12624" y="14843"/>
                  </a:cubicBezTo>
                  <a:lnTo>
                    <a:pt x="6753" y="14843"/>
                  </a:lnTo>
                  <a:lnTo>
                    <a:pt x="6753" y="5970"/>
                  </a:lnTo>
                  <a:close/>
                  <a:moveTo>
                    <a:pt x="12657" y="20160"/>
                  </a:moveTo>
                  <a:cubicBezTo>
                    <a:pt x="16082" y="20160"/>
                    <a:pt x="17745" y="22378"/>
                    <a:pt x="17745" y="25705"/>
                  </a:cubicBezTo>
                  <a:lnTo>
                    <a:pt x="17745" y="26521"/>
                  </a:lnTo>
                  <a:cubicBezTo>
                    <a:pt x="17745" y="30305"/>
                    <a:pt x="16049" y="32229"/>
                    <a:pt x="12657" y="32229"/>
                  </a:cubicBezTo>
                  <a:lnTo>
                    <a:pt x="6753" y="32229"/>
                  </a:lnTo>
                  <a:lnTo>
                    <a:pt x="6753" y="20160"/>
                  </a:lnTo>
                  <a:close/>
                  <a:moveTo>
                    <a:pt x="3001" y="1"/>
                  </a:moveTo>
                  <a:cubicBezTo>
                    <a:pt x="1762" y="1"/>
                    <a:pt x="0" y="653"/>
                    <a:pt x="0" y="2154"/>
                  </a:cubicBezTo>
                  <a:lnTo>
                    <a:pt x="0" y="36078"/>
                  </a:lnTo>
                  <a:cubicBezTo>
                    <a:pt x="0" y="37546"/>
                    <a:pt x="1794" y="38166"/>
                    <a:pt x="3001" y="38166"/>
                  </a:cubicBezTo>
                  <a:lnTo>
                    <a:pt x="14092" y="38166"/>
                  </a:lnTo>
                  <a:cubicBezTo>
                    <a:pt x="16963" y="38166"/>
                    <a:pt x="19735" y="37285"/>
                    <a:pt x="21856" y="35263"/>
                  </a:cubicBezTo>
                  <a:cubicBezTo>
                    <a:pt x="24074" y="33208"/>
                    <a:pt x="24530" y="29978"/>
                    <a:pt x="24530" y="27108"/>
                  </a:cubicBezTo>
                  <a:lnTo>
                    <a:pt x="24530" y="25999"/>
                  </a:lnTo>
                  <a:cubicBezTo>
                    <a:pt x="24530" y="22150"/>
                    <a:pt x="22899" y="18953"/>
                    <a:pt x="19148" y="17485"/>
                  </a:cubicBezTo>
                  <a:cubicBezTo>
                    <a:pt x="22117" y="16213"/>
                    <a:pt x="23584" y="13440"/>
                    <a:pt x="23584" y="9199"/>
                  </a:cubicBezTo>
                  <a:cubicBezTo>
                    <a:pt x="23584" y="3067"/>
                    <a:pt x="20094" y="1"/>
                    <a:pt x="13081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980;p47"/>
            <p:cNvSpPr/>
            <p:nvPr>
              <p:custDataLst>
                <p:tags r:id="rId14"/>
              </p:custDataLst>
            </p:nvPr>
          </p:nvSpPr>
          <p:spPr>
            <a:xfrm>
              <a:off x="4821308" y="1923140"/>
              <a:ext cx="21260" cy="44642"/>
            </a:xfrm>
            <a:custGeom>
              <a:avLst/>
              <a:gdLst/>
              <a:ahLst/>
              <a:cxnLst/>
              <a:rect l="l" t="t" r="r" b="b"/>
              <a:pathLst>
                <a:path w="8156" h="17126" extrusionOk="0">
                  <a:moveTo>
                    <a:pt x="4078" y="1"/>
                  </a:moveTo>
                  <a:cubicBezTo>
                    <a:pt x="1827" y="1"/>
                    <a:pt x="0" y="1827"/>
                    <a:pt x="0" y="4078"/>
                  </a:cubicBezTo>
                  <a:lnTo>
                    <a:pt x="0" y="13048"/>
                  </a:lnTo>
                  <a:cubicBezTo>
                    <a:pt x="0" y="15299"/>
                    <a:pt x="1827" y="17126"/>
                    <a:pt x="4078" y="17126"/>
                  </a:cubicBezTo>
                  <a:cubicBezTo>
                    <a:pt x="6328" y="17126"/>
                    <a:pt x="8155" y="15299"/>
                    <a:pt x="8155" y="13048"/>
                  </a:cubicBezTo>
                  <a:lnTo>
                    <a:pt x="8155" y="4078"/>
                  </a:lnTo>
                  <a:cubicBezTo>
                    <a:pt x="8155" y="1827"/>
                    <a:pt x="6328" y="1"/>
                    <a:pt x="4078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981;p47"/>
            <p:cNvSpPr/>
            <p:nvPr>
              <p:custDataLst>
                <p:tags r:id="rId15"/>
              </p:custDataLst>
            </p:nvPr>
          </p:nvSpPr>
          <p:spPr>
            <a:xfrm>
              <a:off x="4821308" y="1880625"/>
              <a:ext cx="21260" cy="2126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1"/>
                  </a:moveTo>
                  <a:cubicBezTo>
                    <a:pt x="1827" y="1"/>
                    <a:pt x="0" y="1827"/>
                    <a:pt x="0" y="4078"/>
                  </a:cubicBezTo>
                  <a:cubicBezTo>
                    <a:pt x="0" y="6329"/>
                    <a:pt x="1827" y="8156"/>
                    <a:pt x="4078" y="8156"/>
                  </a:cubicBezTo>
                  <a:cubicBezTo>
                    <a:pt x="6328" y="8156"/>
                    <a:pt x="8155" y="6329"/>
                    <a:pt x="8155" y="4078"/>
                  </a:cubicBezTo>
                  <a:cubicBezTo>
                    <a:pt x="8155" y="1827"/>
                    <a:pt x="6328" y="1"/>
                    <a:pt x="4078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982;p47"/>
            <p:cNvSpPr/>
            <p:nvPr>
              <p:custDataLst>
                <p:tags r:id="rId16"/>
              </p:custDataLst>
            </p:nvPr>
          </p:nvSpPr>
          <p:spPr>
            <a:xfrm>
              <a:off x="4755408" y="1880539"/>
              <a:ext cx="44645" cy="21260"/>
            </a:xfrm>
            <a:custGeom>
              <a:avLst/>
              <a:gdLst/>
              <a:ahLst/>
              <a:cxnLst/>
              <a:rect l="l" t="t" r="r" b="b"/>
              <a:pathLst>
                <a:path w="17127" h="8156" extrusionOk="0">
                  <a:moveTo>
                    <a:pt x="4078" y="1"/>
                  </a:moveTo>
                  <a:cubicBezTo>
                    <a:pt x="1828" y="1"/>
                    <a:pt x="1" y="1828"/>
                    <a:pt x="1" y="4078"/>
                  </a:cubicBezTo>
                  <a:cubicBezTo>
                    <a:pt x="1" y="6329"/>
                    <a:pt x="1828" y="8156"/>
                    <a:pt x="4078" y="8156"/>
                  </a:cubicBezTo>
                  <a:lnTo>
                    <a:pt x="13049" y="8156"/>
                  </a:lnTo>
                  <a:cubicBezTo>
                    <a:pt x="15300" y="8156"/>
                    <a:pt x="17126" y="6329"/>
                    <a:pt x="17126" y="4078"/>
                  </a:cubicBezTo>
                  <a:cubicBezTo>
                    <a:pt x="17126" y="1828"/>
                    <a:pt x="15300" y="1"/>
                    <a:pt x="13049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983;p47"/>
            <p:cNvSpPr/>
            <p:nvPr>
              <p:custDataLst>
                <p:tags r:id="rId17"/>
              </p:custDataLst>
            </p:nvPr>
          </p:nvSpPr>
          <p:spPr>
            <a:xfrm>
              <a:off x="5042727" y="2028237"/>
              <a:ext cx="21260" cy="2126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1"/>
                  </a:moveTo>
                  <a:cubicBezTo>
                    <a:pt x="1827" y="1"/>
                    <a:pt x="0" y="1795"/>
                    <a:pt x="0" y="4078"/>
                  </a:cubicBezTo>
                  <a:cubicBezTo>
                    <a:pt x="0" y="6329"/>
                    <a:pt x="1827" y="8156"/>
                    <a:pt x="4078" y="8156"/>
                  </a:cubicBezTo>
                  <a:cubicBezTo>
                    <a:pt x="6329" y="8156"/>
                    <a:pt x="8155" y="6329"/>
                    <a:pt x="8155" y="4078"/>
                  </a:cubicBezTo>
                  <a:cubicBezTo>
                    <a:pt x="8155" y="1795"/>
                    <a:pt x="6329" y="1"/>
                    <a:pt x="4078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7" name="组合 176"/>
          <p:cNvGrpSpPr/>
          <p:nvPr>
            <p:custDataLst>
              <p:tags r:id="rId18"/>
            </p:custDataLst>
          </p:nvPr>
        </p:nvGrpSpPr>
        <p:grpSpPr>
          <a:xfrm>
            <a:off x="2314968" y="3005186"/>
            <a:ext cx="1198941" cy="1198941"/>
            <a:chOff x="4409394" y="4497365"/>
            <a:chExt cx="1020525" cy="1020525"/>
          </a:xfrm>
        </p:grpSpPr>
        <p:sp>
          <p:nvSpPr>
            <p:cNvPr id="26" name="Google Shape;929;p47"/>
            <p:cNvSpPr/>
            <p:nvPr>
              <p:custDataLst>
                <p:tags r:id="rId19"/>
              </p:custDataLst>
            </p:nvPr>
          </p:nvSpPr>
          <p:spPr>
            <a:xfrm>
              <a:off x="4409394" y="4497365"/>
              <a:ext cx="1020525" cy="1020525"/>
            </a:xfrm>
            <a:prstGeom prst="flowChartConnector">
              <a:avLst/>
            </a:prstGeom>
            <a:solidFill>
              <a:srgbClr val="FFFFFF">
                <a:alpha val="6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985;p47"/>
            <p:cNvSpPr/>
            <p:nvPr>
              <p:custDataLst>
                <p:tags r:id="rId20"/>
              </p:custDataLst>
            </p:nvPr>
          </p:nvSpPr>
          <p:spPr>
            <a:xfrm>
              <a:off x="4735735" y="4766184"/>
              <a:ext cx="367892" cy="482974"/>
            </a:xfrm>
            <a:custGeom>
              <a:avLst/>
              <a:gdLst/>
              <a:ahLst/>
              <a:cxnLst/>
              <a:rect l="l" t="t" r="r" b="b"/>
              <a:pathLst>
                <a:path w="159023" h="208768" extrusionOk="0">
                  <a:moveTo>
                    <a:pt x="146823" y="8155"/>
                  </a:moveTo>
                  <a:cubicBezTo>
                    <a:pt x="149041" y="8155"/>
                    <a:pt x="150868" y="9982"/>
                    <a:pt x="150868" y="12232"/>
                  </a:cubicBezTo>
                  <a:lnTo>
                    <a:pt x="150868" y="196535"/>
                  </a:lnTo>
                  <a:cubicBezTo>
                    <a:pt x="150868" y="198785"/>
                    <a:pt x="149041" y="200612"/>
                    <a:pt x="146823" y="200612"/>
                  </a:cubicBezTo>
                  <a:lnTo>
                    <a:pt x="12168" y="200612"/>
                  </a:lnTo>
                  <a:cubicBezTo>
                    <a:pt x="9950" y="200612"/>
                    <a:pt x="8123" y="198785"/>
                    <a:pt x="8123" y="196535"/>
                  </a:cubicBezTo>
                  <a:lnTo>
                    <a:pt x="8123" y="12232"/>
                  </a:lnTo>
                  <a:cubicBezTo>
                    <a:pt x="8123" y="9982"/>
                    <a:pt x="9950" y="8155"/>
                    <a:pt x="12168" y="8155"/>
                  </a:cubicBezTo>
                  <a:close/>
                  <a:moveTo>
                    <a:pt x="12168" y="0"/>
                  </a:moveTo>
                  <a:cubicBezTo>
                    <a:pt x="5448" y="0"/>
                    <a:pt x="1" y="5480"/>
                    <a:pt x="1" y="12232"/>
                  </a:cubicBezTo>
                  <a:lnTo>
                    <a:pt x="1" y="196535"/>
                  </a:lnTo>
                  <a:cubicBezTo>
                    <a:pt x="1" y="203287"/>
                    <a:pt x="5448" y="208767"/>
                    <a:pt x="12168" y="208767"/>
                  </a:cubicBezTo>
                  <a:lnTo>
                    <a:pt x="146823" y="208767"/>
                  </a:lnTo>
                  <a:cubicBezTo>
                    <a:pt x="153543" y="208767"/>
                    <a:pt x="159023" y="203287"/>
                    <a:pt x="159023" y="196535"/>
                  </a:cubicBezTo>
                  <a:lnTo>
                    <a:pt x="159023" y="12232"/>
                  </a:lnTo>
                  <a:cubicBezTo>
                    <a:pt x="159023" y="5480"/>
                    <a:pt x="153543" y="0"/>
                    <a:pt x="146823" y="0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986;p47"/>
            <p:cNvSpPr/>
            <p:nvPr>
              <p:custDataLst>
                <p:tags r:id="rId21"/>
              </p:custDataLst>
            </p:nvPr>
          </p:nvSpPr>
          <p:spPr>
            <a:xfrm>
              <a:off x="4773467" y="4803914"/>
              <a:ext cx="292427" cy="67920"/>
            </a:xfrm>
            <a:custGeom>
              <a:avLst/>
              <a:gdLst/>
              <a:ahLst/>
              <a:cxnLst/>
              <a:rect l="l" t="t" r="r" b="b"/>
              <a:pathLst>
                <a:path w="126403" h="29359" extrusionOk="0">
                  <a:moveTo>
                    <a:pt x="118248" y="8156"/>
                  </a:moveTo>
                  <a:lnTo>
                    <a:pt x="118248" y="21204"/>
                  </a:lnTo>
                  <a:lnTo>
                    <a:pt x="8156" y="21204"/>
                  </a:lnTo>
                  <a:lnTo>
                    <a:pt x="8156" y="8156"/>
                  </a:lnTo>
                  <a:close/>
                  <a:moveTo>
                    <a:pt x="4078" y="1"/>
                  </a:moveTo>
                  <a:cubicBezTo>
                    <a:pt x="1795" y="1"/>
                    <a:pt x="1" y="1828"/>
                    <a:pt x="1" y="4078"/>
                  </a:cubicBezTo>
                  <a:lnTo>
                    <a:pt x="1" y="25281"/>
                  </a:lnTo>
                  <a:cubicBezTo>
                    <a:pt x="1" y="27532"/>
                    <a:pt x="1795" y="29359"/>
                    <a:pt x="4078" y="29359"/>
                  </a:cubicBezTo>
                  <a:lnTo>
                    <a:pt x="122325" y="29359"/>
                  </a:lnTo>
                  <a:cubicBezTo>
                    <a:pt x="124576" y="29359"/>
                    <a:pt x="126403" y="27532"/>
                    <a:pt x="126403" y="25281"/>
                  </a:cubicBezTo>
                  <a:lnTo>
                    <a:pt x="126403" y="4078"/>
                  </a:lnTo>
                  <a:cubicBezTo>
                    <a:pt x="126403" y="1828"/>
                    <a:pt x="124576" y="1"/>
                    <a:pt x="122325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987;p47"/>
            <p:cNvSpPr/>
            <p:nvPr>
              <p:custDataLst>
                <p:tags r:id="rId22"/>
              </p:custDataLst>
            </p:nvPr>
          </p:nvSpPr>
          <p:spPr>
            <a:xfrm>
              <a:off x="5047027" y="4890699"/>
              <a:ext cx="18869" cy="18869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1"/>
                  </a:moveTo>
                  <a:cubicBezTo>
                    <a:pt x="1828" y="1"/>
                    <a:pt x="1" y="1827"/>
                    <a:pt x="1" y="4078"/>
                  </a:cubicBezTo>
                  <a:cubicBezTo>
                    <a:pt x="1" y="6329"/>
                    <a:pt x="1828" y="8156"/>
                    <a:pt x="4078" y="8156"/>
                  </a:cubicBezTo>
                  <a:cubicBezTo>
                    <a:pt x="6297" y="8156"/>
                    <a:pt x="8156" y="6329"/>
                    <a:pt x="8156" y="4078"/>
                  </a:cubicBezTo>
                  <a:cubicBezTo>
                    <a:pt x="8156" y="1827"/>
                    <a:pt x="6297" y="1"/>
                    <a:pt x="4078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988;p47"/>
            <p:cNvSpPr/>
            <p:nvPr>
              <p:custDataLst>
                <p:tags r:id="rId23"/>
              </p:custDataLst>
            </p:nvPr>
          </p:nvSpPr>
          <p:spPr>
            <a:xfrm>
              <a:off x="5009295" y="4890699"/>
              <a:ext cx="18869" cy="18869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1"/>
                  </a:moveTo>
                  <a:cubicBezTo>
                    <a:pt x="1828" y="1"/>
                    <a:pt x="1" y="1827"/>
                    <a:pt x="1" y="4078"/>
                  </a:cubicBezTo>
                  <a:cubicBezTo>
                    <a:pt x="1" y="6329"/>
                    <a:pt x="1828" y="8156"/>
                    <a:pt x="4078" y="8156"/>
                  </a:cubicBezTo>
                  <a:cubicBezTo>
                    <a:pt x="6297" y="8156"/>
                    <a:pt x="8156" y="6329"/>
                    <a:pt x="8156" y="4078"/>
                  </a:cubicBezTo>
                  <a:cubicBezTo>
                    <a:pt x="8156" y="1827"/>
                    <a:pt x="6297" y="1"/>
                    <a:pt x="4078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989;p47"/>
            <p:cNvSpPr/>
            <p:nvPr>
              <p:custDataLst>
                <p:tags r:id="rId24"/>
              </p:custDataLst>
            </p:nvPr>
          </p:nvSpPr>
          <p:spPr>
            <a:xfrm>
              <a:off x="4943263" y="4890699"/>
              <a:ext cx="47167" cy="18869"/>
            </a:xfrm>
            <a:custGeom>
              <a:avLst/>
              <a:gdLst/>
              <a:ahLst/>
              <a:cxnLst/>
              <a:rect l="l" t="t" r="r" b="b"/>
              <a:pathLst>
                <a:path w="20388" h="8156" extrusionOk="0">
                  <a:moveTo>
                    <a:pt x="4078" y="1"/>
                  </a:moveTo>
                  <a:cubicBezTo>
                    <a:pt x="1827" y="1"/>
                    <a:pt x="1" y="1827"/>
                    <a:pt x="1" y="4078"/>
                  </a:cubicBezTo>
                  <a:cubicBezTo>
                    <a:pt x="1" y="6329"/>
                    <a:pt x="1827" y="8156"/>
                    <a:pt x="4078" y="8156"/>
                  </a:cubicBezTo>
                  <a:lnTo>
                    <a:pt x="16311" y="8156"/>
                  </a:lnTo>
                  <a:cubicBezTo>
                    <a:pt x="18529" y="8156"/>
                    <a:pt x="20388" y="6329"/>
                    <a:pt x="20388" y="4078"/>
                  </a:cubicBezTo>
                  <a:cubicBezTo>
                    <a:pt x="20388" y="1827"/>
                    <a:pt x="18529" y="1"/>
                    <a:pt x="16311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990;p47"/>
            <p:cNvSpPr/>
            <p:nvPr>
              <p:custDataLst>
                <p:tags r:id="rId25"/>
              </p:custDataLst>
            </p:nvPr>
          </p:nvSpPr>
          <p:spPr>
            <a:xfrm>
              <a:off x="4980996" y="5154826"/>
              <a:ext cx="84899" cy="56601"/>
            </a:xfrm>
            <a:custGeom>
              <a:avLst/>
              <a:gdLst/>
              <a:ahLst/>
              <a:cxnLst/>
              <a:rect l="l" t="t" r="r" b="b"/>
              <a:pathLst>
                <a:path w="36698" h="24466" extrusionOk="0">
                  <a:moveTo>
                    <a:pt x="28543" y="8155"/>
                  </a:moveTo>
                  <a:lnTo>
                    <a:pt x="28543" y="16310"/>
                  </a:lnTo>
                  <a:lnTo>
                    <a:pt x="8155" y="16310"/>
                  </a:lnTo>
                  <a:lnTo>
                    <a:pt x="8155" y="8155"/>
                  </a:lnTo>
                  <a:close/>
                  <a:moveTo>
                    <a:pt x="4078" y="0"/>
                  </a:moveTo>
                  <a:cubicBezTo>
                    <a:pt x="1795" y="0"/>
                    <a:pt x="1" y="1827"/>
                    <a:pt x="1" y="4078"/>
                  </a:cubicBezTo>
                  <a:lnTo>
                    <a:pt x="1" y="20388"/>
                  </a:lnTo>
                  <a:cubicBezTo>
                    <a:pt x="1" y="22638"/>
                    <a:pt x="1795" y="24465"/>
                    <a:pt x="4078" y="24465"/>
                  </a:cubicBezTo>
                  <a:lnTo>
                    <a:pt x="32620" y="24465"/>
                  </a:lnTo>
                  <a:cubicBezTo>
                    <a:pt x="34871" y="24465"/>
                    <a:pt x="36698" y="22638"/>
                    <a:pt x="36698" y="20388"/>
                  </a:cubicBezTo>
                  <a:lnTo>
                    <a:pt x="36698" y="4078"/>
                  </a:lnTo>
                  <a:cubicBezTo>
                    <a:pt x="36698" y="1827"/>
                    <a:pt x="34871" y="0"/>
                    <a:pt x="32620" y="0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991;p47"/>
            <p:cNvSpPr/>
            <p:nvPr>
              <p:custDataLst>
                <p:tags r:id="rId26"/>
              </p:custDataLst>
            </p:nvPr>
          </p:nvSpPr>
          <p:spPr>
            <a:xfrm>
              <a:off x="4980996" y="5079360"/>
              <a:ext cx="84899" cy="56601"/>
            </a:xfrm>
            <a:custGeom>
              <a:avLst/>
              <a:gdLst/>
              <a:ahLst/>
              <a:cxnLst/>
              <a:rect l="l" t="t" r="r" b="b"/>
              <a:pathLst>
                <a:path w="36698" h="24466" extrusionOk="0">
                  <a:moveTo>
                    <a:pt x="28543" y="8155"/>
                  </a:moveTo>
                  <a:lnTo>
                    <a:pt x="28543" y="16310"/>
                  </a:lnTo>
                  <a:lnTo>
                    <a:pt x="8155" y="16310"/>
                  </a:lnTo>
                  <a:lnTo>
                    <a:pt x="8155" y="8155"/>
                  </a:lnTo>
                  <a:close/>
                  <a:moveTo>
                    <a:pt x="4078" y="0"/>
                  </a:moveTo>
                  <a:cubicBezTo>
                    <a:pt x="1795" y="0"/>
                    <a:pt x="1" y="1827"/>
                    <a:pt x="1" y="4078"/>
                  </a:cubicBezTo>
                  <a:lnTo>
                    <a:pt x="1" y="20388"/>
                  </a:lnTo>
                  <a:cubicBezTo>
                    <a:pt x="1" y="22639"/>
                    <a:pt x="1795" y="24465"/>
                    <a:pt x="4078" y="24465"/>
                  </a:cubicBezTo>
                  <a:lnTo>
                    <a:pt x="32620" y="24465"/>
                  </a:lnTo>
                  <a:cubicBezTo>
                    <a:pt x="34871" y="24465"/>
                    <a:pt x="36698" y="22639"/>
                    <a:pt x="36698" y="20388"/>
                  </a:cubicBezTo>
                  <a:lnTo>
                    <a:pt x="36698" y="4078"/>
                  </a:lnTo>
                  <a:cubicBezTo>
                    <a:pt x="36698" y="1827"/>
                    <a:pt x="34871" y="0"/>
                    <a:pt x="32620" y="0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992;p47"/>
            <p:cNvSpPr/>
            <p:nvPr>
              <p:custDataLst>
                <p:tags r:id="rId27"/>
              </p:custDataLst>
            </p:nvPr>
          </p:nvSpPr>
          <p:spPr>
            <a:xfrm>
              <a:off x="4980996" y="5003896"/>
              <a:ext cx="84899" cy="56601"/>
            </a:xfrm>
            <a:custGeom>
              <a:avLst/>
              <a:gdLst/>
              <a:ahLst/>
              <a:cxnLst/>
              <a:rect l="l" t="t" r="r" b="b"/>
              <a:pathLst>
                <a:path w="36698" h="24466" extrusionOk="0">
                  <a:moveTo>
                    <a:pt x="28543" y="8156"/>
                  </a:moveTo>
                  <a:lnTo>
                    <a:pt x="28543" y="16311"/>
                  </a:lnTo>
                  <a:lnTo>
                    <a:pt x="8155" y="16311"/>
                  </a:lnTo>
                  <a:lnTo>
                    <a:pt x="8155" y="8156"/>
                  </a:lnTo>
                  <a:close/>
                  <a:moveTo>
                    <a:pt x="4078" y="1"/>
                  </a:moveTo>
                  <a:cubicBezTo>
                    <a:pt x="1795" y="1"/>
                    <a:pt x="1" y="1827"/>
                    <a:pt x="1" y="4078"/>
                  </a:cubicBezTo>
                  <a:lnTo>
                    <a:pt x="1" y="20388"/>
                  </a:lnTo>
                  <a:cubicBezTo>
                    <a:pt x="1" y="22639"/>
                    <a:pt x="1795" y="24465"/>
                    <a:pt x="4078" y="24465"/>
                  </a:cubicBezTo>
                  <a:lnTo>
                    <a:pt x="32620" y="24465"/>
                  </a:lnTo>
                  <a:cubicBezTo>
                    <a:pt x="34871" y="24465"/>
                    <a:pt x="36698" y="22639"/>
                    <a:pt x="36698" y="20388"/>
                  </a:cubicBezTo>
                  <a:lnTo>
                    <a:pt x="36698" y="4078"/>
                  </a:lnTo>
                  <a:cubicBezTo>
                    <a:pt x="36698" y="1827"/>
                    <a:pt x="34871" y="1"/>
                    <a:pt x="32620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993;p47"/>
            <p:cNvSpPr/>
            <p:nvPr>
              <p:custDataLst>
                <p:tags r:id="rId28"/>
              </p:custDataLst>
            </p:nvPr>
          </p:nvSpPr>
          <p:spPr>
            <a:xfrm>
              <a:off x="4980996" y="4928431"/>
              <a:ext cx="84899" cy="56601"/>
            </a:xfrm>
            <a:custGeom>
              <a:avLst/>
              <a:gdLst/>
              <a:ahLst/>
              <a:cxnLst/>
              <a:rect l="l" t="t" r="r" b="b"/>
              <a:pathLst>
                <a:path w="36698" h="24466" extrusionOk="0">
                  <a:moveTo>
                    <a:pt x="28543" y="8156"/>
                  </a:moveTo>
                  <a:lnTo>
                    <a:pt x="28543" y="16311"/>
                  </a:lnTo>
                  <a:lnTo>
                    <a:pt x="8155" y="16311"/>
                  </a:lnTo>
                  <a:lnTo>
                    <a:pt x="8155" y="8156"/>
                  </a:lnTo>
                  <a:close/>
                  <a:moveTo>
                    <a:pt x="4078" y="1"/>
                  </a:moveTo>
                  <a:cubicBezTo>
                    <a:pt x="1795" y="1"/>
                    <a:pt x="1" y="1827"/>
                    <a:pt x="1" y="4078"/>
                  </a:cubicBezTo>
                  <a:lnTo>
                    <a:pt x="1" y="20388"/>
                  </a:lnTo>
                  <a:cubicBezTo>
                    <a:pt x="1" y="22639"/>
                    <a:pt x="1795" y="24466"/>
                    <a:pt x="4078" y="24466"/>
                  </a:cubicBezTo>
                  <a:lnTo>
                    <a:pt x="32620" y="24466"/>
                  </a:lnTo>
                  <a:cubicBezTo>
                    <a:pt x="34871" y="24466"/>
                    <a:pt x="36698" y="22639"/>
                    <a:pt x="36698" y="20388"/>
                  </a:cubicBezTo>
                  <a:lnTo>
                    <a:pt x="36698" y="4078"/>
                  </a:lnTo>
                  <a:cubicBezTo>
                    <a:pt x="36698" y="1827"/>
                    <a:pt x="34871" y="1"/>
                    <a:pt x="32620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994;p47"/>
            <p:cNvSpPr/>
            <p:nvPr>
              <p:custDataLst>
                <p:tags r:id="rId29"/>
              </p:custDataLst>
            </p:nvPr>
          </p:nvSpPr>
          <p:spPr>
            <a:xfrm>
              <a:off x="4877232" y="5154826"/>
              <a:ext cx="84899" cy="56601"/>
            </a:xfrm>
            <a:custGeom>
              <a:avLst/>
              <a:gdLst/>
              <a:ahLst/>
              <a:cxnLst/>
              <a:rect l="l" t="t" r="r" b="b"/>
              <a:pathLst>
                <a:path w="36698" h="24466" extrusionOk="0">
                  <a:moveTo>
                    <a:pt x="28543" y="8155"/>
                  </a:moveTo>
                  <a:lnTo>
                    <a:pt x="28543" y="16310"/>
                  </a:lnTo>
                  <a:lnTo>
                    <a:pt x="8155" y="16310"/>
                  </a:lnTo>
                  <a:lnTo>
                    <a:pt x="8155" y="8155"/>
                  </a:lnTo>
                  <a:close/>
                  <a:moveTo>
                    <a:pt x="4078" y="0"/>
                  </a:moveTo>
                  <a:cubicBezTo>
                    <a:pt x="1794" y="0"/>
                    <a:pt x="0" y="1827"/>
                    <a:pt x="0" y="4078"/>
                  </a:cubicBezTo>
                  <a:lnTo>
                    <a:pt x="0" y="20388"/>
                  </a:lnTo>
                  <a:cubicBezTo>
                    <a:pt x="0" y="22638"/>
                    <a:pt x="1794" y="24465"/>
                    <a:pt x="4078" y="24465"/>
                  </a:cubicBezTo>
                  <a:lnTo>
                    <a:pt x="32620" y="24465"/>
                  </a:lnTo>
                  <a:cubicBezTo>
                    <a:pt x="34871" y="24465"/>
                    <a:pt x="36698" y="22638"/>
                    <a:pt x="36698" y="20388"/>
                  </a:cubicBezTo>
                  <a:lnTo>
                    <a:pt x="36698" y="4078"/>
                  </a:lnTo>
                  <a:cubicBezTo>
                    <a:pt x="36698" y="1827"/>
                    <a:pt x="34871" y="0"/>
                    <a:pt x="32620" y="0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995;p47"/>
            <p:cNvSpPr/>
            <p:nvPr>
              <p:custDataLst>
                <p:tags r:id="rId30"/>
              </p:custDataLst>
            </p:nvPr>
          </p:nvSpPr>
          <p:spPr>
            <a:xfrm>
              <a:off x="4877232" y="5079360"/>
              <a:ext cx="84899" cy="56601"/>
            </a:xfrm>
            <a:custGeom>
              <a:avLst/>
              <a:gdLst/>
              <a:ahLst/>
              <a:cxnLst/>
              <a:rect l="l" t="t" r="r" b="b"/>
              <a:pathLst>
                <a:path w="36698" h="24466" extrusionOk="0">
                  <a:moveTo>
                    <a:pt x="28543" y="8155"/>
                  </a:moveTo>
                  <a:lnTo>
                    <a:pt x="28543" y="16310"/>
                  </a:lnTo>
                  <a:lnTo>
                    <a:pt x="8155" y="16310"/>
                  </a:lnTo>
                  <a:lnTo>
                    <a:pt x="8155" y="8155"/>
                  </a:lnTo>
                  <a:close/>
                  <a:moveTo>
                    <a:pt x="4078" y="0"/>
                  </a:moveTo>
                  <a:cubicBezTo>
                    <a:pt x="1794" y="0"/>
                    <a:pt x="0" y="1827"/>
                    <a:pt x="0" y="4078"/>
                  </a:cubicBezTo>
                  <a:lnTo>
                    <a:pt x="0" y="20388"/>
                  </a:lnTo>
                  <a:cubicBezTo>
                    <a:pt x="0" y="22639"/>
                    <a:pt x="1794" y="24465"/>
                    <a:pt x="4078" y="24465"/>
                  </a:cubicBezTo>
                  <a:lnTo>
                    <a:pt x="32620" y="24465"/>
                  </a:lnTo>
                  <a:cubicBezTo>
                    <a:pt x="34871" y="24465"/>
                    <a:pt x="36698" y="22639"/>
                    <a:pt x="36698" y="20388"/>
                  </a:cubicBezTo>
                  <a:lnTo>
                    <a:pt x="36698" y="4078"/>
                  </a:lnTo>
                  <a:cubicBezTo>
                    <a:pt x="36698" y="1827"/>
                    <a:pt x="34871" y="0"/>
                    <a:pt x="32620" y="0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996;p47"/>
            <p:cNvSpPr/>
            <p:nvPr>
              <p:custDataLst>
                <p:tags r:id="rId31"/>
              </p:custDataLst>
            </p:nvPr>
          </p:nvSpPr>
          <p:spPr>
            <a:xfrm>
              <a:off x="4877232" y="5003896"/>
              <a:ext cx="84899" cy="56601"/>
            </a:xfrm>
            <a:custGeom>
              <a:avLst/>
              <a:gdLst/>
              <a:ahLst/>
              <a:cxnLst/>
              <a:rect l="l" t="t" r="r" b="b"/>
              <a:pathLst>
                <a:path w="36698" h="24466" extrusionOk="0">
                  <a:moveTo>
                    <a:pt x="28543" y="8156"/>
                  </a:moveTo>
                  <a:lnTo>
                    <a:pt x="28543" y="16311"/>
                  </a:lnTo>
                  <a:lnTo>
                    <a:pt x="8155" y="16311"/>
                  </a:lnTo>
                  <a:lnTo>
                    <a:pt x="8155" y="8156"/>
                  </a:lnTo>
                  <a:close/>
                  <a:moveTo>
                    <a:pt x="4078" y="1"/>
                  </a:moveTo>
                  <a:cubicBezTo>
                    <a:pt x="1794" y="1"/>
                    <a:pt x="0" y="1827"/>
                    <a:pt x="0" y="4078"/>
                  </a:cubicBezTo>
                  <a:lnTo>
                    <a:pt x="0" y="20388"/>
                  </a:lnTo>
                  <a:cubicBezTo>
                    <a:pt x="0" y="22639"/>
                    <a:pt x="1794" y="24465"/>
                    <a:pt x="4078" y="24465"/>
                  </a:cubicBezTo>
                  <a:lnTo>
                    <a:pt x="32620" y="24465"/>
                  </a:lnTo>
                  <a:cubicBezTo>
                    <a:pt x="34871" y="24465"/>
                    <a:pt x="36698" y="22639"/>
                    <a:pt x="36698" y="20388"/>
                  </a:cubicBezTo>
                  <a:lnTo>
                    <a:pt x="36698" y="4078"/>
                  </a:lnTo>
                  <a:cubicBezTo>
                    <a:pt x="36698" y="1827"/>
                    <a:pt x="34871" y="1"/>
                    <a:pt x="32620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997;p47"/>
            <p:cNvSpPr/>
            <p:nvPr>
              <p:custDataLst>
                <p:tags r:id="rId32"/>
              </p:custDataLst>
            </p:nvPr>
          </p:nvSpPr>
          <p:spPr>
            <a:xfrm>
              <a:off x="4877232" y="4928431"/>
              <a:ext cx="84899" cy="56601"/>
            </a:xfrm>
            <a:custGeom>
              <a:avLst/>
              <a:gdLst/>
              <a:ahLst/>
              <a:cxnLst/>
              <a:rect l="l" t="t" r="r" b="b"/>
              <a:pathLst>
                <a:path w="36698" h="24466" extrusionOk="0">
                  <a:moveTo>
                    <a:pt x="28543" y="8156"/>
                  </a:moveTo>
                  <a:lnTo>
                    <a:pt x="28543" y="16311"/>
                  </a:lnTo>
                  <a:lnTo>
                    <a:pt x="8155" y="16311"/>
                  </a:lnTo>
                  <a:lnTo>
                    <a:pt x="8155" y="8156"/>
                  </a:lnTo>
                  <a:close/>
                  <a:moveTo>
                    <a:pt x="4078" y="1"/>
                  </a:moveTo>
                  <a:cubicBezTo>
                    <a:pt x="1794" y="1"/>
                    <a:pt x="0" y="1827"/>
                    <a:pt x="0" y="4078"/>
                  </a:cubicBezTo>
                  <a:lnTo>
                    <a:pt x="0" y="20388"/>
                  </a:lnTo>
                  <a:cubicBezTo>
                    <a:pt x="0" y="22639"/>
                    <a:pt x="1794" y="24466"/>
                    <a:pt x="4078" y="24466"/>
                  </a:cubicBezTo>
                  <a:lnTo>
                    <a:pt x="32620" y="24466"/>
                  </a:lnTo>
                  <a:cubicBezTo>
                    <a:pt x="34871" y="24466"/>
                    <a:pt x="36698" y="22639"/>
                    <a:pt x="36698" y="20388"/>
                  </a:cubicBezTo>
                  <a:lnTo>
                    <a:pt x="36698" y="4078"/>
                  </a:lnTo>
                  <a:cubicBezTo>
                    <a:pt x="36698" y="1827"/>
                    <a:pt x="34871" y="1"/>
                    <a:pt x="32620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998;p47"/>
            <p:cNvSpPr/>
            <p:nvPr>
              <p:custDataLst>
                <p:tags r:id="rId33"/>
              </p:custDataLst>
            </p:nvPr>
          </p:nvSpPr>
          <p:spPr>
            <a:xfrm>
              <a:off x="4773467" y="5154826"/>
              <a:ext cx="84902" cy="56601"/>
            </a:xfrm>
            <a:custGeom>
              <a:avLst/>
              <a:gdLst/>
              <a:ahLst/>
              <a:cxnLst/>
              <a:rect l="l" t="t" r="r" b="b"/>
              <a:pathLst>
                <a:path w="36699" h="24466" extrusionOk="0">
                  <a:moveTo>
                    <a:pt x="28543" y="8155"/>
                  </a:moveTo>
                  <a:lnTo>
                    <a:pt x="28543" y="16310"/>
                  </a:lnTo>
                  <a:lnTo>
                    <a:pt x="8156" y="16310"/>
                  </a:lnTo>
                  <a:lnTo>
                    <a:pt x="8156" y="8155"/>
                  </a:lnTo>
                  <a:close/>
                  <a:moveTo>
                    <a:pt x="4078" y="0"/>
                  </a:moveTo>
                  <a:cubicBezTo>
                    <a:pt x="1795" y="0"/>
                    <a:pt x="1" y="1827"/>
                    <a:pt x="1" y="4078"/>
                  </a:cubicBezTo>
                  <a:lnTo>
                    <a:pt x="1" y="20388"/>
                  </a:lnTo>
                  <a:cubicBezTo>
                    <a:pt x="1" y="22638"/>
                    <a:pt x="1795" y="24465"/>
                    <a:pt x="4078" y="24465"/>
                  </a:cubicBezTo>
                  <a:lnTo>
                    <a:pt x="32621" y="24465"/>
                  </a:lnTo>
                  <a:cubicBezTo>
                    <a:pt x="34872" y="24465"/>
                    <a:pt x="36698" y="22638"/>
                    <a:pt x="36698" y="20388"/>
                  </a:cubicBezTo>
                  <a:lnTo>
                    <a:pt x="36698" y="4078"/>
                  </a:lnTo>
                  <a:cubicBezTo>
                    <a:pt x="36698" y="1827"/>
                    <a:pt x="34872" y="0"/>
                    <a:pt x="32621" y="0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999;p47"/>
            <p:cNvSpPr/>
            <p:nvPr>
              <p:custDataLst>
                <p:tags r:id="rId34"/>
              </p:custDataLst>
            </p:nvPr>
          </p:nvSpPr>
          <p:spPr>
            <a:xfrm>
              <a:off x="4773467" y="5079360"/>
              <a:ext cx="84902" cy="56601"/>
            </a:xfrm>
            <a:custGeom>
              <a:avLst/>
              <a:gdLst/>
              <a:ahLst/>
              <a:cxnLst/>
              <a:rect l="l" t="t" r="r" b="b"/>
              <a:pathLst>
                <a:path w="36699" h="24466" extrusionOk="0">
                  <a:moveTo>
                    <a:pt x="28543" y="8155"/>
                  </a:moveTo>
                  <a:lnTo>
                    <a:pt x="28543" y="16310"/>
                  </a:lnTo>
                  <a:lnTo>
                    <a:pt x="8156" y="16310"/>
                  </a:lnTo>
                  <a:lnTo>
                    <a:pt x="8156" y="8155"/>
                  </a:lnTo>
                  <a:close/>
                  <a:moveTo>
                    <a:pt x="4078" y="0"/>
                  </a:moveTo>
                  <a:cubicBezTo>
                    <a:pt x="1795" y="0"/>
                    <a:pt x="1" y="1827"/>
                    <a:pt x="1" y="4078"/>
                  </a:cubicBezTo>
                  <a:lnTo>
                    <a:pt x="1" y="20388"/>
                  </a:lnTo>
                  <a:cubicBezTo>
                    <a:pt x="1" y="22639"/>
                    <a:pt x="1795" y="24465"/>
                    <a:pt x="4078" y="24465"/>
                  </a:cubicBezTo>
                  <a:lnTo>
                    <a:pt x="32621" y="24465"/>
                  </a:lnTo>
                  <a:cubicBezTo>
                    <a:pt x="34872" y="24465"/>
                    <a:pt x="36698" y="22639"/>
                    <a:pt x="36698" y="20388"/>
                  </a:cubicBezTo>
                  <a:lnTo>
                    <a:pt x="36698" y="4078"/>
                  </a:lnTo>
                  <a:cubicBezTo>
                    <a:pt x="36698" y="1827"/>
                    <a:pt x="34872" y="0"/>
                    <a:pt x="32621" y="0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1000;p47"/>
            <p:cNvSpPr/>
            <p:nvPr>
              <p:custDataLst>
                <p:tags r:id="rId35"/>
              </p:custDataLst>
            </p:nvPr>
          </p:nvSpPr>
          <p:spPr>
            <a:xfrm>
              <a:off x="4773467" y="5003896"/>
              <a:ext cx="84902" cy="56601"/>
            </a:xfrm>
            <a:custGeom>
              <a:avLst/>
              <a:gdLst/>
              <a:ahLst/>
              <a:cxnLst/>
              <a:rect l="l" t="t" r="r" b="b"/>
              <a:pathLst>
                <a:path w="36699" h="24466" extrusionOk="0">
                  <a:moveTo>
                    <a:pt x="28543" y="8156"/>
                  </a:moveTo>
                  <a:lnTo>
                    <a:pt x="28543" y="16311"/>
                  </a:lnTo>
                  <a:lnTo>
                    <a:pt x="8156" y="16311"/>
                  </a:lnTo>
                  <a:lnTo>
                    <a:pt x="8156" y="8156"/>
                  </a:lnTo>
                  <a:close/>
                  <a:moveTo>
                    <a:pt x="4078" y="1"/>
                  </a:moveTo>
                  <a:cubicBezTo>
                    <a:pt x="1795" y="1"/>
                    <a:pt x="1" y="1827"/>
                    <a:pt x="1" y="4078"/>
                  </a:cubicBezTo>
                  <a:lnTo>
                    <a:pt x="1" y="20388"/>
                  </a:lnTo>
                  <a:cubicBezTo>
                    <a:pt x="1" y="22639"/>
                    <a:pt x="1795" y="24465"/>
                    <a:pt x="4078" y="24465"/>
                  </a:cubicBezTo>
                  <a:lnTo>
                    <a:pt x="32621" y="24465"/>
                  </a:lnTo>
                  <a:cubicBezTo>
                    <a:pt x="34872" y="24465"/>
                    <a:pt x="36698" y="22639"/>
                    <a:pt x="36698" y="20388"/>
                  </a:cubicBezTo>
                  <a:lnTo>
                    <a:pt x="36698" y="4078"/>
                  </a:lnTo>
                  <a:cubicBezTo>
                    <a:pt x="36698" y="1827"/>
                    <a:pt x="34872" y="1"/>
                    <a:pt x="32621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1001;p47"/>
            <p:cNvSpPr/>
            <p:nvPr>
              <p:custDataLst>
                <p:tags r:id="rId36"/>
              </p:custDataLst>
            </p:nvPr>
          </p:nvSpPr>
          <p:spPr>
            <a:xfrm>
              <a:off x="4773467" y="4928431"/>
              <a:ext cx="84902" cy="56601"/>
            </a:xfrm>
            <a:custGeom>
              <a:avLst/>
              <a:gdLst/>
              <a:ahLst/>
              <a:cxnLst/>
              <a:rect l="l" t="t" r="r" b="b"/>
              <a:pathLst>
                <a:path w="36699" h="24466" extrusionOk="0">
                  <a:moveTo>
                    <a:pt x="28543" y="8156"/>
                  </a:moveTo>
                  <a:lnTo>
                    <a:pt x="28543" y="16311"/>
                  </a:lnTo>
                  <a:lnTo>
                    <a:pt x="8156" y="16311"/>
                  </a:lnTo>
                  <a:lnTo>
                    <a:pt x="8156" y="8156"/>
                  </a:lnTo>
                  <a:close/>
                  <a:moveTo>
                    <a:pt x="4078" y="1"/>
                  </a:moveTo>
                  <a:cubicBezTo>
                    <a:pt x="1795" y="1"/>
                    <a:pt x="1" y="1827"/>
                    <a:pt x="1" y="4078"/>
                  </a:cubicBezTo>
                  <a:lnTo>
                    <a:pt x="1" y="20388"/>
                  </a:lnTo>
                  <a:cubicBezTo>
                    <a:pt x="1" y="22639"/>
                    <a:pt x="1795" y="24466"/>
                    <a:pt x="4078" y="24466"/>
                  </a:cubicBezTo>
                  <a:lnTo>
                    <a:pt x="32621" y="24466"/>
                  </a:lnTo>
                  <a:cubicBezTo>
                    <a:pt x="34872" y="24466"/>
                    <a:pt x="36698" y="22639"/>
                    <a:pt x="36698" y="20388"/>
                  </a:cubicBezTo>
                  <a:lnTo>
                    <a:pt x="36698" y="4078"/>
                  </a:lnTo>
                  <a:cubicBezTo>
                    <a:pt x="36698" y="1827"/>
                    <a:pt x="34872" y="1"/>
                    <a:pt x="32621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9" name="组合 178"/>
          <p:cNvGrpSpPr/>
          <p:nvPr>
            <p:custDataLst>
              <p:tags r:id="rId37"/>
            </p:custDataLst>
          </p:nvPr>
        </p:nvGrpSpPr>
        <p:grpSpPr>
          <a:xfrm>
            <a:off x="2327456" y="4811798"/>
            <a:ext cx="1198941" cy="1198941"/>
            <a:chOff x="6792298" y="3029926"/>
            <a:chExt cx="1020525" cy="1020525"/>
          </a:xfrm>
        </p:grpSpPr>
        <p:sp>
          <p:nvSpPr>
            <p:cNvPr id="32" name="Google Shape;928;p47"/>
            <p:cNvSpPr/>
            <p:nvPr>
              <p:custDataLst>
                <p:tags r:id="rId38"/>
              </p:custDataLst>
            </p:nvPr>
          </p:nvSpPr>
          <p:spPr>
            <a:xfrm>
              <a:off x="6792298" y="3029926"/>
              <a:ext cx="1020525" cy="1020525"/>
            </a:xfrm>
            <a:prstGeom prst="flowChartConnector">
              <a:avLst/>
            </a:prstGeom>
            <a:solidFill>
              <a:srgbClr val="FFFFFF">
                <a:alpha val="6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1008;p47"/>
            <p:cNvSpPr/>
            <p:nvPr>
              <p:custDataLst>
                <p:tags r:id="rId39"/>
              </p:custDataLst>
            </p:nvPr>
          </p:nvSpPr>
          <p:spPr>
            <a:xfrm>
              <a:off x="7303856" y="3508637"/>
              <a:ext cx="19639" cy="19718"/>
            </a:xfrm>
            <a:custGeom>
              <a:avLst/>
              <a:gdLst/>
              <a:ahLst/>
              <a:cxnLst/>
              <a:rect l="l" t="t" r="r" b="b"/>
              <a:pathLst>
                <a:path w="8123" h="8156" extrusionOk="0">
                  <a:moveTo>
                    <a:pt x="4078" y="1"/>
                  </a:moveTo>
                  <a:cubicBezTo>
                    <a:pt x="1827" y="1"/>
                    <a:pt x="0" y="1827"/>
                    <a:pt x="0" y="4078"/>
                  </a:cubicBezTo>
                  <a:cubicBezTo>
                    <a:pt x="0" y="6329"/>
                    <a:pt x="1827" y="8156"/>
                    <a:pt x="4078" y="8156"/>
                  </a:cubicBezTo>
                  <a:cubicBezTo>
                    <a:pt x="6329" y="8156"/>
                    <a:pt x="8123" y="6329"/>
                    <a:pt x="8123" y="4078"/>
                  </a:cubicBezTo>
                  <a:cubicBezTo>
                    <a:pt x="8123" y="1827"/>
                    <a:pt x="6329" y="1"/>
                    <a:pt x="4078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1009;p47"/>
            <p:cNvSpPr/>
            <p:nvPr>
              <p:custDataLst>
                <p:tags r:id="rId40"/>
              </p:custDataLst>
            </p:nvPr>
          </p:nvSpPr>
          <p:spPr>
            <a:xfrm>
              <a:off x="7049277" y="3287814"/>
              <a:ext cx="506162" cy="504743"/>
            </a:xfrm>
            <a:custGeom>
              <a:avLst/>
              <a:gdLst/>
              <a:ahLst/>
              <a:cxnLst/>
              <a:rect l="l" t="t" r="r" b="b"/>
              <a:pathLst>
                <a:path w="209355" h="208768" extrusionOk="0">
                  <a:moveTo>
                    <a:pt x="164274" y="9786"/>
                  </a:moveTo>
                  <a:lnTo>
                    <a:pt x="199438" y="54638"/>
                  </a:lnTo>
                  <a:lnTo>
                    <a:pt x="180421" y="69317"/>
                  </a:lnTo>
                  <a:cubicBezTo>
                    <a:pt x="179686" y="69889"/>
                    <a:pt x="178809" y="70165"/>
                    <a:pt x="177935" y="70165"/>
                  </a:cubicBezTo>
                  <a:cubicBezTo>
                    <a:pt x="176713" y="70165"/>
                    <a:pt x="175497" y="69626"/>
                    <a:pt x="174680" y="68600"/>
                  </a:cubicBezTo>
                  <a:cubicBezTo>
                    <a:pt x="174680" y="68600"/>
                    <a:pt x="144604" y="30239"/>
                    <a:pt x="144572" y="30206"/>
                  </a:cubicBezTo>
                  <a:cubicBezTo>
                    <a:pt x="143169" y="28412"/>
                    <a:pt x="143528" y="25770"/>
                    <a:pt x="145289" y="24400"/>
                  </a:cubicBezTo>
                  <a:lnTo>
                    <a:pt x="164274" y="9786"/>
                  </a:lnTo>
                  <a:close/>
                  <a:moveTo>
                    <a:pt x="88400" y="44526"/>
                  </a:moveTo>
                  <a:lnTo>
                    <a:pt x="103568" y="63968"/>
                  </a:lnTo>
                  <a:lnTo>
                    <a:pt x="96066" y="69872"/>
                  </a:lnTo>
                  <a:lnTo>
                    <a:pt x="88433" y="60086"/>
                  </a:lnTo>
                  <a:cubicBezTo>
                    <a:pt x="87634" y="59059"/>
                    <a:pt x="86437" y="58520"/>
                    <a:pt x="85229" y="58520"/>
                  </a:cubicBezTo>
                  <a:cubicBezTo>
                    <a:pt x="84363" y="58520"/>
                    <a:pt x="83492" y="58797"/>
                    <a:pt x="82757" y="59368"/>
                  </a:cubicBezTo>
                  <a:lnTo>
                    <a:pt x="59662" y="77211"/>
                  </a:lnTo>
                  <a:lnTo>
                    <a:pt x="54639" y="70785"/>
                  </a:lnTo>
                  <a:lnTo>
                    <a:pt x="88400" y="44526"/>
                  </a:lnTo>
                  <a:close/>
                  <a:moveTo>
                    <a:pt x="48245" y="75809"/>
                  </a:moveTo>
                  <a:lnTo>
                    <a:pt x="53236" y="82235"/>
                  </a:lnTo>
                  <a:lnTo>
                    <a:pt x="46679" y="87389"/>
                  </a:lnTo>
                  <a:lnTo>
                    <a:pt x="41689" y="80963"/>
                  </a:lnTo>
                  <a:lnTo>
                    <a:pt x="48245" y="75809"/>
                  </a:lnTo>
                  <a:close/>
                  <a:moveTo>
                    <a:pt x="98349" y="112114"/>
                  </a:moveTo>
                  <a:cubicBezTo>
                    <a:pt x="105102" y="112114"/>
                    <a:pt x="110582" y="117627"/>
                    <a:pt x="110582" y="124347"/>
                  </a:cubicBezTo>
                  <a:cubicBezTo>
                    <a:pt x="110582" y="131099"/>
                    <a:pt x="105102" y="136579"/>
                    <a:pt x="98349" y="136579"/>
                  </a:cubicBezTo>
                  <a:cubicBezTo>
                    <a:pt x="91630" y="136579"/>
                    <a:pt x="86149" y="131099"/>
                    <a:pt x="86149" y="124347"/>
                  </a:cubicBezTo>
                  <a:cubicBezTo>
                    <a:pt x="86149" y="117627"/>
                    <a:pt x="91630" y="112114"/>
                    <a:pt x="98349" y="112114"/>
                  </a:cubicBezTo>
                  <a:close/>
                  <a:moveTo>
                    <a:pt x="143887" y="42536"/>
                  </a:moveTo>
                  <a:lnTo>
                    <a:pt x="163980" y="68143"/>
                  </a:lnTo>
                  <a:lnTo>
                    <a:pt x="112050" y="109277"/>
                  </a:lnTo>
                  <a:cubicBezTo>
                    <a:pt x="108429" y="105982"/>
                    <a:pt x="103634" y="103960"/>
                    <a:pt x="98349" y="103960"/>
                  </a:cubicBezTo>
                  <a:cubicBezTo>
                    <a:pt x="87128" y="103960"/>
                    <a:pt x="77995" y="113126"/>
                    <a:pt x="77995" y="124347"/>
                  </a:cubicBezTo>
                  <a:cubicBezTo>
                    <a:pt x="77995" y="127935"/>
                    <a:pt x="78940" y="131295"/>
                    <a:pt x="80539" y="134231"/>
                  </a:cubicBezTo>
                  <a:lnTo>
                    <a:pt x="63055" y="148062"/>
                  </a:lnTo>
                  <a:lnTo>
                    <a:pt x="48017" y="145746"/>
                  </a:lnTo>
                  <a:cubicBezTo>
                    <a:pt x="47792" y="145706"/>
                    <a:pt x="47566" y="145686"/>
                    <a:pt x="47341" y="145686"/>
                  </a:cubicBezTo>
                  <a:cubicBezTo>
                    <a:pt x="46456" y="145686"/>
                    <a:pt x="45588" y="145989"/>
                    <a:pt x="44885" y="146561"/>
                  </a:cubicBezTo>
                  <a:lnTo>
                    <a:pt x="28445" y="159511"/>
                  </a:lnTo>
                  <a:lnTo>
                    <a:pt x="28314" y="159348"/>
                  </a:lnTo>
                  <a:lnTo>
                    <a:pt x="23454" y="153118"/>
                  </a:lnTo>
                  <a:lnTo>
                    <a:pt x="39927" y="140102"/>
                  </a:lnTo>
                  <a:cubicBezTo>
                    <a:pt x="40743" y="139483"/>
                    <a:pt x="41297" y="138537"/>
                    <a:pt x="41428" y="137493"/>
                  </a:cubicBezTo>
                  <a:lnTo>
                    <a:pt x="43776" y="121639"/>
                  </a:lnTo>
                  <a:lnTo>
                    <a:pt x="143887" y="42536"/>
                  </a:lnTo>
                  <a:close/>
                  <a:moveTo>
                    <a:pt x="17093" y="158239"/>
                  </a:moveTo>
                  <a:lnTo>
                    <a:pt x="22117" y="164632"/>
                  </a:lnTo>
                  <a:lnTo>
                    <a:pt x="15201" y="170276"/>
                  </a:lnTo>
                  <a:lnTo>
                    <a:pt x="10210" y="163850"/>
                  </a:lnTo>
                  <a:lnTo>
                    <a:pt x="17093" y="158239"/>
                  </a:lnTo>
                  <a:close/>
                  <a:moveTo>
                    <a:pt x="102427" y="144343"/>
                  </a:moveTo>
                  <a:lnTo>
                    <a:pt x="102427" y="184302"/>
                  </a:lnTo>
                  <a:lnTo>
                    <a:pt x="94304" y="184302"/>
                  </a:lnTo>
                  <a:lnTo>
                    <a:pt x="94304" y="144343"/>
                  </a:lnTo>
                  <a:cubicBezTo>
                    <a:pt x="95609" y="144604"/>
                    <a:pt x="96979" y="144734"/>
                    <a:pt x="98349" y="144734"/>
                  </a:cubicBezTo>
                  <a:cubicBezTo>
                    <a:pt x="99752" y="144734"/>
                    <a:pt x="101122" y="144604"/>
                    <a:pt x="102427" y="144343"/>
                  </a:cubicBezTo>
                  <a:close/>
                  <a:moveTo>
                    <a:pt x="114659" y="192457"/>
                  </a:moveTo>
                  <a:cubicBezTo>
                    <a:pt x="119976" y="192457"/>
                    <a:pt x="124478" y="195850"/>
                    <a:pt x="126174" y="200612"/>
                  </a:cubicBezTo>
                  <a:lnTo>
                    <a:pt x="70557" y="200612"/>
                  </a:lnTo>
                  <a:cubicBezTo>
                    <a:pt x="72253" y="195850"/>
                    <a:pt x="76755" y="192457"/>
                    <a:pt x="82072" y="192457"/>
                  </a:cubicBezTo>
                  <a:close/>
                  <a:moveTo>
                    <a:pt x="164954" y="0"/>
                  </a:moveTo>
                  <a:cubicBezTo>
                    <a:pt x="164086" y="0"/>
                    <a:pt x="163215" y="276"/>
                    <a:pt x="162480" y="848"/>
                  </a:cubicBezTo>
                  <a:cubicBezTo>
                    <a:pt x="162480" y="848"/>
                    <a:pt x="140331" y="17941"/>
                    <a:pt x="140331" y="17941"/>
                  </a:cubicBezTo>
                  <a:cubicBezTo>
                    <a:pt x="135014" y="22051"/>
                    <a:pt x="134035" y="29945"/>
                    <a:pt x="138178" y="35229"/>
                  </a:cubicBezTo>
                  <a:lnTo>
                    <a:pt x="138863" y="36110"/>
                  </a:lnTo>
                  <a:lnTo>
                    <a:pt x="109962" y="58944"/>
                  </a:lnTo>
                  <a:lnTo>
                    <a:pt x="92315" y="36273"/>
                  </a:lnTo>
                  <a:cubicBezTo>
                    <a:pt x="91516" y="35247"/>
                    <a:pt x="90319" y="34708"/>
                    <a:pt x="89104" y="34708"/>
                  </a:cubicBezTo>
                  <a:cubicBezTo>
                    <a:pt x="88234" y="34708"/>
                    <a:pt x="87355" y="34984"/>
                    <a:pt x="86606" y="35556"/>
                  </a:cubicBezTo>
                  <a:lnTo>
                    <a:pt x="33468" y="77081"/>
                  </a:lnTo>
                  <a:cubicBezTo>
                    <a:pt x="31707" y="78483"/>
                    <a:pt x="31381" y="81028"/>
                    <a:pt x="32751" y="82789"/>
                  </a:cubicBezTo>
                  <a:cubicBezTo>
                    <a:pt x="32751" y="82789"/>
                    <a:pt x="42732" y="95641"/>
                    <a:pt x="42765" y="95641"/>
                  </a:cubicBezTo>
                  <a:cubicBezTo>
                    <a:pt x="43559" y="96662"/>
                    <a:pt x="44768" y="97201"/>
                    <a:pt x="45982" y="97201"/>
                  </a:cubicBezTo>
                  <a:cubicBezTo>
                    <a:pt x="46863" y="97201"/>
                    <a:pt x="47746" y="96917"/>
                    <a:pt x="48474" y="96326"/>
                  </a:cubicBezTo>
                  <a:lnTo>
                    <a:pt x="84518" y="68306"/>
                  </a:lnTo>
                  <a:lnTo>
                    <a:pt x="89705" y="74960"/>
                  </a:lnTo>
                  <a:lnTo>
                    <a:pt x="37481" y="116257"/>
                  </a:lnTo>
                  <a:cubicBezTo>
                    <a:pt x="36665" y="116910"/>
                    <a:pt x="36111" y="117823"/>
                    <a:pt x="35980" y="118867"/>
                  </a:cubicBezTo>
                  <a:lnTo>
                    <a:pt x="33632" y="134720"/>
                  </a:lnTo>
                  <a:lnTo>
                    <a:pt x="1990" y="160066"/>
                  </a:lnTo>
                  <a:cubicBezTo>
                    <a:pt x="294" y="161468"/>
                    <a:pt x="0" y="163980"/>
                    <a:pt x="1370" y="165709"/>
                  </a:cubicBezTo>
                  <a:cubicBezTo>
                    <a:pt x="1370" y="165709"/>
                    <a:pt x="11352" y="178561"/>
                    <a:pt x="11352" y="178561"/>
                  </a:cubicBezTo>
                  <a:cubicBezTo>
                    <a:pt x="12139" y="179573"/>
                    <a:pt x="13367" y="180100"/>
                    <a:pt x="14597" y="180100"/>
                  </a:cubicBezTo>
                  <a:cubicBezTo>
                    <a:pt x="15509" y="180100"/>
                    <a:pt x="16423" y="179811"/>
                    <a:pt x="17158" y="179214"/>
                  </a:cubicBezTo>
                  <a:lnTo>
                    <a:pt x="48539" y="154064"/>
                  </a:lnTo>
                  <a:lnTo>
                    <a:pt x="63577" y="156412"/>
                  </a:lnTo>
                  <a:cubicBezTo>
                    <a:pt x="63776" y="156442"/>
                    <a:pt x="63976" y="156456"/>
                    <a:pt x="64176" y="156456"/>
                  </a:cubicBezTo>
                  <a:cubicBezTo>
                    <a:pt x="65089" y="156456"/>
                    <a:pt x="65991" y="156153"/>
                    <a:pt x="66741" y="155564"/>
                  </a:cubicBezTo>
                  <a:lnTo>
                    <a:pt x="85856" y="140429"/>
                  </a:lnTo>
                  <a:cubicBezTo>
                    <a:pt x="85954" y="140494"/>
                    <a:pt x="86052" y="140592"/>
                    <a:pt x="86149" y="140657"/>
                  </a:cubicBezTo>
                  <a:lnTo>
                    <a:pt x="86149" y="184302"/>
                  </a:lnTo>
                  <a:lnTo>
                    <a:pt x="82072" y="184302"/>
                  </a:lnTo>
                  <a:cubicBezTo>
                    <a:pt x="70851" y="184302"/>
                    <a:pt x="61717" y="193436"/>
                    <a:pt x="61717" y="204690"/>
                  </a:cubicBezTo>
                  <a:cubicBezTo>
                    <a:pt x="61717" y="206940"/>
                    <a:pt x="63544" y="208767"/>
                    <a:pt x="65795" y="208767"/>
                  </a:cubicBezTo>
                  <a:lnTo>
                    <a:pt x="130937" y="208767"/>
                  </a:lnTo>
                  <a:cubicBezTo>
                    <a:pt x="133187" y="208767"/>
                    <a:pt x="135014" y="206940"/>
                    <a:pt x="135014" y="204690"/>
                  </a:cubicBezTo>
                  <a:cubicBezTo>
                    <a:pt x="135014" y="193436"/>
                    <a:pt x="125880" y="184302"/>
                    <a:pt x="114659" y="184302"/>
                  </a:cubicBezTo>
                  <a:lnTo>
                    <a:pt x="110582" y="184302"/>
                  </a:lnTo>
                  <a:lnTo>
                    <a:pt x="110582" y="140657"/>
                  </a:lnTo>
                  <a:cubicBezTo>
                    <a:pt x="115540" y="136938"/>
                    <a:pt x="118737" y="131034"/>
                    <a:pt x="118737" y="124347"/>
                  </a:cubicBezTo>
                  <a:cubicBezTo>
                    <a:pt x="118737" y="121313"/>
                    <a:pt x="118052" y="118443"/>
                    <a:pt x="116877" y="115866"/>
                  </a:cubicBezTo>
                  <a:lnTo>
                    <a:pt x="169037" y="74504"/>
                  </a:lnTo>
                  <a:cubicBezTo>
                    <a:pt x="171418" y="77016"/>
                    <a:pt x="174680" y="78320"/>
                    <a:pt x="177942" y="78320"/>
                  </a:cubicBezTo>
                  <a:cubicBezTo>
                    <a:pt x="180551" y="78320"/>
                    <a:pt x="183194" y="77472"/>
                    <a:pt x="185412" y="75776"/>
                  </a:cubicBezTo>
                  <a:lnTo>
                    <a:pt x="207691" y="58585"/>
                  </a:lnTo>
                  <a:cubicBezTo>
                    <a:pt x="208539" y="57933"/>
                    <a:pt x="209094" y="56954"/>
                    <a:pt x="209224" y="55845"/>
                  </a:cubicBezTo>
                  <a:cubicBezTo>
                    <a:pt x="209355" y="54769"/>
                    <a:pt x="209061" y="53692"/>
                    <a:pt x="208409" y="52844"/>
                  </a:cubicBezTo>
                  <a:lnTo>
                    <a:pt x="168188" y="1566"/>
                  </a:lnTo>
                  <a:cubicBezTo>
                    <a:pt x="167371" y="539"/>
                    <a:pt x="166166" y="0"/>
                    <a:pt x="164954" y="0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1010;p47"/>
            <p:cNvSpPr/>
            <p:nvPr>
              <p:custDataLst>
                <p:tags r:id="rId41"/>
              </p:custDataLst>
            </p:nvPr>
          </p:nvSpPr>
          <p:spPr>
            <a:xfrm>
              <a:off x="7334061" y="3442137"/>
              <a:ext cx="76504" cy="61891"/>
            </a:xfrm>
            <a:custGeom>
              <a:avLst/>
              <a:gdLst/>
              <a:ahLst/>
              <a:cxnLst/>
              <a:rect l="l" t="t" r="r" b="b"/>
              <a:pathLst>
                <a:path w="31643" h="25599" extrusionOk="0">
                  <a:moveTo>
                    <a:pt x="27054" y="1"/>
                  </a:moveTo>
                  <a:cubicBezTo>
                    <a:pt x="26183" y="1"/>
                    <a:pt x="25311" y="269"/>
                    <a:pt x="24596" y="823"/>
                  </a:cubicBezTo>
                  <a:lnTo>
                    <a:pt x="2088" y="18339"/>
                  </a:lnTo>
                  <a:cubicBezTo>
                    <a:pt x="294" y="19742"/>
                    <a:pt x="1" y="22286"/>
                    <a:pt x="1371" y="24081"/>
                  </a:cubicBezTo>
                  <a:cubicBezTo>
                    <a:pt x="2136" y="25075"/>
                    <a:pt x="3383" y="25599"/>
                    <a:pt x="4626" y="25599"/>
                  </a:cubicBezTo>
                  <a:cubicBezTo>
                    <a:pt x="5503" y="25599"/>
                    <a:pt x="6378" y="25338"/>
                    <a:pt x="7079" y="24798"/>
                  </a:cubicBezTo>
                  <a:cubicBezTo>
                    <a:pt x="7079" y="24798"/>
                    <a:pt x="29456" y="7379"/>
                    <a:pt x="29587" y="7281"/>
                  </a:cubicBezTo>
                  <a:cubicBezTo>
                    <a:pt x="31283" y="5944"/>
                    <a:pt x="31642" y="3269"/>
                    <a:pt x="30305" y="1573"/>
                  </a:cubicBezTo>
                  <a:cubicBezTo>
                    <a:pt x="29520" y="540"/>
                    <a:pt x="28288" y="1"/>
                    <a:pt x="27054" y="1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1011;p47"/>
            <p:cNvSpPr/>
            <p:nvPr>
              <p:custDataLst>
                <p:tags r:id="rId42"/>
              </p:custDataLst>
            </p:nvPr>
          </p:nvSpPr>
          <p:spPr>
            <a:xfrm>
              <a:off x="7277278" y="3578670"/>
              <a:ext cx="19639" cy="19718"/>
            </a:xfrm>
            <a:custGeom>
              <a:avLst/>
              <a:gdLst/>
              <a:ahLst/>
              <a:cxnLst/>
              <a:rect l="l" t="t" r="r" b="b"/>
              <a:pathLst>
                <a:path w="8123" h="8156" extrusionOk="0">
                  <a:moveTo>
                    <a:pt x="4045" y="0"/>
                  </a:moveTo>
                  <a:cubicBezTo>
                    <a:pt x="1827" y="0"/>
                    <a:pt x="0" y="1794"/>
                    <a:pt x="0" y="4078"/>
                  </a:cubicBezTo>
                  <a:cubicBezTo>
                    <a:pt x="0" y="6328"/>
                    <a:pt x="1827" y="8155"/>
                    <a:pt x="4045" y="8155"/>
                  </a:cubicBezTo>
                  <a:cubicBezTo>
                    <a:pt x="6296" y="8155"/>
                    <a:pt x="8123" y="6328"/>
                    <a:pt x="8123" y="4078"/>
                  </a:cubicBezTo>
                  <a:cubicBezTo>
                    <a:pt x="8123" y="1794"/>
                    <a:pt x="6296" y="0"/>
                    <a:pt x="4045" y="0"/>
                  </a:cubicBezTo>
                  <a:close/>
                </a:path>
              </a:pathLst>
            </a:custGeom>
            <a:gradFill>
              <a:gsLst>
                <a:gs pos="0">
                  <a:srgbClr val="645CA7"/>
                </a:gs>
                <a:gs pos="100000">
                  <a:srgbClr val="D77EA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91" name="文本框 190"/>
          <p:cNvSpPr txBox="1"/>
          <p:nvPr>
            <p:custDataLst>
              <p:tags r:id="rId43"/>
            </p:custDataLst>
          </p:nvPr>
        </p:nvSpPr>
        <p:spPr>
          <a:xfrm>
            <a:off x="3812540" y="1338580"/>
            <a:ext cx="5974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{desc_1}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2" name="文本框 191"/>
          <p:cNvSpPr txBox="1"/>
          <p:nvPr>
            <p:custDataLst>
              <p:tags r:id="rId44"/>
            </p:custDataLst>
          </p:nvPr>
        </p:nvSpPr>
        <p:spPr>
          <a:xfrm>
            <a:off x="3872865" y="1641475"/>
            <a:ext cx="677989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{content_1}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45"/>
            </p:custDataLst>
          </p:nvPr>
        </p:nvSpPr>
        <p:spPr>
          <a:xfrm>
            <a:off x="3692525" y="3099435"/>
            <a:ext cx="60947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{desc_2}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46"/>
            </p:custDataLst>
          </p:nvPr>
        </p:nvSpPr>
        <p:spPr>
          <a:xfrm>
            <a:off x="3752850" y="3402330"/>
            <a:ext cx="677989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{content_2}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7"/>
            </p:custDataLst>
          </p:nvPr>
        </p:nvSpPr>
        <p:spPr>
          <a:xfrm>
            <a:off x="3752215" y="4838065"/>
            <a:ext cx="6035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{desc_3}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48"/>
            </p:custDataLst>
          </p:nvPr>
        </p:nvSpPr>
        <p:spPr>
          <a:xfrm>
            <a:off x="3787140" y="5134610"/>
            <a:ext cx="677989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{content_3}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9" name="Google Shape;187;p33"/>
          <p:cNvPicPr preferRelativeResize="0"/>
          <p:nvPr/>
        </p:nvPicPr>
        <p:blipFill rotWithShape="1">
          <a:blip r:embed="rId49"/>
          <a:srcRect l="9904" r="9896"/>
          <a:stretch>
            <a:fillRect/>
          </a:stretch>
        </p:blipFill>
        <p:spPr>
          <a:xfrm>
            <a:off x="9361170" y="5062855"/>
            <a:ext cx="2547620" cy="1786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旋转白色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373485" y="119380"/>
            <a:ext cx="714375" cy="66611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08305" y="280670"/>
            <a:ext cx="2742565" cy="706755"/>
          </a:xfrm>
          <a:prstGeom prst="rect">
            <a:avLst/>
          </a:prstGeom>
        </p:spPr>
        <p:txBody>
          <a:bodyPr wrap="none">
            <a:spAutoFit/>
          </a:bodyPr>
          <a:p>
            <a:pPr lvl="0"/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{sub_title}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Google Shape;261;p33"/>
          <p:cNvSpPr/>
          <p:nvPr>
            <p:custDataLst>
              <p:tags r:id="rId3"/>
            </p:custDataLst>
          </p:nvPr>
        </p:nvSpPr>
        <p:spPr>
          <a:xfrm>
            <a:off x="2407635" y="1469084"/>
            <a:ext cx="609590" cy="891742"/>
          </a:xfrm>
          <a:custGeom>
            <a:avLst/>
            <a:gdLst/>
            <a:ahLst/>
            <a:cxnLst/>
            <a:rect l="l" t="t" r="r" b="b"/>
            <a:pathLst>
              <a:path w="142713" h="208768" extrusionOk="0">
                <a:moveTo>
                  <a:pt x="50953" y="37317"/>
                </a:moveTo>
                <a:cubicBezTo>
                  <a:pt x="54313" y="37317"/>
                  <a:pt x="57086" y="40057"/>
                  <a:pt x="57086" y="43417"/>
                </a:cubicBezTo>
                <a:cubicBezTo>
                  <a:pt x="57086" y="46810"/>
                  <a:pt x="54313" y="49550"/>
                  <a:pt x="50953" y="49550"/>
                </a:cubicBezTo>
                <a:cubicBezTo>
                  <a:pt x="47593" y="49550"/>
                  <a:pt x="44853" y="46810"/>
                  <a:pt x="44853" y="43417"/>
                </a:cubicBezTo>
                <a:cubicBezTo>
                  <a:pt x="44853" y="40057"/>
                  <a:pt x="47593" y="37317"/>
                  <a:pt x="50953" y="37317"/>
                </a:cubicBezTo>
                <a:close/>
                <a:moveTo>
                  <a:pt x="71341" y="37317"/>
                </a:moveTo>
                <a:cubicBezTo>
                  <a:pt x="74700" y="37317"/>
                  <a:pt x="77473" y="40057"/>
                  <a:pt x="77473" y="43417"/>
                </a:cubicBezTo>
                <a:cubicBezTo>
                  <a:pt x="77473" y="46810"/>
                  <a:pt x="74700" y="49550"/>
                  <a:pt x="71341" y="49550"/>
                </a:cubicBezTo>
                <a:cubicBezTo>
                  <a:pt x="67981" y="49550"/>
                  <a:pt x="65241" y="46810"/>
                  <a:pt x="65241" y="43417"/>
                </a:cubicBezTo>
                <a:cubicBezTo>
                  <a:pt x="65241" y="40057"/>
                  <a:pt x="67981" y="37317"/>
                  <a:pt x="71341" y="37317"/>
                </a:cubicBezTo>
                <a:close/>
                <a:moveTo>
                  <a:pt x="91728" y="37317"/>
                </a:moveTo>
                <a:cubicBezTo>
                  <a:pt x="95088" y="37317"/>
                  <a:pt x="97861" y="40057"/>
                  <a:pt x="97861" y="43417"/>
                </a:cubicBezTo>
                <a:cubicBezTo>
                  <a:pt x="97861" y="46810"/>
                  <a:pt x="95088" y="49550"/>
                  <a:pt x="91728" y="49550"/>
                </a:cubicBezTo>
                <a:cubicBezTo>
                  <a:pt x="88368" y="49550"/>
                  <a:pt x="85628" y="46810"/>
                  <a:pt x="85628" y="43417"/>
                </a:cubicBezTo>
                <a:cubicBezTo>
                  <a:pt x="85628" y="40057"/>
                  <a:pt x="88368" y="37317"/>
                  <a:pt x="91728" y="37317"/>
                </a:cubicBezTo>
                <a:close/>
                <a:moveTo>
                  <a:pt x="112115" y="37317"/>
                </a:moveTo>
                <a:cubicBezTo>
                  <a:pt x="115475" y="37317"/>
                  <a:pt x="118248" y="40057"/>
                  <a:pt x="118248" y="43417"/>
                </a:cubicBezTo>
                <a:cubicBezTo>
                  <a:pt x="118248" y="46810"/>
                  <a:pt x="115475" y="49550"/>
                  <a:pt x="112115" y="49550"/>
                </a:cubicBezTo>
                <a:cubicBezTo>
                  <a:pt x="108756" y="49550"/>
                  <a:pt x="106015" y="46810"/>
                  <a:pt x="106015" y="43417"/>
                </a:cubicBezTo>
                <a:cubicBezTo>
                  <a:pt x="106015" y="40057"/>
                  <a:pt x="108756" y="37317"/>
                  <a:pt x="112115" y="37317"/>
                </a:cubicBezTo>
                <a:close/>
                <a:moveTo>
                  <a:pt x="37285" y="47495"/>
                </a:moveTo>
                <a:cubicBezTo>
                  <a:pt x="39047" y="53399"/>
                  <a:pt x="44494" y="57705"/>
                  <a:pt x="50953" y="57705"/>
                </a:cubicBezTo>
                <a:cubicBezTo>
                  <a:pt x="54933" y="57705"/>
                  <a:pt x="58554" y="56041"/>
                  <a:pt x="61163" y="53399"/>
                </a:cubicBezTo>
                <a:cubicBezTo>
                  <a:pt x="63740" y="56041"/>
                  <a:pt x="67361" y="57705"/>
                  <a:pt x="71341" y="57705"/>
                </a:cubicBezTo>
                <a:cubicBezTo>
                  <a:pt x="75320" y="57705"/>
                  <a:pt x="78941" y="56041"/>
                  <a:pt x="81551" y="53399"/>
                </a:cubicBezTo>
                <a:cubicBezTo>
                  <a:pt x="84128" y="56041"/>
                  <a:pt x="87748" y="57705"/>
                  <a:pt x="91728" y="57705"/>
                </a:cubicBezTo>
                <a:cubicBezTo>
                  <a:pt x="95708" y="57705"/>
                  <a:pt x="99328" y="56041"/>
                  <a:pt x="101938" y="53399"/>
                </a:cubicBezTo>
                <a:cubicBezTo>
                  <a:pt x="104515" y="56041"/>
                  <a:pt x="108136" y="57705"/>
                  <a:pt x="112115" y="57705"/>
                </a:cubicBezTo>
                <a:cubicBezTo>
                  <a:pt x="114301" y="57705"/>
                  <a:pt x="116389" y="57215"/>
                  <a:pt x="118248" y="56302"/>
                </a:cubicBezTo>
                <a:lnTo>
                  <a:pt x="118248" y="71307"/>
                </a:lnTo>
                <a:cubicBezTo>
                  <a:pt x="116389" y="70426"/>
                  <a:pt x="114301" y="69937"/>
                  <a:pt x="112115" y="69937"/>
                </a:cubicBezTo>
                <a:cubicBezTo>
                  <a:pt x="108136" y="69937"/>
                  <a:pt x="104515" y="71568"/>
                  <a:pt x="101938" y="74210"/>
                </a:cubicBezTo>
                <a:cubicBezTo>
                  <a:pt x="99328" y="71568"/>
                  <a:pt x="95708" y="69937"/>
                  <a:pt x="91728" y="69937"/>
                </a:cubicBezTo>
                <a:cubicBezTo>
                  <a:pt x="87748" y="69937"/>
                  <a:pt x="84128" y="71568"/>
                  <a:pt x="81551" y="74210"/>
                </a:cubicBezTo>
                <a:cubicBezTo>
                  <a:pt x="78941" y="71568"/>
                  <a:pt x="75320" y="69937"/>
                  <a:pt x="71341" y="69937"/>
                </a:cubicBezTo>
                <a:cubicBezTo>
                  <a:pt x="64882" y="69937"/>
                  <a:pt x="59434" y="74243"/>
                  <a:pt x="57673" y="80114"/>
                </a:cubicBezTo>
                <a:lnTo>
                  <a:pt x="44233" y="80114"/>
                </a:lnTo>
                <a:cubicBezTo>
                  <a:pt x="42472" y="74243"/>
                  <a:pt x="37024" y="69937"/>
                  <a:pt x="30566" y="69937"/>
                </a:cubicBezTo>
                <a:cubicBezTo>
                  <a:pt x="28380" y="69937"/>
                  <a:pt x="26293" y="70426"/>
                  <a:pt x="24466" y="71307"/>
                </a:cubicBezTo>
                <a:lnTo>
                  <a:pt x="24466" y="47495"/>
                </a:lnTo>
                <a:close/>
                <a:moveTo>
                  <a:pt x="30566" y="78092"/>
                </a:moveTo>
                <a:cubicBezTo>
                  <a:pt x="33926" y="78092"/>
                  <a:pt x="36698" y="80832"/>
                  <a:pt x="36698" y="84192"/>
                </a:cubicBezTo>
                <a:cubicBezTo>
                  <a:pt x="36698" y="87584"/>
                  <a:pt x="33926" y="90324"/>
                  <a:pt x="30566" y="90324"/>
                </a:cubicBezTo>
                <a:cubicBezTo>
                  <a:pt x="27206" y="90324"/>
                  <a:pt x="24466" y="87584"/>
                  <a:pt x="24466" y="84192"/>
                </a:cubicBezTo>
                <a:cubicBezTo>
                  <a:pt x="24466" y="80832"/>
                  <a:pt x="27206" y="78092"/>
                  <a:pt x="30566" y="78092"/>
                </a:cubicBezTo>
                <a:close/>
                <a:moveTo>
                  <a:pt x="71341" y="78092"/>
                </a:moveTo>
                <a:cubicBezTo>
                  <a:pt x="74700" y="78092"/>
                  <a:pt x="77473" y="80832"/>
                  <a:pt x="77473" y="84192"/>
                </a:cubicBezTo>
                <a:cubicBezTo>
                  <a:pt x="77473" y="87584"/>
                  <a:pt x="74700" y="90324"/>
                  <a:pt x="71341" y="90324"/>
                </a:cubicBezTo>
                <a:cubicBezTo>
                  <a:pt x="67981" y="90324"/>
                  <a:pt x="65241" y="87584"/>
                  <a:pt x="65241" y="84192"/>
                </a:cubicBezTo>
                <a:cubicBezTo>
                  <a:pt x="65241" y="80832"/>
                  <a:pt x="67981" y="78092"/>
                  <a:pt x="71341" y="78092"/>
                </a:cubicBezTo>
                <a:close/>
                <a:moveTo>
                  <a:pt x="91728" y="78092"/>
                </a:moveTo>
                <a:cubicBezTo>
                  <a:pt x="95088" y="78092"/>
                  <a:pt x="97861" y="80832"/>
                  <a:pt x="97861" y="84192"/>
                </a:cubicBezTo>
                <a:cubicBezTo>
                  <a:pt x="97861" y="87584"/>
                  <a:pt x="95088" y="90324"/>
                  <a:pt x="91728" y="90324"/>
                </a:cubicBezTo>
                <a:cubicBezTo>
                  <a:pt x="88368" y="90324"/>
                  <a:pt x="85628" y="87584"/>
                  <a:pt x="85628" y="84192"/>
                </a:cubicBezTo>
                <a:cubicBezTo>
                  <a:pt x="85628" y="80832"/>
                  <a:pt x="88368" y="78092"/>
                  <a:pt x="91728" y="78092"/>
                </a:cubicBezTo>
                <a:close/>
                <a:moveTo>
                  <a:pt x="112115" y="78092"/>
                </a:moveTo>
                <a:cubicBezTo>
                  <a:pt x="115475" y="78092"/>
                  <a:pt x="118248" y="80832"/>
                  <a:pt x="118248" y="84192"/>
                </a:cubicBezTo>
                <a:cubicBezTo>
                  <a:pt x="118248" y="87584"/>
                  <a:pt x="115475" y="90324"/>
                  <a:pt x="112115" y="90324"/>
                </a:cubicBezTo>
                <a:cubicBezTo>
                  <a:pt x="108756" y="90324"/>
                  <a:pt x="106015" y="87584"/>
                  <a:pt x="106015" y="84192"/>
                </a:cubicBezTo>
                <a:cubicBezTo>
                  <a:pt x="106015" y="80832"/>
                  <a:pt x="108756" y="78092"/>
                  <a:pt x="112115" y="78092"/>
                </a:cubicBezTo>
                <a:close/>
                <a:moveTo>
                  <a:pt x="57673" y="88269"/>
                </a:moveTo>
                <a:cubicBezTo>
                  <a:pt x="59434" y="94174"/>
                  <a:pt x="64882" y="98479"/>
                  <a:pt x="71341" y="98479"/>
                </a:cubicBezTo>
                <a:cubicBezTo>
                  <a:pt x="75320" y="98479"/>
                  <a:pt x="78941" y="96816"/>
                  <a:pt x="81551" y="94174"/>
                </a:cubicBezTo>
                <a:cubicBezTo>
                  <a:pt x="84128" y="96816"/>
                  <a:pt x="87748" y="98479"/>
                  <a:pt x="91728" y="98479"/>
                </a:cubicBezTo>
                <a:cubicBezTo>
                  <a:pt x="95708" y="98479"/>
                  <a:pt x="99328" y="96816"/>
                  <a:pt x="101938" y="94174"/>
                </a:cubicBezTo>
                <a:cubicBezTo>
                  <a:pt x="104515" y="96816"/>
                  <a:pt x="108136" y="98479"/>
                  <a:pt x="112115" y="98479"/>
                </a:cubicBezTo>
                <a:cubicBezTo>
                  <a:pt x="114301" y="98479"/>
                  <a:pt x="116389" y="97990"/>
                  <a:pt x="118248" y="97077"/>
                </a:cubicBezTo>
                <a:lnTo>
                  <a:pt x="118248" y="112082"/>
                </a:lnTo>
                <a:cubicBezTo>
                  <a:pt x="116389" y="111201"/>
                  <a:pt x="114301" y="110712"/>
                  <a:pt x="112115" y="110712"/>
                </a:cubicBezTo>
                <a:cubicBezTo>
                  <a:pt x="108136" y="110712"/>
                  <a:pt x="104515" y="112343"/>
                  <a:pt x="101938" y="114985"/>
                </a:cubicBezTo>
                <a:cubicBezTo>
                  <a:pt x="99328" y="112343"/>
                  <a:pt x="95708" y="110712"/>
                  <a:pt x="91728" y="110712"/>
                </a:cubicBezTo>
                <a:cubicBezTo>
                  <a:pt x="85269" y="110712"/>
                  <a:pt x="79822" y="115018"/>
                  <a:pt x="78060" y="120889"/>
                </a:cubicBezTo>
                <a:lnTo>
                  <a:pt x="64621" y="120889"/>
                </a:lnTo>
                <a:cubicBezTo>
                  <a:pt x="62859" y="115018"/>
                  <a:pt x="57412" y="110712"/>
                  <a:pt x="50953" y="110712"/>
                </a:cubicBezTo>
                <a:cubicBezTo>
                  <a:pt x="46974" y="110712"/>
                  <a:pt x="43353" y="112343"/>
                  <a:pt x="40776" y="114985"/>
                </a:cubicBezTo>
                <a:cubicBezTo>
                  <a:pt x="38166" y="112343"/>
                  <a:pt x="34545" y="110712"/>
                  <a:pt x="30566" y="110712"/>
                </a:cubicBezTo>
                <a:cubicBezTo>
                  <a:pt x="28380" y="110712"/>
                  <a:pt x="26293" y="111201"/>
                  <a:pt x="24466" y="112082"/>
                </a:cubicBezTo>
                <a:lnTo>
                  <a:pt x="24466" y="97077"/>
                </a:lnTo>
                <a:cubicBezTo>
                  <a:pt x="26293" y="97990"/>
                  <a:pt x="28380" y="98479"/>
                  <a:pt x="30566" y="98479"/>
                </a:cubicBezTo>
                <a:cubicBezTo>
                  <a:pt x="37024" y="98479"/>
                  <a:pt x="42472" y="94174"/>
                  <a:pt x="44233" y="88269"/>
                </a:cubicBezTo>
                <a:close/>
                <a:moveTo>
                  <a:pt x="30566" y="118867"/>
                </a:moveTo>
                <a:cubicBezTo>
                  <a:pt x="33926" y="118867"/>
                  <a:pt x="36698" y="121607"/>
                  <a:pt x="36698" y="124967"/>
                </a:cubicBezTo>
                <a:cubicBezTo>
                  <a:pt x="36698" y="128359"/>
                  <a:pt x="33926" y="131099"/>
                  <a:pt x="30566" y="131099"/>
                </a:cubicBezTo>
                <a:cubicBezTo>
                  <a:pt x="27206" y="131099"/>
                  <a:pt x="24466" y="128359"/>
                  <a:pt x="24466" y="124967"/>
                </a:cubicBezTo>
                <a:cubicBezTo>
                  <a:pt x="24466" y="121607"/>
                  <a:pt x="27206" y="118867"/>
                  <a:pt x="30566" y="118867"/>
                </a:cubicBezTo>
                <a:close/>
                <a:moveTo>
                  <a:pt x="50953" y="118867"/>
                </a:moveTo>
                <a:cubicBezTo>
                  <a:pt x="54313" y="118867"/>
                  <a:pt x="57086" y="121607"/>
                  <a:pt x="57086" y="124967"/>
                </a:cubicBezTo>
                <a:cubicBezTo>
                  <a:pt x="57086" y="128359"/>
                  <a:pt x="54313" y="131099"/>
                  <a:pt x="50953" y="131099"/>
                </a:cubicBezTo>
                <a:cubicBezTo>
                  <a:pt x="47593" y="131099"/>
                  <a:pt x="44853" y="128359"/>
                  <a:pt x="44853" y="124967"/>
                </a:cubicBezTo>
                <a:cubicBezTo>
                  <a:pt x="44853" y="121607"/>
                  <a:pt x="47593" y="118867"/>
                  <a:pt x="50953" y="118867"/>
                </a:cubicBezTo>
                <a:close/>
                <a:moveTo>
                  <a:pt x="91728" y="118867"/>
                </a:moveTo>
                <a:cubicBezTo>
                  <a:pt x="95088" y="118867"/>
                  <a:pt x="97861" y="121607"/>
                  <a:pt x="97861" y="124967"/>
                </a:cubicBezTo>
                <a:cubicBezTo>
                  <a:pt x="97861" y="128359"/>
                  <a:pt x="95088" y="131099"/>
                  <a:pt x="91728" y="131099"/>
                </a:cubicBezTo>
                <a:cubicBezTo>
                  <a:pt x="88368" y="131099"/>
                  <a:pt x="85628" y="128359"/>
                  <a:pt x="85628" y="124967"/>
                </a:cubicBezTo>
                <a:cubicBezTo>
                  <a:pt x="85628" y="121607"/>
                  <a:pt x="88368" y="118867"/>
                  <a:pt x="91728" y="118867"/>
                </a:cubicBezTo>
                <a:close/>
                <a:moveTo>
                  <a:pt x="112115" y="118867"/>
                </a:moveTo>
                <a:cubicBezTo>
                  <a:pt x="115475" y="118867"/>
                  <a:pt x="118248" y="121607"/>
                  <a:pt x="118248" y="124967"/>
                </a:cubicBezTo>
                <a:cubicBezTo>
                  <a:pt x="118248" y="128359"/>
                  <a:pt x="115475" y="131099"/>
                  <a:pt x="112115" y="131099"/>
                </a:cubicBezTo>
                <a:cubicBezTo>
                  <a:pt x="108756" y="131099"/>
                  <a:pt x="106015" y="128359"/>
                  <a:pt x="106015" y="124967"/>
                </a:cubicBezTo>
                <a:cubicBezTo>
                  <a:pt x="106015" y="121607"/>
                  <a:pt x="108756" y="118867"/>
                  <a:pt x="112115" y="118867"/>
                </a:cubicBezTo>
                <a:close/>
                <a:moveTo>
                  <a:pt x="78060" y="129044"/>
                </a:moveTo>
                <a:cubicBezTo>
                  <a:pt x="79822" y="134948"/>
                  <a:pt x="85269" y="139254"/>
                  <a:pt x="91728" y="139254"/>
                </a:cubicBezTo>
                <a:cubicBezTo>
                  <a:pt x="95708" y="139254"/>
                  <a:pt x="99328" y="137591"/>
                  <a:pt x="101938" y="134948"/>
                </a:cubicBezTo>
                <a:cubicBezTo>
                  <a:pt x="104515" y="137591"/>
                  <a:pt x="108136" y="139254"/>
                  <a:pt x="112115" y="139254"/>
                </a:cubicBezTo>
                <a:cubicBezTo>
                  <a:pt x="114301" y="139254"/>
                  <a:pt x="116389" y="138765"/>
                  <a:pt x="118248" y="137852"/>
                </a:cubicBezTo>
                <a:lnTo>
                  <a:pt x="118248" y="161273"/>
                </a:lnTo>
                <a:lnTo>
                  <a:pt x="105396" y="161273"/>
                </a:lnTo>
                <a:cubicBezTo>
                  <a:pt x="103634" y="155368"/>
                  <a:pt x="98187" y="151063"/>
                  <a:pt x="91728" y="151063"/>
                </a:cubicBezTo>
                <a:cubicBezTo>
                  <a:pt x="87748" y="151063"/>
                  <a:pt x="84128" y="152726"/>
                  <a:pt x="81551" y="155368"/>
                </a:cubicBezTo>
                <a:cubicBezTo>
                  <a:pt x="78941" y="152726"/>
                  <a:pt x="75320" y="151063"/>
                  <a:pt x="71341" y="151063"/>
                </a:cubicBezTo>
                <a:cubicBezTo>
                  <a:pt x="67361" y="151063"/>
                  <a:pt x="63740" y="152726"/>
                  <a:pt x="61163" y="155368"/>
                </a:cubicBezTo>
                <a:cubicBezTo>
                  <a:pt x="58554" y="152726"/>
                  <a:pt x="54933" y="151063"/>
                  <a:pt x="50953" y="151063"/>
                </a:cubicBezTo>
                <a:cubicBezTo>
                  <a:pt x="46974" y="151063"/>
                  <a:pt x="43353" y="152726"/>
                  <a:pt x="40776" y="155368"/>
                </a:cubicBezTo>
                <a:cubicBezTo>
                  <a:pt x="38166" y="152726"/>
                  <a:pt x="34545" y="151063"/>
                  <a:pt x="30566" y="151063"/>
                </a:cubicBezTo>
                <a:cubicBezTo>
                  <a:pt x="28380" y="151063"/>
                  <a:pt x="26293" y="151552"/>
                  <a:pt x="24466" y="152465"/>
                </a:cubicBezTo>
                <a:lnTo>
                  <a:pt x="24466" y="137852"/>
                </a:lnTo>
                <a:cubicBezTo>
                  <a:pt x="26293" y="138765"/>
                  <a:pt x="28380" y="139254"/>
                  <a:pt x="30566" y="139254"/>
                </a:cubicBezTo>
                <a:cubicBezTo>
                  <a:pt x="34545" y="139254"/>
                  <a:pt x="38166" y="137591"/>
                  <a:pt x="40776" y="134948"/>
                </a:cubicBezTo>
                <a:cubicBezTo>
                  <a:pt x="43353" y="137591"/>
                  <a:pt x="46974" y="139254"/>
                  <a:pt x="50953" y="139254"/>
                </a:cubicBezTo>
                <a:cubicBezTo>
                  <a:pt x="57412" y="139254"/>
                  <a:pt x="62859" y="134948"/>
                  <a:pt x="64621" y="129044"/>
                </a:cubicBezTo>
                <a:close/>
                <a:moveTo>
                  <a:pt x="30566" y="159218"/>
                </a:moveTo>
                <a:cubicBezTo>
                  <a:pt x="33926" y="159218"/>
                  <a:pt x="36698" y="161958"/>
                  <a:pt x="36698" y="165350"/>
                </a:cubicBezTo>
                <a:cubicBezTo>
                  <a:pt x="36698" y="168710"/>
                  <a:pt x="33926" y="171450"/>
                  <a:pt x="30566" y="171450"/>
                </a:cubicBezTo>
                <a:cubicBezTo>
                  <a:pt x="27206" y="171450"/>
                  <a:pt x="24466" y="168710"/>
                  <a:pt x="24466" y="165350"/>
                </a:cubicBezTo>
                <a:cubicBezTo>
                  <a:pt x="24466" y="161958"/>
                  <a:pt x="27206" y="159218"/>
                  <a:pt x="30566" y="159218"/>
                </a:cubicBezTo>
                <a:close/>
                <a:moveTo>
                  <a:pt x="50953" y="159218"/>
                </a:moveTo>
                <a:cubicBezTo>
                  <a:pt x="54313" y="159218"/>
                  <a:pt x="57086" y="161958"/>
                  <a:pt x="57086" y="165350"/>
                </a:cubicBezTo>
                <a:cubicBezTo>
                  <a:pt x="57086" y="168710"/>
                  <a:pt x="54313" y="171450"/>
                  <a:pt x="50953" y="171450"/>
                </a:cubicBezTo>
                <a:cubicBezTo>
                  <a:pt x="47593" y="171450"/>
                  <a:pt x="44853" y="168710"/>
                  <a:pt x="44853" y="165350"/>
                </a:cubicBezTo>
                <a:cubicBezTo>
                  <a:pt x="44853" y="161958"/>
                  <a:pt x="47593" y="159218"/>
                  <a:pt x="50953" y="159218"/>
                </a:cubicBezTo>
                <a:close/>
                <a:moveTo>
                  <a:pt x="71341" y="159218"/>
                </a:moveTo>
                <a:cubicBezTo>
                  <a:pt x="74700" y="159218"/>
                  <a:pt x="77473" y="161958"/>
                  <a:pt x="77473" y="165350"/>
                </a:cubicBezTo>
                <a:cubicBezTo>
                  <a:pt x="77473" y="168710"/>
                  <a:pt x="74700" y="171450"/>
                  <a:pt x="71341" y="171450"/>
                </a:cubicBezTo>
                <a:cubicBezTo>
                  <a:pt x="67981" y="171450"/>
                  <a:pt x="65241" y="168710"/>
                  <a:pt x="65241" y="165350"/>
                </a:cubicBezTo>
                <a:cubicBezTo>
                  <a:pt x="65241" y="161958"/>
                  <a:pt x="67981" y="159218"/>
                  <a:pt x="71341" y="159218"/>
                </a:cubicBezTo>
                <a:close/>
                <a:moveTo>
                  <a:pt x="91728" y="159218"/>
                </a:moveTo>
                <a:cubicBezTo>
                  <a:pt x="95088" y="159218"/>
                  <a:pt x="97861" y="161958"/>
                  <a:pt x="97861" y="165350"/>
                </a:cubicBezTo>
                <a:cubicBezTo>
                  <a:pt x="97861" y="168710"/>
                  <a:pt x="95088" y="171450"/>
                  <a:pt x="91728" y="171450"/>
                </a:cubicBezTo>
                <a:cubicBezTo>
                  <a:pt x="88368" y="171450"/>
                  <a:pt x="85628" y="168710"/>
                  <a:pt x="85628" y="165350"/>
                </a:cubicBezTo>
                <a:cubicBezTo>
                  <a:pt x="85628" y="161958"/>
                  <a:pt x="88368" y="159218"/>
                  <a:pt x="91728" y="159218"/>
                </a:cubicBezTo>
                <a:close/>
                <a:moveTo>
                  <a:pt x="16311" y="8155"/>
                </a:moveTo>
                <a:lnTo>
                  <a:pt x="16311" y="200612"/>
                </a:lnTo>
                <a:lnTo>
                  <a:pt x="8156" y="200612"/>
                </a:lnTo>
                <a:lnTo>
                  <a:pt x="8156" y="8155"/>
                </a:lnTo>
                <a:close/>
                <a:moveTo>
                  <a:pt x="134558" y="8155"/>
                </a:moveTo>
                <a:lnTo>
                  <a:pt x="134558" y="200612"/>
                </a:lnTo>
                <a:lnTo>
                  <a:pt x="126403" y="200612"/>
                </a:lnTo>
                <a:lnTo>
                  <a:pt x="126403" y="8155"/>
                </a:lnTo>
                <a:close/>
                <a:moveTo>
                  <a:pt x="4078" y="0"/>
                </a:moveTo>
                <a:cubicBezTo>
                  <a:pt x="1795" y="0"/>
                  <a:pt x="1" y="1827"/>
                  <a:pt x="1" y="4077"/>
                </a:cubicBezTo>
                <a:lnTo>
                  <a:pt x="1" y="204690"/>
                </a:lnTo>
                <a:cubicBezTo>
                  <a:pt x="1" y="206940"/>
                  <a:pt x="1795" y="208767"/>
                  <a:pt x="4078" y="208767"/>
                </a:cubicBezTo>
                <a:lnTo>
                  <a:pt x="20388" y="208767"/>
                </a:lnTo>
                <a:cubicBezTo>
                  <a:pt x="22639" y="208767"/>
                  <a:pt x="24466" y="206940"/>
                  <a:pt x="24466" y="204690"/>
                </a:cubicBezTo>
                <a:lnTo>
                  <a:pt x="24466" y="178235"/>
                </a:lnTo>
                <a:cubicBezTo>
                  <a:pt x="26293" y="179116"/>
                  <a:pt x="28380" y="179605"/>
                  <a:pt x="30566" y="179605"/>
                </a:cubicBezTo>
                <a:cubicBezTo>
                  <a:pt x="34545" y="179605"/>
                  <a:pt x="38166" y="177974"/>
                  <a:pt x="40776" y="175332"/>
                </a:cubicBezTo>
                <a:cubicBezTo>
                  <a:pt x="43353" y="177974"/>
                  <a:pt x="46974" y="179605"/>
                  <a:pt x="50953" y="179605"/>
                </a:cubicBezTo>
                <a:cubicBezTo>
                  <a:pt x="54933" y="179605"/>
                  <a:pt x="58554" y="177974"/>
                  <a:pt x="61163" y="175332"/>
                </a:cubicBezTo>
                <a:cubicBezTo>
                  <a:pt x="63740" y="177974"/>
                  <a:pt x="67361" y="179605"/>
                  <a:pt x="71341" y="179605"/>
                </a:cubicBezTo>
                <a:cubicBezTo>
                  <a:pt x="75320" y="179605"/>
                  <a:pt x="78941" y="177974"/>
                  <a:pt x="81551" y="175332"/>
                </a:cubicBezTo>
                <a:cubicBezTo>
                  <a:pt x="84128" y="177974"/>
                  <a:pt x="87748" y="179605"/>
                  <a:pt x="91728" y="179605"/>
                </a:cubicBezTo>
                <a:cubicBezTo>
                  <a:pt x="98187" y="179605"/>
                  <a:pt x="103634" y="175299"/>
                  <a:pt x="105396" y="169428"/>
                </a:cubicBezTo>
                <a:lnTo>
                  <a:pt x="118248" y="169428"/>
                </a:lnTo>
                <a:lnTo>
                  <a:pt x="118248" y="204690"/>
                </a:lnTo>
                <a:cubicBezTo>
                  <a:pt x="118248" y="206940"/>
                  <a:pt x="120042" y="208767"/>
                  <a:pt x="122325" y="208767"/>
                </a:cubicBezTo>
                <a:lnTo>
                  <a:pt x="138635" y="208767"/>
                </a:lnTo>
                <a:cubicBezTo>
                  <a:pt x="140886" y="208767"/>
                  <a:pt x="142713" y="206940"/>
                  <a:pt x="142713" y="204690"/>
                </a:cubicBezTo>
                <a:lnTo>
                  <a:pt x="142713" y="4077"/>
                </a:lnTo>
                <a:cubicBezTo>
                  <a:pt x="142713" y="1827"/>
                  <a:pt x="140886" y="0"/>
                  <a:pt x="138635" y="0"/>
                </a:cubicBezTo>
                <a:lnTo>
                  <a:pt x="122325" y="0"/>
                </a:lnTo>
                <a:cubicBezTo>
                  <a:pt x="120042" y="0"/>
                  <a:pt x="118248" y="1827"/>
                  <a:pt x="118248" y="4077"/>
                </a:cubicBezTo>
                <a:lnTo>
                  <a:pt x="118248" y="30532"/>
                </a:lnTo>
                <a:cubicBezTo>
                  <a:pt x="116389" y="29651"/>
                  <a:pt x="114301" y="29162"/>
                  <a:pt x="112115" y="29162"/>
                </a:cubicBezTo>
                <a:cubicBezTo>
                  <a:pt x="108136" y="29162"/>
                  <a:pt x="104515" y="30793"/>
                  <a:pt x="101938" y="33435"/>
                </a:cubicBezTo>
                <a:cubicBezTo>
                  <a:pt x="99328" y="30793"/>
                  <a:pt x="95708" y="29162"/>
                  <a:pt x="91728" y="29162"/>
                </a:cubicBezTo>
                <a:cubicBezTo>
                  <a:pt x="87748" y="29162"/>
                  <a:pt x="84128" y="30793"/>
                  <a:pt x="81551" y="33435"/>
                </a:cubicBezTo>
                <a:cubicBezTo>
                  <a:pt x="78941" y="30793"/>
                  <a:pt x="75320" y="29162"/>
                  <a:pt x="71341" y="29162"/>
                </a:cubicBezTo>
                <a:cubicBezTo>
                  <a:pt x="67361" y="29162"/>
                  <a:pt x="63740" y="30793"/>
                  <a:pt x="61163" y="33435"/>
                </a:cubicBezTo>
                <a:cubicBezTo>
                  <a:pt x="58554" y="30793"/>
                  <a:pt x="54933" y="29162"/>
                  <a:pt x="50953" y="29162"/>
                </a:cubicBezTo>
                <a:cubicBezTo>
                  <a:pt x="44494" y="29162"/>
                  <a:pt x="39047" y="33468"/>
                  <a:pt x="37285" y="39340"/>
                </a:cubicBezTo>
                <a:lnTo>
                  <a:pt x="24466" y="39340"/>
                </a:lnTo>
                <a:lnTo>
                  <a:pt x="24466" y="4077"/>
                </a:lnTo>
                <a:cubicBezTo>
                  <a:pt x="24466" y="1827"/>
                  <a:pt x="22639" y="0"/>
                  <a:pt x="20388" y="0"/>
                </a:cubicBezTo>
                <a:close/>
              </a:path>
            </a:pathLst>
          </a:custGeom>
          <a:gradFill>
            <a:gsLst>
              <a:gs pos="4000">
                <a:srgbClr val="7660A8"/>
              </a:gs>
              <a:gs pos="100000">
                <a:srgbClr val="D678AE"/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3366135" y="1482725"/>
            <a:ext cx="74764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{desc_1}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5"/>
            </p:custDataLst>
          </p:nvPr>
        </p:nvSpPr>
        <p:spPr>
          <a:xfrm>
            <a:off x="3434080" y="1815465"/>
            <a:ext cx="74612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{desc_1}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3" name="Google Shape;288;p33"/>
          <p:cNvGrpSpPr/>
          <p:nvPr>
            <p:custDataLst>
              <p:tags r:id="rId6"/>
            </p:custDataLst>
          </p:nvPr>
        </p:nvGrpSpPr>
        <p:grpSpPr>
          <a:xfrm>
            <a:off x="2116157" y="3309853"/>
            <a:ext cx="937392" cy="912226"/>
            <a:chOff x="1190175" y="307975"/>
            <a:chExt cx="5213025" cy="5073075"/>
          </a:xfrm>
        </p:grpSpPr>
        <p:sp>
          <p:nvSpPr>
            <p:cNvPr id="34" name="Google Shape;289;p33"/>
            <p:cNvSpPr/>
            <p:nvPr>
              <p:custDataLst>
                <p:tags r:id="rId7"/>
              </p:custDataLst>
            </p:nvPr>
          </p:nvSpPr>
          <p:spPr>
            <a:xfrm>
              <a:off x="2771375" y="307975"/>
              <a:ext cx="3631825" cy="3660475"/>
            </a:xfrm>
            <a:custGeom>
              <a:avLst/>
              <a:gdLst/>
              <a:ahLst/>
              <a:cxnLst/>
              <a:rect l="l" t="t" r="r" b="b"/>
              <a:pathLst>
                <a:path w="145273" h="146419" extrusionOk="0">
                  <a:moveTo>
                    <a:pt x="19060" y="10054"/>
                  </a:moveTo>
                  <a:lnTo>
                    <a:pt x="121528" y="65849"/>
                  </a:lnTo>
                  <a:lnTo>
                    <a:pt x="121528" y="65849"/>
                  </a:lnTo>
                  <a:lnTo>
                    <a:pt x="29956" y="48138"/>
                  </a:lnTo>
                  <a:lnTo>
                    <a:pt x="19060" y="10054"/>
                  </a:lnTo>
                  <a:close/>
                  <a:moveTo>
                    <a:pt x="28359" y="54598"/>
                  </a:moveTo>
                  <a:lnTo>
                    <a:pt x="107224" y="69895"/>
                  </a:lnTo>
                  <a:lnTo>
                    <a:pt x="40959" y="69895"/>
                  </a:lnTo>
                  <a:cubicBezTo>
                    <a:pt x="39113" y="69895"/>
                    <a:pt x="37623" y="71386"/>
                    <a:pt x="37623" y="73196"/>
                  </a:cubicBezTo>
                  <a:cubicBezTo>
                    <a:pt x="37623" y="75042"/>
                    <a:pt x="39113" y="76533"/>
                    <a:pt x="40959" y="76533"/>
                  </a:cubicBezTo>
                  <a:lnTo>
                    <a:pt x="107224" y="76533"/>
                  </a:lnTo>
                  <a:lnTo>
                    <a:pt x="28359" y="91795"/>
                  </a:lnTo>
                  <a:lnTo>
                    <a:pt x="11819" y="76533"/>
                  </a:lnTo>
                  <a:lnTo>
                    <a:pt x="27330" y="76533"/>
                  </a:lnTo>
                  <a:cubicBezTo>
                    <a:pt x="29175" y="76533"/>
                    <a:pt x="30666" y="75042"/>
                    <a:pt x="30666" y="73196"/>
                  </a:cubicBezTo>
                  <a:cubicBezTo>
                    <a:pt x="30666" y="71386"/>
                    <a:pt x="29175" y="69895"/>
                    <a:pt x="27330" y="69895"/>
                  </a:cubicBezTo>
                  <a:lnTo>
                    <a:pt x="11819" y="69895"/>
                  </a:lnTo>
                  <a:lnTo>
                    <a:pt x="28359" y="54598"/>
                  </a:lnTo>
                  <a:close/>
                  <a:moveTo>
                    <a:pt x="121528" y="80543"/>
                  </a:moveTo>
                  <a:lnTo>
                    <a:pt x="19060" y="136374"/>
                  </a:lnTo>
                  <a:lnTo>
                    <a:pt x="29956" y="98290"/>
                  </a:lnTo>
                  <a:lnTo>
                    <a:pt x="121528" y="80543"/>
                  </a:lnTo>
                  <a:close/>
                  <a:moveTo>
                    <a:pt x="13702" y="1"/>
                  </a:moveTo>
                  <a:cubicBezTo>
                    <a:pt x="12958" y="1"/>
                    <a:pt x="12223" y="247"/>
                    <a:pt x="11606" y="720"/>
                  </a:cubicBezTo>
                  <a:cubicBezTo>
                    <a:pt x="10577" y="1572"/>
                    <a:pt x="10116" y="2956"/>
                    <a:pt x="10506" y="4234"/>
                  </a:cubicBezTo>
                  <a:lnTo>
                    <a:pt x="23567" y="49984"/>
                  </a:lnTo>
                  <a:lnTo>
                    <a:pt x="1065" y="70783"/>
                  </a:lnTo>
                  <a:cubicBezTo>
                    <a:pt x="1029" y="70783"/>
                    <a:pt x="1029" y="70783"/>
                    <a:pt x="1029" y="70818"/>
                  </a:cubicBezTo>
                  <a:cubicBezTo>
                    <a:pt x="958" y="70854"/>
                    <a:pt x="923" y="70889"/>
                    <a:pt x="887" y="70960"/>
                  </a:cubicBezTo>
                  <a:cubicBezTo>
                    <a:pt x="852" y="70996"/>
                    <a:pt x="817" y="71031"/>
                    <a:pt x="781" y="71067"/>
                  </a:cubicBezTo>
                  <a:cubicBezTo>
                    <a:pt x="746" y="71102"/>
                    <a:pt x="710" y="71173"/>
                    <a:pt x="675" y="71209"/>
                  </a:cubicBezTo>
                  <a:cubicBezTo>
                    <a:pt x="639" y="71244"/>
                    <a:pt x="604" y="71280"/>
                    <a:pt x="568" y="71315"/>
                  </a:cubicBezTo>
                  <a:cubicBezTo>
                    <a:pt x="533" y="71386"/>
                    <a:pt x="497" y="71422"/>
                    <a:pt x="462" y="71493"/>
                  </a:cubicBezTo>
                  <a:cubicBezTo>
                    <a:pt x="462" y="71528"/>
                    <a:pt x="426" y="71564"/>
                    <a:pt x="426" y="71599"/>
                  </a:cubicBezTo>
                  <a:cubicBezTo>
                    <a:pt x="355" y="71670"/>
                    <a:pt x="320" y="71741"/>
                    <a:pt x="284" y="71812"/>
                  </a:cubicBezTo>
                  <a:cubicBezTo>
                    <a:pt x="284" y="71848"/>
                    <a:pt x="284" y="71883"/>
                    <a:pt x="249" y="71883"/>
                  </a:cubicBezTo>
                  <a:cubicBezTo>
                    <a:pt x="213" y="71990"/>
                    <a:pt x="178" y="72061"/>
                    <a:pt x="142" y="72167"/>
                  </a:cubicBezTo>
                  <a:cubicBezTo>
                    <a:pt x="142" y="72167"/>
                    <a:pt x="142" y="72202"/>
                    <a:pt x="142" y="72202"/>
                  </a:cubicBezTo>
                  <a:cubicBezTo>
                    <a:pt x="107" y="72309"/>
                    <a:pt x="71" y="72415"/>
                    <a:pt x="71" y="72522"/>
                  </a:cubicBezTo>
                  <a:cubicBezTo>
                    <a:pt x="36" y="72628"/>
                    <a:pt x="0" y="72735"/>
                    <a:pt x="0" y="72877"/>
                  </a:cubicBezTo>
                  <a:cubicBezTo>
                    <a:pt x="0" y="72983"/>
                    <a:pt x="0" y="73090"/>
                    <a:pt x="0" y="73196"/>
                  </a:cubicBezTo>
                  <a:cubicBezTo>
                    <a:pt x="0" y="73338"/>
                    <a:pt x="0" y="73445"/>
                    <a:pt x="0" y="73551"/>
                  </a:cubicBezTo>
                  <a:cubicBezTo>
                    <a:pt x="0" y="73658"/>
                    <a:pt x="36" y="73800"/>
                    <a:pt x="71" y="73906"/>
                  </a:cubicBezTo>
                  <a:cubicBezTo>
                    <a:pt x="71" y="74013"/>
                    <a:pt x="107" y="74119"/>
                    <a:pt x="142" y="74226"/>
                  </a:cubicBezTo>
                  <a:cubicBezTo>
                    <a:pt x="142" y="74226"/>
                    <a:pt x="142" y="74226"/>
                    <a:pt x="142" y="74261"/>
                  </a:cubicBezTo>
                  <a:cubicBezTo>
                    <a:pt x="178" y="74332"/>
                    <a:pt x="213" y="74439"/>
                    <a:pt x="249" y="74545"/>
                  </a:cubicBezTo>
                  <a:cubicBezTo>
                    <a:pt x="284" y="74545"/>
                    <a:pt x="284" y="74580"/>
                    <a:pt x="284" y="74580"/>
                  </a:cubicBezTo>
                  <a:cubicBezTo>
                    <a:pt x="320" y="74687"/>
                    <a:pt x="355" y="74758"/>
                    <a:pt x="426" y="74829"/>
                  </a:cubicBezTo>
                  <a:cubicBezTo>
                    <a:pt x="426" y="74864"/>
                    <a:pt x="462" y="74900"/>
                    <a:pt x="462" y="74935"/>
                  </a:cubicBezTo>
                  <a:cubicBezTo>
                    <a:pt x="497" y="74971"/>
                    <a:pt x="533" y="75042"/>
                    <a:pt x="568" y="75113"/>
                  </a:cubicBezTo>
                  <a:cubicBezTo>
                    <a:pt x="604" y="75148"/>
                    <a:pt x="639" y="75184"/>
                    <a:pt x="675" y="75219"/>
                  </a:cubicBezTo>
                  <a:cubicBezTo>
                    <a:pt x="710" y="75255"/>
                    <a:pt x="746" y="75326"/>
                    <a:pt x="781" y="75361"/>
                  </a:cubicBezTo>
                  <a:cubicBezTo>
                    <a:pt x="817" y="75397"/>
                    <a:pt x="852" y="75432"/>
                    <a:pt x="887" y="75468"/>
                  </a:cubicBezTo>
                  <a:cubicBezTo>
                    <a:pt x="923" y="75503"/>
                    <a:pt x="958" y="75574"/>
                    <a:pt x="1029" y="75610"/>
                  </a:cubicBezTo>
                  <a:cubicBezTo>
                    <a:pt x="1029" y="75610"/>
                    <a:pt x="1029" y="75645"/>
                    <a:pt x="1065" y="75645"/>
                  </a:cubicBezTo>
                  <a:lnTo>
                    <a:pt x="23567" y="96444"/>
                  </a:lnTo>
                  <a:lnTo>
                    <a:pt x="10506" y="142159"/>
                  </a:lnTo>
                  <a:cubicBezTo>
                    <a:pt x="10116" y="143472"/>
                    <a:pt x="10577" y="144856"/>
                    <a:pt x="11606" y="145673"/>
                  </a:cubicBezTo>
                  <a:cubicBezTo>
                    <a:pt x="12210" y="146170"/>
                    <a:pt x="12955" y="146418"/>
                    <a:pt x="13700" y="146418"/>
                  </a:cubicBezTo>
                  <a:cubicBezTo>
                    <a:pt x="14233" y="146418"/>
                    <a:pt x="14765" y="146276"/>
                    <a:pt x="15298" y="145992"/>
                  </a:cubicBezTo>
                  <a:lnTo>
                    <a:pt x="143498" y="76142"/>
                  </a:lnTo>
                  <a:cubicBezTo>
                    <a:pt x="143533" y="76142"/>
                    <a:pt x="143569" y="76107"/>
                    <a:pt x="143569" y="76107"/>
                  </a:cubicBezTo>
                  <a:cubicBezTo>
                    <a:pt x="143604" y="76107"/>
                    <a:pt x="143640" y="76071"/>
                    <a:pt x="143675" y="76036"/>
                  </a:cubicBezTo>
                  <a:cubicBezTo>
                    <a:pt x="143746" y="76000"/>
                    <a:pt x="143782" y="76000"/>
                    <a:pt x="143817" y="75965"/>
                  </a:cubicBezTo>
                  <a:cubicBezTo>
                    <a:pt x="143853" y="75929"/>
                    <a:pt x="143853" y="75929"/>
                    <a:pt x="143888" y="75929"/>
                  </a:cubicBezTo>
                  <a:cubicBezTo>
                    <a:pt x="143923" y="75894"/>
                    <a:pt x="143923" y="75858"/>
                    <a:pt x="143959" y="75858"/>
                  </a:cubicBezTo>
                  <a:cubicBezTo>
                    <a:pt x="144030" y="75823"/>
                    <a:pt x="144065" y="75752"/>
                    <a:pt x="144136" y="75716"/>
                  </a:cubicBezTo>
                  <a:cubicBezTo>
                    <a:pt x="144172" y="75681"/>
                    <a:pt x="144207" y="75645"/>
                    <a:pt x="144243" y="75610"/>
                  </a:cubicBezTo>
                  <a:cubicBezTo>
                    <a:pt x="144278" y="75610"/>
                    <a:pt x="144278" y="75574"/>
                    <a:pt x="144278" y="75574"/>
                  </a:cubicBezTo>
                  <a:cubicBezTo>
                    <a:pt x="144314" y="75539"/>
                    <a:pt x="144314" y="75539"/>
                    <a:pt x="144349" y="75503"/>
                  </a:cubicBezTo>
                  <a:cubicBezTo>
                    <a:pt x="144385" y="75468"/>
                    <a:pt x="144456" y="75397"/>
                    <a:pt x="144491" y="75361"/>
                  </a:cubicBezTo>
                  <a:cubicBezTo>
                    <a:pt x="144491" y="75361"/>
                    <a:pt x="144491" y="75326"/>
                    <a:pt x="144527" y="75326"/>
                  </a:cubicBezTo>
                  <a:cubicBezTo>
                    <a:pt x="144527" y="75326"/>
                    <a:pt x="144527" y="75290"/>
                    <a:pt x="144527" y="75290"/>
                  </a:cubicBezTo>
                  <a:cubicBezTo>
                    <a:pt x="144562" y="75290"/>
                    <a:pt x="144562" y="75255"/>
                    <a:pt x="144562" y="75255"/>
                  </a:cubicBezTo>
                  <a:cubicBezTo>
                    <a:pt x="144598" y="75184"/>
                    <a:pt x="144633" y="75148"/>
                    <a:pt x="144669" y="75113"/>
                  </a:cubicBezTo>
                  <a:cubicBezTo>
                    <a:pt x="144704" y="75077"/>
                    <a:pt x="144704" y="75042"/>
                    <a:pt x="144740" y="75006"/>
                  </a:cubicBezTo>
                  <a:cubicBezTo>
                    <a:pt x="144775" y="74971"/>
                    <a:pt x="144775" y="74935"/>
                    <a:pt x="144811" y="74900"/>
                  </a:cubicBezTo>
                  <a:cubicBezTo>
                    <a:pt x="144811" y="74900"/>
                    <a:pt x="144811" y="74864"/>
                    <a:pt x="144846" y="74864"/>
                  </a:cubicBezTo>
                  <a:cubicBezTo>
                    <a:pt x="144846" y="74829"/>
                    <a:pt x="144882" y="74793"/>
                    <a:pt x="144882" y="74758"/>
                  </a:cubicBezTo>
                  <a:cubicBezTo>
                    <a:pt x="144917" y="74687"/>
                    <a:pt x="144953" y="74651"/>
                    <a:pt x="144988" y="74580"/>
                  </a:cubicBezTo>
                  <a:cubicBezTo>
                    <a:pt x="144988" y="74545"/>
                    <a:pt x="145024" y="74510"/>
                    <a:pt x="145024" y="74474"/>
                  </a:cubicBezTo>
                  <a:cubicBezTo>
                    <a:pt x="145059" y="74403"/>
                    <a:pt x="145059" y="74368"/>
                    <a:pt x="145095" y="74297"/>
                  </a:cubicBezTo>
                  <a:cubicBezTo>
                    <a:pt x="145095" y="74261"/>
                    <a:pt x="145095" y="74226"/>
                    <a:pt x="145130" y="74226"/>
                  </a:cubicBezTo>
                  <a:cubicBezTo>
                    <a:pt x="145130" y="74190"/>
                    <a:pt x="145130" y="74190"/>
                    <a:pt x="145130" y="74155"/>
                  </a:cubicBezTo>
                  <a:cubicBezTo>
                    <a:pt x="145130" y="74155"/>
                    <a:pt x="145130" y="74119"/>
                    <a:pt x="145130" y="74119"/>
                  </a:cubicBezTo>
                  <a:cubicBezTo>
                    <a:pt x="145166" y="74084"/>
                    <a:pt x="145166" y="74084"/>
                    <a:pt x="145166" y="74048"/>
                  </a:cubicBezTo>
                  <a:cubicBezTo>
                    <a:pt x="145166" y="74048"/>
                    <a:pt x="145166" y="74048"/>
                    <a:pt x="145166" y="74013"/>
                  </a:cubicBezTo>
                  <a:cubicBezTo>
                    <a:pt x="145166" y="73977"/>
                    <a:pt x="145201" y="73942"/>
                    <a:pt x="145201" y="73871"/>
                  </a:cubicBezTo>
                  <a:cubicBezTo>
                    <a:pt x="145201" y="73835"/>
                    <a:pt x="145201" y="73800"/>
                    <a:pt x="145237" y="73764"/>
                  </a:cubicBezTo>
                  <a:cubicBezTo>
                    <a:pt x="145237" y="73764"/>
                    <a:pt x="145237" y="73729"/>
                    <a:pt x="145237" y="73729"/>
                  </a:cubicBezTo>
                  <a:cubicBezTo>
                    <a:pt x="145237" y="73693"/>
                    <a:pt x="145237" y="73658"/>
                    <a:pt x="145237" y="73622"/>
                  </a:cubicBezTo>
                  <a:cubicBezTo>
                    <a:pt x="145237" y="73622"/>
                    <a:pt x="145237" y="73587"/>
                    <a:pt x="145237" y="73551"/>
                  </a:cubicBezTo>
                  <a:cubicBezTo>
                    <a:pt x="145272" y="73551"/>
                    <a:pt x="145272" y="73551"/>
                    <a:pt x="145272" y="73516"/>
                  </a:cubicBezTo>
                  <a:cubicBezTo>
                    <a:pt x="145272" y="73480"/>
                    <a:pt x="145272" y="73445"/>
                    <a:pt x="145272" y="73409"/>
                  </a:cubicBezTo>
                  <a:cubicBezTo>
                    <a:pt x="145272" y="73338"/>
                    <a:pt x="145272" y="73267"/>
                    <a:pt x="145272" y="73232"/>
                  </a:cubicBezTo>
                  <a:cubicBezTo>
                    <a:pt x="145272" y="73125"/>
                    <a:pt x="145272" y="73090"/>
                    <a:pt x="145272" y="73019"/>
                  </a:cubicBezTo>
                  <a:cubicBezTo>
                    <a:pt x="145272" y="72983"/>
                    <a:pt x="145272" y="72948"/>
                    <a:pt x="145272" y="72877"/>
                  </a:cubicBezTo>
                  <a:lnTo>
                    <a:pt x="145237" y="72877"/>
                  </a:lnTo>
                  <a:cubicBezTo>
                    <a:pt x="145237" y="72841"/>
                    <a:pt x="145237" y="72806"/>
                    <a:pt x="145237" y="72770"/>
                  </a:cubicBezTo>
                  <a:cubicBezTo>
                    <a:pt x="145237" y="72770"/>
                    <a:pt x="145237" y="72735"/>
                    <a:pt x="145237" y="72699"/>
                  </a:cubicBezTo>
                  <a:cubicBezTo>
                    <a:pt x="145237" y="72699"/>
                    <a:pt x="145237" y="72664"/>
                    <a:pt x="145237" y="72664"/>
                  </a:cubicBezTo>
                  <a:cubicBezTo>
                    <a:pt x="145201" y="72628"/>
                    <a:pt x="145201" y="72593"/>
                    <a:pt x="145201" y="72593"/>
                  </a:cubicBezTo>
                  <a:cubicBezTo>
                    <a:pt x="145201" y="72557"/>
                    <a:pt x="145201" y="72557"/>
                    <a:pt x="145201" y="72522"/>
                  </a:cubicBezTo>
                  <a:cubicBezTo>
                    <a:pt x="145201" y="72486"/>
                    <a:pt x="145166" y="72415"/>
                    <a:pt x="145166" y="72380"/>
                  </a:cubicBezTo>
                  <a:cubicBezTo>
                    <a:pt x="145166" y="72344"/>
                    <a:pt x="145166" y="72309"/>
                    <a:pt x="145130" y="72309"/>
                  </a:cubicBezTo>
                  <a:cubicBezTo>
                    <a:pt x="145130" y="72273"/>
                    <a:pt x="145130" y="72273"/>
                    <a:pt x="145130" y="72238"/>
                  </a:cubicBezTo>
                  <a:cubicBezTo>
                    <a:pt x="145130" y="72238"/>
                    <a:pt x="145130" y="72238"/>
                    <a:pt x="145130" y="72202"/>
                  </a:cubicBezTo>
                  <a:cubicBezTo>
                    <a:pt x="145095" y="72202"/>
                    <a:pt x="145095" y="72167"/>
                    <a:pt x="145095" y="72131"/>
                  </a:cubicBezTo>
                  <a:cubicBezTo>
                    <a:pt x="145059" y="72096"/>
                    <a:pt x="145059" y="72061"/>
                    <a:pt x="145059" y="72025"/>
                  </a:cubicBezTo>
                  <a:cubicBezTo>
                    <a:pt x="145024" y="71990"/>
                    <a:pt x="145024" y="71954"/>
                    <a:pt x="145024" y="71919"/>
                  </a:cubicBezTo>
                  <a:cubicBezTo>
                    <a:pt x="144988" y="71883"/>
                    <a:pt x="144953" y="71812"/>
                    <a:pt x="144953" y="71777"/>
                  </a:cubicBezTo>
                  <a:cubicBezTo>
                    <a:pt x="144917" y="71706"/>
                    <a:pt x="144882" y="71670"/>
                    <a:pt x="144882" y="71635"/>
                  </a:cubicBezTo>
                  <a:cubicBezTo>
                    <a:pt x="144846" y="71599"/>
                    <a:pt x="144846" y="71564"/>
                    <a:pt x="144811" y="71564"/>
                  </a:cubicBezTo>
                  <a:cubicBezTo>
                    <a:pt x="144811" y="71528"/>
                    <a:pt x="144775" y="71493"/>
                    <a:pt x="144775" y="71457"/>
                  </a:cubicBezTo>
                  <a:cubicBezTo>
                    <a:pt x="144704" y="71386"/>
                    <a:pt x="144669" y="71280"/>
                    <a:pt x="144598" y="71173"/>
                  </a:cubicBezTo>
                  <a:cubicBezTo>
                    <a:pt x="144562" y="71173"/>
                    <a:pt x="144562" y="71138"/>
                    <a:pt x="144527" y="71138"/>
                  </a:cubicBezTo>
                  <a:cubicBezTo>
                    <a:pt x="144456" y="71031"/>
                    <a:pt x="144385" y="70960"/>
                    <a:pt x="144314" y="70854"/>
                  </a:cubicBezTo>
                  <a:cubicBezTo>
                    <a:pt x="144278" y="70854"/>
                    <a:pt x="144278" y="70854"/>
                    <a:pt x="144278" y="70818"/>
                  </a:cubicBezTo>
                  <a:cubicBezTo>
                    <a:pt x="144243" y="70818"/>
                    <a:pt x="144243" y="70818"/>
                    <a:pt x="144207" y="70783"/>
                  </a:cubicBezTo>
                  <a:cubicBezTo>
                    <a:pt x="144136" y="70712"/>
                    <a:pt x="144065" y="70641"/>
                    <a:pt x="143959" y="70570"/>
                  </a:cubicBezTo>
                  <a:cubicBezTo>
                    <a:pt x="143923" y="70534"/>
                    <a:pt x="143923" y="70534"/>
                    <a:pt x="143888" y="70499"/>
                  </a:cubicBezTo>
                  <a:cubicBezTo>
                    <a:pt x="143817" y="70463"/>
                    <a:pt x="143711" y="70392"/>
                    <a:pt x="143640" y="70357"/>
                  </a:cubicBezTo>
                  <a:cubicBezTo>
                    <a:pt x="143604" y="70321"/>
                    <a:pt x="143569" y="70286"/>
                    <a:pt x="143533" y="70286"/>
                  </a:cubicBezTo>
                  <a:cubicBezTo>
                    <a:pt x="143498" y="70286"/>
                    <a:pt x="15298" y="400"/>
                    <a:pt x="15298" y="400"/>
                  </a:cubicBezTo>
                  <a:cubicBezTo>
                    <a:pt x="14789" y="131"/>
                    <a:pt x="14243" y="1"/>
                    <a:pt x="13702" y="1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35" name="Google Shape;290;p33"/>
            <p:cNvSpPr/>
            <p:nvPr>
              <p:custDataLst>
                <p:tags r:id="rId8"/>
              </p:custDataLst>
            </p:nvPr>
          </p:nvSpPr>
          <p:spPr>
            <a:xfrm>
              <a:off x="1217675" y="4044250"/>
              <a:ext cx="229825" cy="327925"/>
            </a:xfrm>
            <a:custGeom>
              <a:avLst/>
              <a:gdLst/>
              <a:ahLst/>
              <a:cxnLst/>
              <a:rect l="l" t="t" r="r" b="b"/>
              <a:pathLst>
                <a:path w="9193" h="13117" extrusionOk="0">
                  <a:moveTo>
                    <a:pt x="3676" y="1"/>
                  </a:moveTo>
                  <a:cubicBezTo>
                    <a:pt x="3424" y="1"/>
                    <a:pt x="3168" y="30"/>
                    <a:pt x="2911" y="90"/>
                  </a:cubicBezTo>
                  <a:cubicBezTo>
                    <a:pt x="1136" y="481"/>
                    <a:pt x="0" y="2256"/>
                    <a:pt x="391" y="4030"/>
                  </a:cubicBezTo>
                  <a:cubicBezTo>
                    <a:pt x="888" y="6337"/>
                    <a:pt x="1562" y="8644"/>
                    <a:pt x="2307" y="10880"/>
                  </a:cubicBezTo>
                  <a:cubicBezTo>
                    <a:pt x="2804" y="12265"/>
                    <a:pt x="4082" y="13116"/>
                    <a:pt x="5466" y="13116"/>
                  </a:cubicBezTo>
                  <a:cubicBezTo>
                    <a:pt x="5821" y="13116"/>
                    <a:pt x="6176" y="13045"/>
                    <a:pt x="6531" y="12939"/>
                  </a:cubicBezTo>
                  <a:cubicBezTo>
                    <a:pt x="8270" y="12336"/>
                    <a:pt x="9193" y="10454"/>
                    <a:pt x="8625" y="8715"/>
                  </a:cubicBezTo>
                  <a:cubicBezTo>
                    <a:pt x="7915" y="6728"/>
                    <a:pt x="7347" y="4669"/>
                    <a:pt x="6886" y="2610"/>
                  </a:cubicBezTo>
                  <a:cubicBezTo>
                    <a:pt x="6551" y="1058"/>
                    <a:pt x="5197" y="1"/>
                    <a:pt x="3676" y="1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36" name="Google Shape;291;p33"/>
            <p:cNvSpPr/>
            <p:nvPr>
              <p:custDataLst>
                <p:tags r:id="rId9"/>
              </p:custDataLst>
            </p:nvPr>
          </p:nvSpPr>
          <p:spPr>
            <a:xfrm>
              <a:off x="1190175" y="3542825"/>
              <a:ext cx="180150" cy="334225"/>
            </a:xfrm>
            <a:custGeom>
              <a:avLst/>
              <a:gdLst/>
              <a:ahLst/>
              <a:cxnLst/>
              <a:rect l="l" t="t" r="r" b="b"/>
              <a:pathLst>
                <a:path w="7206" h="13369" extrusionOk="0">
                  <a:moveTo>
                    <a:pt x="3669" y="1"/>
                  </a:moveTo>
                  <a:cubicBezTo>
                    <a:pt x="2010" y="1"/>
                    <a:pt x="555" y="1285"/>
                    <a:pt x="390" y="2969"/>
                  </a:cubicBezTo>
                  <a:cubicBezTo>
                    <a:pt x="142" y="5276"/>
                    <a:pt x="0" y="7654"/>
                    <a:pt x="0" y="9997"/>
                  </a:cubicBezTo>
                  <a:cubicBezTo>
                    <a:pt x="0" y="11842"/>
                    <a:pt x="1491" y="13333"/>
                    <a:pt x="3336" y="13368"/>
                  </a:cubicBezTo>
                  <a:cubicBezTo>
                    <a:pt x="5146" y="13368"/>
                    <a:pt x="6637" y="11878"/>
                    <a:pt x="6673" y="10032"/>
                  </a:cubicBezTo>
                  <a:cubicBezTo>
                    <a:pt x="6673" y="7902"/>
                    <a:pt x="6779" y="5773"/>
                    <a:pt x="6992" y="3679"/>
                  </a:cubicBezTo>
                  <a:cubicBezTo>
                    <a:pt x="7205" y="1833"/>
                    <a:pt x="5856" y="200"/>
                    <a:pt x="4046" y="23"/>
                  </a:cubicBezTo>
                  <a:cubicBezTo>
                    <a:pt x="3920" y="8"/>
                    <a:pt x="3794" y="1"/>
                    <a:pt x="3669" y="1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37" name="Google Shape;292;p33"/>
            <p:cNvSpPr/>
            <p:nvPr>
              <p:custDataLst>
                <p:tags r:id="rId10"/>
              </p:custDataLst>
            </p:nvPr>
          </p:nvSpPr>
          <p:spPr>
            <a:xfrm>
              <a:off x="1258475" y="3056275"/>
              <a:ext cx="246700" cy="323875"/>
            </a:xfrm>
            <a:custGeom>
              <a:avLst/>
              <a:gdLst/>
              <a:ahLst/>
              <a:cxnLst/>
              <a:rect l="l" t="t" r="r" b="b"/>
              <a:pathLst>
                <a:path w="9868" h="12955" extrusionOk="0">
                  <a:moveTo>
                    <a:pt x="6065" y="1"/>
                  </a:moveTo>
                  <a:cubicBezTo>
                    <a:pt x="4791" y="1"/>
                    <a:pt x="3571" y="757"/>
                    <a:pt x="3018" y="2023"/>
                  </a:cubicBezTo>
                  <a:cubicBezTo>
                    <a:pt x="2095" y="4152"/>
                    <a:pt x="1243" y="6388"/>
                    <a:pt x="533" y="8624"/>
                  </a:cubicBezTo>
                  <a:cubicBezTo>
                    <a:pt x="1" y="10363"/>
                    <a:pt x="959" y="12244"/>
                    <a:pt x="2698" y="12812"/>
                  </a:cubicBezTo>
                  <a:cubicBezTo>
                    <a:pt x="3053" y="12919"/>
                    <a:pt x="3373" y="12954"/>
                    <a:pt x="3728" y="12954"/>
                  </a:cubicBezTo>
                  <a:cubicBezTo>
                    <a:pt x="5112" y="12954"/>
                    <a:pt x="6425" y="12067"/>
                    <a:pt x="6887" y="10647"/>
                  </a:cubicBezTo>
                  <a:cubicBezTo>
                    <a:pt x="7525" y="8624"/>
                    <a:pt x="8271" y="6601"/>
                    <a:pt x="9123" y="4649"/>
                  </a:cubicBezTo>
                  <a:cubicBezTo>
                    <a:pt x="9868" y="2981"/>
                    <a:pt x="9087" y="1029"/>
                    <a:pt x="7383" y="283"/>
                  </a:cubicBezTo>
                  <a:cubicBezTo>
                    <a:pt x="6954" y="92"/>
                    <a:pt x="6506" y="1"/>
                    <a:pt x="6065" y="1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38" name="Google Shape;293;p33"/>
            <p:cNvSpPr/>
            <p:nvPr>
              <p:custDataLst>
                <p:tags r:id="rId11"/>
              </p:custDataLst>
            </p:nvPr>
          </p:nvSpPr>
          <p:spPr>
            <a:xfrm>
              <a:off x="1480325" y="2631000"/>
              <a:ext cx="290175" cy="299275"/>
            </a:xfrm>
            <a:custGeom>
              <a:avLst/>
              <a:gdLst/>
              <a:ahLst/>
              <a:cxnLst/>
              <a:rect l="l" t="t" r="r" b="b"/>
              <a:pathLst>
                <a:path w="11607" h="11971" extrusionOk="0">
                  <a:moveTo>
                    <a:pt x="7906" y="0"/>
                  </a:moveTo>
                  <a:cubicBezTo>
                    <a:pt x="6968" y="0"/>
                    <a:pt x="6038" y="386"/>
                    <a:pt x="5395" y="1145"/>
                  </a:cubicBezTo>
                  <a:cubicBezTo>
                    <a:pt x="3833" y="2920"/>
                    <a:pt x="2378" y="4801"/>
                    <a:pt x="1029" y="6717"/>
                  </a:cubicBezTo>
                  <a:cubicBezTo>
                    <a:pt x="0" y="8208"/>
                    <a:pt x="355" y="10302"/>
                    <a:pt x="1846" y="11367"/>
                  </a:cubicBezTo>
                  <a:cubicBezTo>
                    <a:pt x="2449" y="11757"/>
                    <a:pt x="3088" y="11970"/>
                    <a:pt x="3762" y="11970"/>
                  </a:cubicBezTo>
                  <a:cubicBezTo>
                    <a:pt x="4827" y="11970"/>
                    <a:pt x="5856" y="11474"/>
                    <a:pt x="6495" y="10551"/>
                  </a:cubicBezTo>
                  <a:cubicBezTo>
                    <a:pt x="7702" y="8812"/>
                    <a:pt x="9015" y="7108"/>
                    <a:pt x="10435" y="5511"/>
                  </a:cubicBezTo>
                  <a:cubicBezTo>
                    <a:pt x="11606" y="4091"/>
                    <a:pt x="11464" y="1997"/>
                    <a:pt x="10080" y="790"/>
                  </a:cubicBezTo>
                  <a:cubicBezTo>
                    <a:pt x="9455" y="261"/>
                    <a:pt x="8678" y="0"/>
                    <a:pt x="7906" y="0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39" name="Google Shape;294;p33"/>
            <p:cNvSpPr/>
            <p:nvPr>
              <p:custDataLst>
                <p:tags r:id="rId12"/>
              </p:custDataLst>
            </p:nvPr>
          </p:nvSpPr>
          <p:spPr>
            <a:xfrm>
              <a:off x="1828150" y="2304250"/>
              <a:ext cx="326550" cy="262225"/>
            </a:xfrm>
            <a:custGeom>
              <a:avLst/>
              <a:gdLst/>
              <a:ahLst/>
              <a:cxnLst/>
              <a:rect l="l" t="t" r="r" b="b"/>
              <a:pathLst>
                <a:path w="13062" h="10489" extrusionOk="0">
                  <a:moveTo>
                    <a:pt x="9248" y="1"/>
                  </a:moveTo>
                  <a:cubicBezTo>
                    <a:pt x="8647" y="1"/>
                    <a:pt x="8037" y="166"/>
                    <a:pt x="7489" y="515"/>
                  </a:cubicBezTo>
                  <a:cubicBezTo>
                    <a:pt x="5502" y="1722"/>
                    <a:pt x="3550" y="3106"/>
                    <a:pt x="1704" y="4526"/>
                  </a:cubicBezTo>
                  <a:cubicBezTo>
                    <a:pt x="249" y="5661"/>
                    <a:pt x="0" y="7755"/>
                    <a:pt x="1101" y="9211"/>
                  </a:cubicBezTo>
                  <a:cubicBezTo>
                    <a:pt x="1775" y="10027"/>
                    <a:pt x="2733" y="10488"/>
                    <a:pt x="3727" y="10488"/>
                  </a:cubicBezTo>
                  <a:cubicBezTo>
                    <a:pt x="4437" y="10488"/>
                    <a:pt x="5182" y="10275"/>
                    <a:pt x="5786" y="9778"/>
                  </a:cubicBezTo>
                  <a:cubicBezTo>
                    <a:pt x="7454" y="8501"/>
                    <a:pt x="9228" y="7258"/>
                    <a:pt x="11003" y="6158"/>
                  </a:cubicBezTo>
                  <a:cubicBezTo>
                    <a:pt x="12565" y="5164"/>
                    <a:pt x="13062" y="3141"/>
                    <a:pt x="12068" y="1580"/>
                  </a:cubicBezTo>
                  <a:cubicBezTo>
                    <a:pt x="11446" y="566"/>
                    <a:pt x="10360" y="1"/>
                    <a:pt x="9248" y="1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40" name="Google Shape;295;p33"/>
            <p:cNvSpPr/>
            <p:nvPr>
              <p:custDataLst>
                <p:tags r:id="rId13"/>
              </p:custDataLst>
            </p:nvPr>
          </p:nvSpPr>
          <p:spPr>
            <a:xfrm>
              <a:off x="2175100" y="5131050"/>
              <a:ext cx="346950" cy="213625"/>
            </a:xfrm>
            <a:custGeom>
              <a:avLst/>
              <a:gdLst/>
              <a:ahLst/>
              <a:cxnLst/>
              <a:rect l="l" t="t" r="r" b="b"/>
              <a:pathLst>
                <a:path w="13878" h="8545" extrusionOk="0">
                  <a:moveTo>
                    <a:pt x="3728" y="0"/>
                  </a:moveTo>
                  <a:cubicBezTo>
                    <a:pt x="2368" y="0"/>
                    <a:pt x="1104" y="856"/>
                    <a:pt x="603" y="2191"/>
                  </a:cubicBezTo>
                  <a:cubicBezTo>
                    <a:pt x="0" y="3930"/>
                    <a:pt x="887" y="5847"/>
                    <a:pt x="2626" y="6450"/>
                  </a:cubicBezTo>
                  <a:cubicBezTo>
                    <a:pt x="4863" y="7267"/>
                    <a:pt x="7170" y="7941"/>
                    <a:pt x="9441" y="8474"/>
                  </a:cubicBezTo>
                  <a:cubicBezTo>
                    <a:pt x="9690" y="8509"/>
                    <a:pt x="9973" y="8545"/>
                    <a:pt x="10222" y="8545"/>
                  </a:cubicBezTo>
                  <a:cubicBezTo>
                    <a:pt x="11713" y="8545"/>
                    <a:pt x="13097" y="7515"/>
                    <a:pt x="13452" y="5989"/>
                  </a:cubicBezTo>
                  <a:cubicBezTo>
                    <a:pt x="13878" y="4179"/>
                    <a:pt x="12742" y="2404"/>
                    <a:pt x="10967" y="1978"/>
                  </a:cubicBezTo>
                  <a:cubicBezTo>
                    <a:pt x="8909" y="1517"/>
                    <a:pt x="6850" y="914"/>
                    <a:pt x="4863" y="204"/>
                  </a:cubicBezTo>
                  <a:cubicBezTo>
                    <a:pt x="4486" y="66"/>
                    <a:pt x="4104" y="0"/>
                    <a:pt x="3728" y="0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41" name="Google Shape;296;p33"/>
            <p:cNvSpPr/>
            <p:nvPr>
              <p:custDataLst>
                <p:tags r:id="rId14"/>
              </p:custDataLst>
            </p:nvPr>
          </p:nvSpPr>
          <p:spPr>
            <a:xfrm>
              <a:off x="1737650" y="4885075"/>
              <a:ext cx="324775" cy="264400"/>
            </a:xfrm>
            <a:custGeom>
              <a:avLst/>
              <a:gdLst/>
              <a:ahLst/>
              <a:cxnLst/>
              <a:rect l="l" t="t" r="r" b="b"/>
              <a:pathLst>
                <a:path w="12991" h="10576" extrusionOk="0">
                  <a:moveTo>
                    <a:pt x="3750" y="0"/>
                  </a:moveTo>
                  <a:cubicBezTo>
                    <a:pt x="2776" y="0"/>
                    <a:pt x="1805" y="429"/>
                    <a:pt x="1136" y="1241"/>
                  </a:cubicBezTo>
                  <a:cubicBezTo>
                    <a:pt x="0" y="2660"/>
                    <a:pt x="213" y="4754"/>
                    <a:pt x="1633" y="5926"/>
                  </a:cubicBezTo>
                  <a:cubicBezTo>
                    <a:pt x="3478" y="7416"/>
                    <a:pt x="5395" y="8800"/>
                    <a:pt x="7383" y="10078"/>
                  </a:cubicBezTo>
                  <a:cubicBezTo>
                    <a:pt x="7950" y="10433"/>
                    <a:pt x="8589" y="10575"/>
                    <a:pt x="9193" y="10575"/>
                  </a:cubicBezTo>
                  <a:cubicBezTo>
                    <a:pt x="10293" y="10575"/>
                    <a:pt x="11358" y="10043"/>
                    <a:pt x="11997" y="9049"/>
                  </a:cubicBezTo>
                  <a:cubicBezTo>
                    <a:pt x="12990" y="7487"/>
                    <a:pt x="12529" y="5429"/>
                    <a:pt x="10967" y="4470"/>
                  </a:cubicBezTo>
                  <a:cubicBezTo>
                    <a:pt x="9193" y="3335"/>
                    <a:pt x="7454" y="2057"/>
                    <a:pt x="5821" y="744"/>
                  </a:cubicBezTo>
                  <a:cubicBezTo>
                    <a:pt x="5212" y="242"/>
                    <a:pt x="4480" y="0"/>
                    <a:pt x="3750" y="0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42" name="Google Shape;297;p33"/>
            <p:cNvSpPr/>
            <p:nvPr>
              <p:custDataLst>
                <p:tags r:id="rId15"/>
              </p:custDataLst>
            </p:nvPr>
          </p:nvSpPr>
          <p:spPr>
            <a:xfrm>
              <a:off x="1403125" y="4508975"/>
              <a:ext cx="285725" cy="304200"/>
            </a:xfrm>
            <a:custGeom>
              <a:avLst/>
              <a:gdLst/>
              <a:ahLst/>
              <a:cxnLst/>
              <a:rect l="l" t="t" r="r" b="b"/>
              <a:pathLst>
                <a:path w="11429" h="12168" extrusionOk="0">
                  <a:moveTo>
                    <a:pt x="3797" y="0"/>
                  </a:moveTo>
                  <a:cubicBezTo>
                    <a:pt x="3202" y="0"/>
                    <a:pt x="2601" y="158"/>
                    <a:pt x="2059" y="490"/>
                  </a:cubicBezTo>
                  <a:cubicBezTo>
                    <a:pt x="497" y="1484"/>
                    <a:pt x="0" y="3543"/>
                    <a:pt x="994" y="5069"/>
                  </a:cubicBezTo>
                  <a:cubicBezTo>
                    <a:pt x="2236" y="7092"/>
                    <a:pt x="3585" y="9044"/>
                    <a:pt x="5076" y="10890"/>
                  </a:cubicBezTo>
                  <a:cubicBezTo>
                    <a:pt x="5715" y="11706"/>
                    <a:pt x="6708" y="12167"/>
                    <a:pt x="7667" y="12167"/>
                  </a:cubicBezTo>
                  <a:cubicBezTo>
                    <a:pt x="8412" y="12167"/>
                    <a:pt x="9122" y="11919"/>
                    <a:pt x="9725" y="11457"/>
                  </a:cubicBezTo>
                  <a:cubicBezTo>
                    <a:pt x="11181" y="10286"/>
                    <a:pt x="11429" y="8228"/>
                    <a:pt x="10293" y="6772"/>
                  </a:cubicBezTo>
                  <a:cubicBezTo>
                    <a:pt x="8980" y="5104"/>
                    <a:pt x="7738" y="3365"/>
                    <a:pt x="6637" y="1555"/>
                  </a:cubicBezTo>
                  <a:cubicBezTo>
                    <a:pt x="6012" y="558"/>
                    <a:pt x="4916" y="0"/>
                    <a:pt x="3797" y="0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19" name="Google Shape;298;p33"/>
            <p:cNvSpPr/>
            <p:nvPr>
              <p:custDataLst>
                <p:tags r:id="rId16"/>
              </p:custDataLst>
            </p:nvPr>
          </p:nvSpPr>
          <p:spPr>
            <a:xfrm>
              <a:off x="2688850" y="5205650"/>
              <a:ext cx="330100" cy="175400"/>
            </a:xfrm>
            <a:custGeom>
              <a:avLst/>
              <a:gdLst/>
              <a:ahLst/>
              <a:cxnLst/>
              <a:rect l="l" t="t" r="r" b="b"/>
              <a:pathLst>
                <a:path w="13204" h="7016" extrusionOk="0">
                  <a:moveTo>
                    <a:pt x="9694" y="1"/>
                  </a:moveTo>
                  <a:cubicBezTo>
                    <a:pt x="9563" y="1"/>
                    <a:pt x="9432" y="8"/>
                    <a:pt x="9299" y="24"/>
                  </a:cubicBezTo>
                  <a:cubicBezTo>
                    <a:pt x="7312" y="237"/>
                    <a:pt x="5324" y="379"/>
                    <a:pt x="3337" y="379"/>
                  </a:cubicBezTo>
                  <a:cubicBezTo>
                    <a:pt x="1491" y="379"/>
                    <a:pt x="0" y="1869"/>
                    <a:pt x="0" y="3679"/>
                  </a:cubicBezTo>
                  <a:cubicBezTo>
                    <a:pt x="0" y="5525"/>
                    <a:pt x="1491" y="7016"/>
                    <a:pt x="3337" y="7016"/>
                  </a:cubicBezTo>
                  <a:cubicBezTo>
                    <a:pt x="5573" y="7016"/>
                    <a:pt x="7844" y="6874"/>
                    <a:pt x="10080" y="6625"/>
                  </a:cubicBezTo>
                  <a:cubicBezTo>
                    <a:pt x="11890" y="6412"/>
                    <a:pt x="13204" y="4744"/>
                    <a:pt x="12991" y="2934"/>
                  </a:cubicBezTo>
                  <a:cubicBezTo>
                    <a:pt x="12793" y="1223"/>
                    <a:pt x="11346" y="1"/>
                    <a:pt x="9694" y="1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20" name="Google Shape;299;p33"/>
            <p:cNvSpPr/>
            <p:nvPr>
              <p:custDataLst>
                <p:tags r:id="rId17"/>
              </p:custDataLst>
            </p:nvPr>
          </p:nvSpPr>
          <p:spPr>
            <a:xfrm>
              <a:off x="3161800" y="5053125"/>
              <a:ext cx="340750" cy="237425"/>
            </a:xfrm>
            <a:custGeom>
              <a:avLst/>
              <a:gdLst/>
              <a:ahLst/>
              <a:cxnLst/>
              <a:rect l="l" t="t" r="r" b="b"/>
              <a:pathLst>
                <a:path w="13630" h="9497" extrusionOk="0">
                  <a:moveTo>
                    <a:pt x="9840" y="0"/>
                  </a:moveTo>
                  <a:cubicBezTo>
                    <a:pt x="9298" y="0"/>
                    <a:pt x="8747" y="132"/>
                    <a:pt x="8234" y="410"/>
                  </a:cubicBezTo>
                  <a:cubicBezTo>
                    <a:pt x="6424" y="1404"/>
                    <a:pt x="4508" y="2291"/>
                    <a:pt x="2555" y="3072"/>
                  </a:cubicBezTo>
                  <a:cubicBezTo>
                    <a:pt x="852" y="3747"/>
                    <a:pt x="0" y="5663"/>
                    <a:pt x="674" y="7367"/>
                  </a:cubicBezTo>
                  <a:cubicBezTo>
                    <a:pt x="1171" y="8680"/>
                    <a:pt x="2414" y="9497"/>
                    <a:pt x="3762" y="9497"/>
                  </a:cubicBezTo>
                  <a:cubicBezTo>
                    <a:pt x="4153" y="9497"/>
                    <a:pt x="4579" y="9426"/>
                    <a:pt x="4969" y="9248"/>
                  </a:cubicBezTo>
                  <a:cubicBezTo>
                    <a:pt x="7170" y="8396"/>
                    <a:pt x="9335" y="7402"/>
                    <a:pt x="11429" y="6267"/>
                  </a:cubicBezTo>
                  <a:cubicBezTo>
                    <a:pt x="13026" y="5379"/>
                    <a:pt x="13629" y="3356"/>
                    <a:pt x="12742" y="1724"/>
                  </a:cubicBezTo>
                  <a:cubicBezTo>
                    <a:pt x="12158" y="628"/>
                    <a:pt x="11022" y="0"/>
                    <a:pt x="9840" y="0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45" name="Google Shape;300;p33"/>
            <p:cNvSpPr/>
            <p:nvPr>
              <p:custDataLst>
                <p:tags r:id="rId18"/>
              </p:custDataLst>
            </p:nvPr>
          </p:nvSpPr>
          <p:spPr>
            <a:xfrm>
              <a:off x="3588600" y="4737050"/>
              <a:ext cx="300825" cy="289075"/>
            </a:xfrm>
            <a:custGeom>
              <a:avLst/>
              <a:gdLst/>
              <a:ahLst/>
              <a:cxnLst/>
              <a:rect l="l" t="t" r="r" b="b"/>
              <a:pathLst>
                <a:path w="12033" h="11563" extrusionOk="0">
                  <a:moveTo>
                    <a:pt x="8295" y="1"/>
                  </a:moveTo>
                  <a:cubicBezTo>
                    <a:pt x="7345" y="1"/>
                    <a:pt x="6404" y="406"/>
                    <a:pt x="5750" y="1199"/>
                  </a:cubicBezTo>
                  <a:cubicBezTo>
                    <a:pt x="4401" y="2831"/>
                    <a:pt x="2946" y="4358"/>
                    <a:pt x="1420" y="5777"/>
                  </a:cubicBezTo>
                  <a:cubicBezTo>
                    <a:pt x="71" y="7055"/>
                    <a:pt x="0" y="9149"/>
                    <a:pt x="1278" y="10498"/>
                  </a:cubicBezTo>
                  <a:cubicBezTo>
                    <a:pt x="1917" y="11208"/>
                    <a:pt x="2804" y="11563"/>
                    <a:pt x="3691" y="11563"/>
                  </a:cubicBezTo>
                  <a:cubicBezTo>
                    <a:pt x="4508" y="11563"/>
                    <a:pt x="5324" y="11243"/>
                    <a:pt x="5963" y="10640"/>
                  </a:cubicBezTo>
                  <a:cubicBezTo>
                    <a:pt x="7702" y="9043"/>
                    <a:pt x="9335" y="7268"/>
                    <a:pt x="10861" y="5458"/>
                  </a:cubicBezTo>
                  <a:cubicBezTo>
                    <a:pt x="12032" y="4038"/>
                    <a:pt x="11855" y="1944"/>
                    <a:pt x="10435" y="773"/>
                  </a:cubicBezTo>
                  <a:cubicBezTo>
                    <a:pt x="9808" y="255"/>
                    <a:pt x="9048" y="1"/>
                    <a:pt x="8295" y="1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21" name="Google Shape;301;p33"/>
            <p:cNvSpPr/>
            <p:nvPr>
              <p:custDataLst>
                <p:tags r:id="rId19"/>
              </p:custDataLst>
            </p:nvPr>
          </p:nvSpPr>
          <p:spPr>
            <a:xfrm>
              <a:off x="3882300" y="4297950"/>
              <a:ext cx="250250" cy="322675"/>
            </a:xfrm>
            <a:custGeom>
              <a:avLst/>
              <a:gdLst/>
              <a:ahLst/>
              <a:cxnLst/>
              <a:rect l="l" t="t" r="r" b="b"/>
              <a:pathLst>
                <a:path w="10010" h="12907" extrusionOk="0">
                  <a:moveTo>
                    <a:pt x="6287" y="1"/>
                  </a:moveTo>
                  <a:cubicBezTo>
                    <a:pt x="4888" y="1"/>
                    <a:pt x="3580" y="895"/>
                    <a:pt x="3124" y="2294"/>
                  </a:cubicBezTo>
                  <a:cubicBezTo>
                    <a:pt x="2449" y="4282"/>
                    <a:pt x="1668" y="6269"/>
                    <a:pt x="781" y="8150"/>
                  </a:cubicBezTo>
                  <a:cubicBezTo>
                    <a:pt x="0" y="9818"/>
                    <a:pt x="710" y="11806"/>
                    <a:pt x="2378" y="12587"/>
                  </a:cubicBezTo>
                  <a:cubicBezTo>
                    <a:pt x="2840" y="12800"/>
                    <a:pt x="3301" y="12906"/>
                    <a:pt x="3798" y="12906"/>
                  </a:cubicBezTo>
                  <a:cubicBezTo>
                    <a:pt x="5040" y="12906"/>
                    <a:pt x="6247" y="12197"/>
                    <a:pt x="6815" y="11025"/>
                  </a:cubicBezTo>
                  <a:cubicBezTo>
                    <a:pt x="7809" y="8860"/>
                    <a:pt x="8696" y="6624"/>
                    <a:pt x="9441" y="4353"/>
                  </a:cubicBezTo>
                  <a:cubicBezTo>
                    <a:pt x="10009" y="2613"/>
                    <a:pt x="9051" y="732"/>
                    <a:pt x="7312" y="164"/>
                  </a:cubicBezTo>
                  <a:cubicBezTo>
                    <a:pt x="6972" y="53"/>
                    <a:pt x="6627" y="1"/>
                    <a:pt x="6287" y="1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47" name="Google Shape;302;p33"/>
            <p:cNvSpPr/>
            <p:nvPr>
              <p:custDataLst>
                <p:tags r:id="rId20"/>
              </p:custDataLst>
            </p:nvPr>
          </p:nvSpPr>
          <p:spPr>
            <a:xfrm>
              <a:off x="2267375" y="2105950"/>
              <a:ext cx="346075" cy="217400"/>
            </a:xfrm>
            <a:custGeom>
              <a:avLst/>
              <a:gdLst/>
              <a:ahLst/>
              <a:cxnLst/>
              <a:rect l="l" t="t" r="r" b="b"/>
              <a:pathLst>
                <a:path w="13843" h="8696" extrusionOk="0">
                  <a:moveTo>
                    <a:pt x="10155" y="1"/>
                  </a:moveTo>
                  <a:cubicBezTo>
                    <a:pt x="9884" y="1"/>
                    <a:pt x="9609" y="35"/>
                    <a:pt x="9335" y="106"/>
                  </a:cubicBezTo>
                  <a:cubicBezTo>
                    <a:pt x="7063" y="709"/>
                    <a:pt x="4792" y="1419"/>
                    <a:pt x="2591" y="2236"/>
                  </a:cubicBezTo>
                  <a:cubicBezTo>
                    <a:pt x="852" y="2874"/>
                    <a:pt x="0" y="4791"/>
                    <a:pt x="639" y="6495"/>
                  </a:cubicBezTo>
                  <a:cubicBezTo>
                    <a:pt x="1136" y="7843"/>
                    <a:pt x="2378" y="8695"/>
                    <a:pt x="3763" y="8695"/>
                  </a:cubicBezTo>
                  <a:cubicBezTo>
                    <a:pt x="4117" y="8695"/>
                    <a:pt x="4508" y="8624"/>
                    <a:pt x="4898" y="8482"/>
                  </a:cubicBezTo>
                  <a:cubicBezTo>
                    <a:pt x="6886" y="7737"/>
                    <a:pt x="8944" y="7098"/>
                    <a:pt x="11003" y="6566"/>
                  </a:cubicBezTo>
                  <a:cubicBezTo>
                    <a:pt x="12778" y="6104"/>
                    <a:pt x="13842" y="4294"/>
                    <a:pt x="13381" y="2520"/>
                  </a:cubicBezTo>
                  <a:cubicBezTo>
                    <a:pt x="12991" y="1019"/>
                    <a:pt x="11637" y="1"/>
                    <a:pt x="10155" y="1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</p:grpSp>
      <p:grpSp>
        <p:nvGrpSpPr>
          <p:cNvPr id="24" name="Google Shape;262;p33"/>
          <p:cNvGrpSpPr/>
          <p:nvPr>
            <p:custDataLst>
              <p:tags r:id="rId21"/>
            </p:custDataLst>
          </p:nvPr>
        </p:nvGrpSpPr>
        <p:grpSpPr>
          <a:xfrm>
            <a:off x="2356670" y="5203767"/>
            <a:ext cx="800758" cy="795650"/>
            <a:chOff x="1190625" y="243100"/>
            <a:chExt cx="5252625" cy="5219100"/>
          </a:xfrm>
        </p:grpSpPr>
        <p:sp>
          <p:nvSpPr>
            <p:cNvPr id="25" name="Google Shape;263;p33"/>
            <p:cNvSpPr/>
            <p:nvPr>
              <p:custDataLst>
                <p:tags r:id="rId22"/>
              </p:custDataLst>
            </p:nvPr>
          </p:nvSpPr>
          <p:spPr>
            <a:xfrm>
              <a:off x="1190625" y="243100"/>
              <a:ext cx="358025" cy="407675"/>
            </a:xfrm>
            <a:custGeom>
              <a:avLst/>
              <a:gdLst/>
              <a:ahLst/>
              <a:cxnLst/>
              <a:rect l="l" t="t" r="r" b="b"/>
              <a:pathLst>
                <a:path w="14321" h="16307" extrusionOk="0">
                  <a:moveTo>
                    <a:pt x="4090" y="0"/>
                  </a:moveTo>
                  <a:cubicBezTo>
                    <a:pt x="3559" y="0"/>
                    <a:pt x="3023" y="105"/>
                    <a:pt x="2512" y="323"/>
                  </a:cubicBezTo>
                  <a:cubicBezTo>
                    <a:pt x="979" y="943"/>
                    <a:pt x="0" y="2443"/>
                    <a:pt x="0" y="4074"/>
                  </a:cubicBezTo>
                  <a:lnTo>
                    <a:pt x="0" y="12229"/>
                  </a:lnTo>
                  <a:cubicBezTo>
                    <a:pt x="0" y="14480"/>
                    <a:pt x="1827" y="16307"/>
                    <a:pt x="4077" y="16307"/>
                  </a:cubicBezTo>
                  <a:cubicBezTo>
                    <a:pt x="5904" y="16307"/>
                    <a:pt x="7437" y="15132"/>
                    <a:pt x="7959" y="13469"/>
                  </a:cubicBezTo>
                  <a:cubicBezTo>
                    <a:pt x="8545" y="13768"/>
                    <a:pt x="9194" y="13920"/>
                    <a:pt x="9842" y="13920"/>
                  </a:cubicBezTo>
                  <a:cubicBezTo>
                    <a:pt x="10889" y="13920"/>
                    <a:pt x="11936" y="13524"/>
                    <a:pt x="12722" y="12718"/>
                  </a:cubicBezTo>
                  <a:cubicBezTo>
                    <a:pt x="14320" y="11153"/>
                    <a:pt x="14320" y="8543"/>
                    <a:pt x="12722" y="6977"/>
                  </a:cubicBezTo>
                  <a:lnTo>
                    <a:pt x="6948" y="1204"/>
                  </a:lnTo>
                  <a:cubicBezTo>
                    <a:pt x="6187" y="421"/>
                    <a:pt x="5150" y="0"/>
                    <a:pt x="4090" y="0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26" name="Google Shape;264;p33"/>
            <p:cNvSpPr/>
            <p:nvPr>
              <p:custDataLst>
                <p:tags r:id="rId23"/>
              </p:custDataLst>
            </p:nvPr>
          </p:nvSpPr>
          <p:spPr>
            <a:xfrm>
              <a:off x="1190625" y="866050"/>
              <a:ext cx="203875" cy="203900"/>
            </a:xfrm>
            <a:custGeom>
              <a:avLst/>
              <a:gdLst/>
              <a:ahLst/>
              <a:cxnLst/>
              <a:rect l="l" t="t" r="r" b="b"/>
              <a:pathLst>
                <a:path w="8155" h="8156" extrusionOk="0">
                  <a:moveTo>
                    <a:pt x="4077" y="0"/>
                  </a:moveTo>
                  <a:cubicBezTo>
                    <a:pt x="1827" y="0"/>
                    <a:pt x="0" y="1827"/>
                    <a:pt x="0" y="4078"/>
                  </a:cubicBezTo>
                  <a:cubicBezTo>
                    <a:pt x="0" y="6329"/>
                    <a:pt x="1827" y="8155"/>
                    <a:pt x="4077" y="8155"/>
                  </a:cubicBezTo>
                  <a:cubicBezTo>
                    <a:pt x="6328" y="8155"/>
                    <a:pt x="8155" y="6329"/>
                    <a:pt x="8155" y="4078"/>
                  </a:cubicBezTo>
                  <a:cubicBezTo>
                    <a:pt x="8155" y="1827"/>
                    <a:pt x="6328" y="0"/>
                    <a:pt x="4077" y="0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27" name="Google Shape;265;p33"/>
            <p:cNvSpPr/>
            <p:nvPr>
              <p:custDataLst>
                <p:tags r:id="rId24"/>
              </p:custDataLst>
            </p:nvPr>
          </p:nvSpPr>
          <p:spPr>
            <a:xfrm>
              <a:off x="1190625" y="2122725"/>
              <a:ext cx="203875" cy="203900"/>
            </a:xfrm>
            <a:custGeom>
              <a:avLst/>
              <a:gdLst/>
              <a:ahLst/>
              <a:cxnLst/>
              <a:rect l="l" t="t" r="r" b="b"/>
              <a:pathLst>
                <a:path w="8155" h="8156" extrusionOk="0">
                  <a:moveTo>
                    <a:pt x="4077" y="1"/>
                  </a:moveTo>
                  <a:cubicBezTo>
                    <a:pt x="1827" y="1"/>
                    <a:pt x="0" y="1827"/>
                    <a:pt x="0" y="4078"/>
                  </a:cubicBezTo>
                  <a:cubicBezTo>
                    <a:pt x="0" y="6329"/>
                    <a:pt x="1827" y="8155"/>
                    <a:pt x="4077" y="8155"/>
                  </a:cubicBezTo>
                  <a:cubicBezTo>
                    <a:pt x="6328" y="8155"/>
                    <a:pt x="8155" y="6329"/>
                    <a:pt x="8155" y="4078"/>
                  </a:cubicBezTo>
                  <a:cubicBezTo>
                    <a:pt x="8155" y="1827"/>
                    <a:pt x="6328" y="1"/>
                    <a:pt x="4077" y="1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28" name="Google Shape;266;p33"/>
            <p:cNvSpPr/>
            <p:nvPr>
              <p:custDataLst>
                <p:tags r:id="rId25"/>
              </p:custDataLst>
            </p:nvPr>
          </p:nvSpPr>
          <p:spPr>
            <a:xfrm>
              <a:off x="1190625" y="1284400"/>
              <a:ext cx="203875" cy="623050"/>
            </a:xfrm>
            <a:custGeom>
              <a:avLst/>
              <a:gdLst/>
              <a:ahLst/>
              <a:cxnLst/>
              <a:rect l="l" t="t" r="r" b="b"/>
              <a:pathLst>
                <a:path w="8155" h="24922" extrusionOk="0">
                  <a:moveTo>
                    <a:pt x="4077" y="0"/>
                  </a:moveTo>
                  <a:cubicBezTo>
                    <a:pt x="1827" y="0"/>
                    <a:pt x="0" y="1860"/>
                    <a:pt x="0" y="4078"/>
                  </a:cubicBezTo>
                  <a:lnTo>
                    <a:pt x="0" y="20844"/>
                  </a:lnTo>
                  <a:cubicBezTo>
                    <a:pt x="0" y="23095"/>
                    <a:pt x="1827" y="24922"/>
                    <a:pt x="4077" y="24922"/>
                  </a:cubicBezTo>
                  <a:cubicBezTo>
                    <a:pt x="6328" y="24922"/>
                    <a:pt x="8155" y="23095"/>
                    <a:pt x="8155" y="20844"/>
                  </a:cubicBezTo>
                  <a:lnTo>
                    <a:pt x="8155" y="4078"/>
                  </a:lnTo>
                  <a:cubicBezTo>
                    <a:pt x="8155" y="1860"/>
                    <a:pt x="6328" y="0"/>
                    <a:pt x="4077" y="0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29" name="Google Shape;267;p33"/>
            <p:cNvSpPr/>
            <p:nvPr>
              <p:custDataLst>
                <p:tags r:id="rId26"/>
              </p:custDataLst>
            </p:nvPr>
          </p:nvSpPr>
          <p:spPr>
            <a:xfrm>
              <a:off x="1190625" y="3379400"/>
              <a:ext cx="203875" cy="203900"/>
            </a:xfrm>
            <a:custGeom>
              <a:avLst/>
              <a:gdLst/>
              <a:ahLst/>
              <a:cxnLst/>
              <a:rect l="l" t="t" r="r" b="b"/>
              <a:pathLst>
                <a:path w="8155" h="8156" extrusionOk="0">
                  <a:moveTo>
                    <a:pt x="4077" y="1"/>
                  </a:moveTo>
                  <a:cubicBezTo>
                    <a:pt x="1827" y="1"/>
                    <a:pt x="0" y="1827"/>
                    <a:pt x="0" y="4078"/>
                  </a:cubicBezTo>
                  <a:cubicBezTo>
                    <a:pt x="0" y="6329"/>
                    <a:pt x="1827" y="8156"/>
                    <a:pt x="4077" y="8156"/>
                  </a:cubicBezTo>
                  <a:cubicBezTo>
                    <a:pt x="6328" y="8156"/>
                    <a:pt x="8155" y="6329"/>
                    <a:pt x="8155" y="4078"/>
                  </a:cubicBezTo>
                  <a:cubicBezTo>
                    <a:pt x="8155" y="1827"/>
                    <a:pt x="6328" y="1"/>
                    <a:pt x="4077" y="1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30" name="Google Shape;268;p33"/>
            <p:cNvSpPr/>
            <p:nvPr>
              <p:custDataLst>
                <p:tags r:id="rId27"/>
              </p:custDataLst>
            </p:nvPr>
          </p:nvSpPr>
          <p:spPr>
            <a:xfrm>
              <a:off x="1190625" y="4636075"/>
              <a:ext cx="203875" cy="203900"/>
            </a:xfrm>
            <a:custGeom>
              <a:avLst/>
              <a:gdLst/>
              <a:ahLst/>
              <a:cxnLst/>
              <a:rect l="l" t="t" r="r" b="b"/>
              <a:pathLst>
                <a:path w="8155" h="8156" extrusionOk="0">
                  <a:moveTo>
                    <a:pt x="4077" y="1"/>
                  </a:moveTo>
                  <a:cubicBezTo>
                    <a:pt x="1827" y="1"/>
                    <a:pt x="0" y="1828"/>
                    <a:pt x="0" y="4078"/>
                  </a:cubicBezTo>
                  <a:cubicBezTo>
                    <a:pt x="0" y="6297"/>
                    <a:pt x="1827" y="8156"/>
                    <a:pt x="4077" y="8156"/>
                  </a:cubicBezTo>
                  <a:cubicBezTo>
                    <a:pt x="6328" y="8156"/>
                    <a:pt x="8155" y="6297"/>
                    <a:pt x="8155" y="4078"/>
                  </a:cubicBezTo>
                  <a:cubicBezTo>
                    <a:pt x="8155" y="1828"/>
                    <a:pt x="6328" y="1"/>
                    <a:pt x="4077" y="1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31" name="Google Shape;269;p33"/>
            <p:cNvSpPr/>
            <p:nvPr>
              <p:custDataLst>
                <p:tags r:id="rId28"/>
              </p:custDataLst>
            </p:nvPr>
          </p:nvSpPr>
          <p:spPr>
            <a:xfrm>
              <a:off x="1190625" y="2541075"/>
              <a:ext cx="203875" cy="623075"/>
            </a:xfrm>
            <a:custGeom>
              <a:avLst/>
              <a:gdLst/>
              <a:ahLst/>
              <a:cxnLst/>
              <a:rect l="l" t="t" r="r" b="b"/>
              <a:pathLst>
                <a:path w="8155" h="24923" extrusionOk="0">
                  <a:moveTo>
                    <a:pt x="4077" y="0"/>
                  </a:moveTo>
                  <a:cubicBezTo>
                    <a:pt x="1827" y="0"/>
                    <a:pt x="0" y="1827"/>
                    <a:pt x="0" y="4078"/>
                  </a:cubicBezTo>
                  <a:lnTo>
                    <a:pt x="0" y="20845"/>
                  </a:lnTo>
                  <a:cubicBezTo>
                    <a:pt x="0" y="23095"/>
                    <a:pt x="1827" y="24922"/>
                    <a:pt x="4077" y="24922"/>
                  </a:cubicBezTo>
                  <a:cubicBezTo>
                    <a:pt x="6328" y="24922"/>
                    <a:pt x="8155" y="23095"/>
                    <a:pt x="8155" y="20845"/>
                  </a:cubicBezTo>
                  <a:lnTo>
                    <a:pt x="8155" y="4078"/>
                  </a:lnTo>
                  <a:cubicBezTo>
                    <a:pt x="8155" y="1827"/>
                    <a:pt x="6328" y="0"/>
                    <a:pt x="4077" y="0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32" name="Google Shape;270;p33"/>
            <p:cNvSpPr/>
            <p:nvPr>
              <p:custDataLst>
                <p:tags r:id="rId29"/>
              </p:custDataLst>
            </p:nvPr>
          </p:nvSpPr>
          <p:spPr>
            <a:xfrm>
              <a:off x="1190625" y="3797750"/>
              <a:ext cx="203875" cy="623075"/>
            </a:xfrm>
            <a:custGeom>
              <a:avLst/>
              <a:gdLst/>
              <a:ahLst/>
              <a:cxnLst/>
              <a:rect l="l" t="t" r="r" b="b"/>
              <a:pathLst>
                <a:path w="8155" h="24923" extrusionOk="0">
                  <a:moveTo>
                    <a:pt x="4077" y="1"/>
                  </a:moveTo>
                  <a:cubicBezTo>
                    <a:pt x="1827" y="1"/>
                    <a:pt x="0" y="1827"/>
                    <a:pt x="0" y="4078"/>
                  </a:cubicBezTo>
                  <a:lnTo>
                    <a:pt x="0" y="20845"/>
                  </a:lnTo>
                  <a:cubicBezTo>
                    <a:pt x="0" y="23096"/>
                    <a:pt x="1827" y="24922"/>
                    <a:pt x="4077" y="24922"/>
                  </a:cubicBezTo>
                  <a:cubicBezTo>
                    <a:pt x="6328" y="24922"/>
                    <a:pt x="8155" y="23096"/>
                    <a:pt x="8155" y="20845"/>
                  </a:cubicBezTo>
                  <a:lnTo>
                    <a:pt x="8155" y="4078"/>
                  </a:lnTo>
                  <a:cubicBezTo>
                    <a:pt x="8155" y="1827"/>
                    <a:pt x="6328" y="1"/>
                    <a:pt x="4077" y="1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57" name="Google Shape;271;p33"/>
            <p:cNvSpPr/>
            <p:nvPr>
              <p:custDataLst>
                <p:tags r:id="rId30"/>
              </p:custDataLst>
            </p:nvPr>
          </p:nvSpPr>
          <p:spPr>
            <a:xfrm>
              <a:off x="3266875" y="2329250"/>
              <a:ext cx="224275" cy="203700"/>
            </a:xfrm>
            <a:custGeom>
              <a:avLst/>
              <a:gdLst/>
              <a:ahLst/>
              <a:cxnLst/>
              <a:rect l="l" t="t" r="r" b="b"/>
              <a:pathLst>
                <a:path w="8971" h="8148" extrusionOk="0">
                  <a:moveTo>
                    <a:pt x="4485" y="0"/>
                  </a:moveTo>
                  <a:cubicBezTo>
                    <a:pt x="3442" y="0"/>
                    <a:pt x="2398" y="400"/>
                    <a:pt x="1599" y="1199"/>
                  </a:cubicBezTo>
                  <a:cubicBezTo>
                    <a:pt x="0" y="2798"/>
                    <a:pt x="0" y="5375"/>
                    <a:pt x="1599" y="6973"/>
                  </a:cubicBezTo>
                  <a:cubicBezTo>
                    <a:pt x="2381" y="7756"/>
                    <a:pt x="3425" y="8147"/>
                    <a:pt x="4469" y="8147"/>
                  </a:cubicBezTo>
                  <a:cubicBezTo>
                    <a:pt x="5513" y="8147"/>
                    <a:pt x="6557" y="7756"/>
                    <a:pt x="7372" y="6973"/>
                  </a:cubicBezTo>
                  <a:cubicBezTo>
                    <a:pt x="8971" y="5375"/>
                    <a:pt x="8971" y="2798"/>
                    <a:pt x="7372" y="1199"/>
                  </a:cubicBezTo>
                  <a:cubicBezTo>
                    <a:pt x="6573" y="400"/>
                    <a:pt x="5529" y="0"/>
                    <a:pt x="4485" y="0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58" name="Google Shape;272;p33"/>
            <p:cNvSpPr/>
            <p:nvPr>
              <p:custDataLst>
                <p:tags r:id="rId31"/>
              </p:custDataLst>
            </p:nvPr>
          </p:nvSpPr>
          <p:spPr>
            <a:xfrm>
              <a:off x="2435050" y="1497250"/>
              <a:ext cx="223475" cy="203075"/>
            </a:xfrm>
            <a:custGeom>
              <a:avLst/>
              <a:gdLst/>
              <a:ahLst/>
              <a:cxnLst/>
              <a:rect l="l" t="t" r="r" b="b"/>
              <a:pathLst>
                <a:path w="8939" h="8123" extrusionOk="0">
                  <a:moveTo>
                    <a:pt x="4466" y="0"/>
                  </a:moveTo>
                  <a:cubicBezTo>
                    <a:pt x="3418" y="0"/>
                    <a:pt x="2366" y="392"/>
                    <a:pt x="1567" y="1174"/>
                  </a:cubicBezTo>
                  <a:cubicBezTo>
                    <a:pt x="1" y="2773"/>
                    <a:pt x="1" y="5350"/>
                    <a:pt x="1567" y="6948"/>
                  </a:cubicBezTo>
                  <a:cubicBezTo>
                    <a:pt x="2350" y="7731"/>
                    <a:pt x="3426" y="8122"/>
                    <a:pt x="4470" y="8122"/>
                  </a:cubicBezTo>
                  <a:cubicBezTo>
                    <a:pt x="5514" y="8122"/>
                    <a:pt x="6558" y="7731"/>
                    <a:pt x="7340" y="6948"/>
                  </a:cubicBezTo>
                  <a:cubicBezTo>
                    <a:pt x="8939" y="5350"/>
                    <a:pt x="8939" y="2773"/>
                    <a:pt x="7340" y="1174"/>
                  </a:cubicBezTo>
                  <a:cubicBezTo>
                    <a:pt x="6558" y="392"/>
                    <a:pt x="5514" y="0"/>
                    <a:pt x="4466" y="0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59" name="Google Shape;273;p33"/>
            <p:cNvSpPr/>
            <p:nvPr>
              <p:custDataLst>
                <p:tags r:id="rId32"/>
              </p:custDataLst>
            </p:nvPr>
          </p:nvSpPr>
          <p:spPr>
            <a:xfrm>
              <a:off x="2722125" y="1774500"/>
              <a:ext cx="490950" cy="481175"/>
            </a:xfrm>
            <a:custGeom>
              <a:avLst/>
              <a:gdLst/>
              <a:ahLst/>
              <a:cxnLst/>
              <a:rect l="l" t="t" r="r" b="b"/>
              <a:pathLst>
                <a:path w="19638" h="19247" extrusionOk="0">
                  <a:moveTo>
                    <a:pt x="4078" y="1"/>
                  </a:moveTo>
                  <a:cubicBezTo>
                    <a:pt x="3001" y="1"/>
                    <a:pt x="1957" y="425"/>
                    <a:pt x="1207" y="1175"/>
                  </a:cubicBezTo>
                  <a:cubicBezTo>
                    <a:pt x="424" y="1958"/>
                    <a:pt x="0" y="2969"/>
                    <a:pt x="0" y="4078"/>
                  </a:cubicBezTo>
                  <a:cubicBezTo>
                    <a:pt x="0" y="5155"/>
                    <a:pt x="424" y="6199"/>
                    <a:pt x="1207" y="6949"/>
                  </a:cubicBezTo>
                  <a:lnTo>
                    <a:pt x="12298" y="18072"/>
                  </a:lnTo>
                  <a:cubicBezTo>
                    <a:pt x="13048" y="18822"/>
                    <a:pt x="14092" y="19247"/>
                    <a:pt x="15168" y="19247"/>
                  </a:cubicBezTo>
                  <a:cubicBezTo>
                    <a:pt x="16277" y="19247"/>
                    <a:pt x="17289" y="18822"/>
                    <a:pt x="18072" y="18072"/>
                  </a:cubicBezTo>
                  <a:cubicBezTo>
                    <a:pt x="19637" y="16474"/>
                    <a:pt x="19637" y="13864"/>
                    <a:pt x="18072" y="12299"/>
                  </a:cubicBezTo>
                  <a:lnTo>
                    <a:pt x="6948" y="1175"/>
                  </a:lnTo>
                  <a:cubicBezTo>
                    <a:pt x="6198" y="425"/>
                    <a:pt x="5154" y="1"/>
                    <a:pt x="4078" y="1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60" name="Google Shape;274;p33"/>
            <p:cNvSpPr/>
            <p:nvPr>
              <p:custDataLst>
                <p:tags r:id="rId33"/>
              </p:custDataLst>
            </p:nvPr>
          </p:nvSpPr>
          <p:spPr>
            <a:xfrm>
              <a:off x="1889500" y="941875"/>
              <a:ext cx="491750" cy="482000"/>
            </a:xfrm>
            <a:custGeom>
              <a:avLst/>
              <a:gdLst/>
              <a:ahLst/>
              <a:cxnLst/>
              <a:rect l="l" t="t" r="r" b="b"/>
              <a:pathLst>
                <a:path w="19670" h="19280" extrusionOk="0">
                  <a:moveTo>
                    <a:pt x="4078" y="1"/>
                  </a:moveTo>
                  <a:cubicBezTo>
                    <a:pt x="3001" y="1"/>
                    <a:pt x="1990" y="425"/>
                    <a:pt x="1207" y="1208"/>
                  </a:cubicBezTo>
                  <a:cubicBezTo>
                    <a:pt x="424" y="1991"/>
                    <a:pt x="0" y="3002"/>
                    <a:pt x="0" y="4078"/>
                  </a:cubicBezTo>
                  <a:cubicBezTo>
                    <a:pt x="0" y="5188"/>
                    <a:pt x="424" y="6199"/>
                    <a:pt x="1207" y="6982"/>
                  </a:cubicBezTo>
                  <a:lnTo>
                    <a:pt x="12298" y="18072"/>
                  </a:lnTo>
                  <a:cubicBezTo>
                    <a:pt x="13081" y="18855"/>
                    <a:pt x="14092" y="19279"/>
                    <a:pt x="15201" y="19279"/>
                  </a:cubicBezTo>
                  <a:cubicBezTo>
                    <a:pt x="16278" y="19279"/>
                    <a:pt x="17289" y="18855"/>
                    <a:pt x="18072" y="18072"/>
                  </a:cubicBezTo>
                  <a:cubicBezTo>
                    <a:pt x="19670" y="16474"/>
                    <a:pt x="19670" y="13897"/>
                    <a:pt x="18072" y="12299"/>
                  </a:cubicBezTo>
                  <a:lnTo>
                    <a:pt x="6981" y="1208"/>
                  </a:lnTo>
                  <a:cubicBezTo>
                    <a:pt x="6198" y="425"/>
                    <a:pt x="5187" y="1"/>
                    <a:pt x="4078" y="1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68" name="Google Shape;275;p33"/>
            <p:cNvSpPr/>
            <p:nvPr>
              <p:custDataLst>
                <p:tags r:id="rId34"/>
              </p:custDataLst>
            </p:nvPr>
          </p:nvSpPr>
          <p:spPr>
            <a:xfrm>
              <a:off x="1612225" y="664625"/>
              <a:ext cx="203900" cy="203075"/>
            </a:xfrm>
            <a:custGeom>
              <a:avLst/>
              <a:gdLst/>
              <a:ahLst/>
              <a:cxnLst/>
              <a:rect l="l" t="t" r="r" b="b"/>
              <a:pathLst>
                <a:path w="8156" h="8123" extrusionOk="0">
                  <a:moveTo>
                    <a:pt x="4078" y="0"/>
                  </a:moveTo>
                  <a:cubicBezTo>
                    <a:pt x="1958" y="0"/>
                    <a:pt x="0" y="1794"/>
                    <a:pt x="0" y="4078"/>
                  </a:cubicBezTo>
                  <a:cubicBezTo>
                    <a:pt x="0" y="6361"/>
                    <a:pt x="1827" y="8123"/>
                    <a:pt x="4078" y="8123"/>
                  </a:cubicBezTo>
                  <a:cubicBezTo>
                    <a:pt x="6329" y="8123"/>
                    <a:pt x="8155" y="6361"/>
                    <a:pt x="8155" y="4078"/>
                  </a:cubicBezTo>
                  <a:cubicBezTo>
                    <a:pt x="8155" y="1892"/>
                    <a:pt x="6296" y="0"/>
                    <a:pt x="4078" y="0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69" name="Google Shape;276;p33"/>
            <p:cNvSpPr/>
            <p:nvPr>
              <p:custDataLst>
                <p:tags r:id="rId35"/>
              </p:custDataLst>
            </p:nvPr>
          </p:nvSpPr>
          <p:spPr>
            <a:xfrm>
              <a:off x="1190625" y="2606525"/>
              <a:ext cx="5252625" cy="2855675"/>
            </a:xfrm>
            <a:custGeom>
              <a:avLst/>
              <a:gdLst/>
              <a:ahLst/>
              <a:cxnLst/>
              <a:rect l="l" t="t" r="r" b="b"/>
              <a:pathLst>
                <a:path w="210105" h="114227" extrusionOk="0">
                  <a:moveTo>
                    <a:pt x="28379" y="91621"/>
                  </a:moveTo>
                  <a:cubicBezTo>
                    <a:pt x="31609" y="95797"/>
                    <a:pt x="33696" y="100853"/>
                    <a:pt x="34381" y="106072"/>
                  </a:cubicBezTo>
                  <a:lnTo>
                    <a:pt x="13929" y="106072"/>
                  </a:lnTo>
                  <a:lnTo>
                    <a:pt x="28379" y="91621"/>
                  </a:lnTo>
                  <a:close/>
                  <a:moveTo>
                    <a:pt x="104384" y="15617"/>
                  </a:moveTo>
                  <a:lnTo>
                    <a:pt x="194871" y="106072"/>
                  </a:lnTo>
                  <a:lnTo>
                    <a:pt x="42602" y="106072"/>
                  </a:lnTo>
                  <a:cubicBezTo>
                    <a:pt x="42602" y="106007"/>
                    <a:pt x="42602" y="105974"/>
                    <a:pt x="42602" y="105909"/>
                  </a:cubicBezTo>
                  <a:cubicBezTo>
                    <a:pt x="41786" y="98569"/>
                    <a:pt x="38850" y="91523"/>
                    <a:pt x="34218" y="85815"/>
                  </a:cubicBezTo>
                  <a:lnTo>
                    <a:pt x="104384" y="15617"/>
                  </a:lnTo>
                  <a:close/>
                  <a:moveTo>
                    <a:pt x="98626" y="0"/>
                  </a:moveTo>
                  <a:cubicBezTo>
                    <a:pt x="97582" y="0"/>
                    <a:pt x="96538" y="400"/>
                    <a:pt x="95739" y="1199"/>
                  </a:cubicBezTo>
                  <a:cubicBezTo>
                    <a:pt x="94141" y="2797"/>
                    <a:pt x="94141" y="5374"/>
                    <a:pt x="95739" y="6973"/>
                  </a:cubicBezTo>
                  <a:lnTo>
                    <a:pt x="98642" y="9843"/>
                  </a:lnTo>
                  <a:lnTo>
                    <a:pt x="7894" y="100559"/>
                  </a:lnTo>
                  <a:cubicBezTo>
                    <a:pt x="7307" y="99026"/>
                    <a:pt x="5839" y="97917"/>
                    <a:pt x="4077" y="97917"/>
                  </a:cubicBezTo>
                  <a:cubicBezTo>
                    <a:pt x="1827" y="97917"/>
                    <a:pt x="0" y="99744"/>
                    <a:pt x="0" y="101994"/>
                  </a:cubicBezTo>
                  <a:lnTo>
                    <a:pt x="0" y="110149"/>
                  </a:lnTo>
                  <a:cubicBezTo>
                    <a:pt x="0" y="112302"/>
                    <a:pt x="1892" y="114227"/>
                    <a:pt x="4077" y="114227"/>
                  </a:cubicBezTo>
                  <a:lnTo>
                    <a:pt x="204722" y="114227"/>
                  </a:lnTo>
                  <a:cubicBezTo>
                    <a:pt x="208278" y="114227"/>
                    <a:pt x="210105" y="109791"/>
                    <a:pt x="207593" y="107279"/>
                  </a:cubicBezTo>
                  <a:lnTo>
                    <a:pt x="101513" y="1199"/>
                  </a:lnTo>
                  <a:cubicBezTo>
                    <a:pt x="100714" y="400"/>
                    <a:pt x="99670" y="0"/>
                    <a:pt x="98626" y="0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70" name="Google Shape;277;p33"/>
            <p:cNvSpPr/>
            <p:nvPr>
              <p:custDataLst>
                <p:tags r:id="rId36"/>
              </p:custDataLst>
            </p:nvPr>
          </p:nvSpPr>
          <p:spPr>
            <a:xfrm>
              <a:off x="1912325" y="2898250"/>
              <a:ext cx="526850" cy="639375"/>
            </a:xfrm>
            <a:custGeom>
              <a:avLst/>
              <a:gdLst/>
              <a:ahLst/>
              <a:cxnLst/>
              <a:rect l="l" t="t" r="r" b="b"/>
              <a:pathLst>
                <a:path w="21074" h="25575" extrusionOk="0">
                  <a:moveTo>
                    <a:pt x="13967" y="14382"/>
                  </a:moveTo>
                  <a:cubicBezTo>
                    <a:pt x="14209" y="14382"/>
                    <a:pt x="14353" y="14403"/>
                    <a:pt x="14353" y="14452"/>
                  </a:cubicBezTo>
                  <a:cubicBezTo>
                    <a:pt x="14353" y="16115"/>
                    <a:pt x="13995" y="17583"/>
                    <a:pt x="12788" y="18757"/>
                  </a:cubicBezTo>
                  <a:cubicBezTo>
                    <a:pt x="11711" y="19736"/>
                    <a:pt x="10635" y="20225"/>
                    <a:pt x="9526" y="20225"/>
                  </a:cubicBezTo>
                  <a:cubicBezTo>
                    <a:pt x="7927" y="20225"/>
                    <a:pt x="6753" y="19149"/>
                    <a:pt x="6753" y="17550"/>
                  </a:cubicBezTo>
                  <a:cubicBezTo>
                    <a:pt x="6753" y="16311"/>
                    <a:pt x="7373" y="15463"/>
                    <a:pt x="8547" y="15071"/>
                  </a:cubicBezTo>
                  <a:cubicBezTo>
                    <a:pt x="9037" y="14908"/>
                    <a:pt x="12748" y="14382"/>
                    <a:pt x="13967" y="14382"/>
                  </a:cubicBezTo>
                  <a:close/>
                  <a:moveTo>
                    <a:pt x="9852" y="1"/>
                  </a:moveTo>
                  <a:cubicBezTo>
                    <a:pt x="7862" y="1"/>
                    <a:pt x="5970" y="360"/>
                    <a:pt x="4176" y="1110"/>
                  </a:cubicBezTo>
                  <a:cubicBezTo>
                    <a:pt x="1925" y="2056"/>
                    <a:pt x="686" y="3687"/>
                    <a:pt x="2121" y="6036"/>
                  </a:cubicBezTo>
                  <a:cubicBezTo>
                    <a:pt x="2524" y="6728"/>
                    <a:pt x="3024" y="6974"/>
                    <a:pt x="3565" y="6974"/>
                  </a:cubicBezTo>
                  <a:cubicBezTo>
                    <a:pt x="4248" y="6974"/>
                    <a:pt x="4999" y="6581"/>
                    <a:pt x="5709" y="6199"/>
                  </a:cubicBezTo>
                  <a:cubicBezTo>
                    <a:pt x="6726" y="5658"/>
                    <a:pt x="8146" y="5281"/>
                    <a:pt x="9524" y="5281"/>
                  </a:cubicBezTo>
                  <a:cubicBezTo>
                    <a:pt x="10973" y="5281"/>
                    <a:pt x="12375" y="5699"/>
                    <a:pt x="13212" y="6786"/>
                  </a:cubicBezTo>
                  <a:cubicBezTo>
                    <a:pt x="13962" y="7765"/>
                    <a:pt x="14353" y="8939"/>
                    <a:pt x="14353" y="10244"/>
                  </a:cubicBezTo>
                  <a:lnTo>
                    <a:pt x="14353" y="10961"/>
                  </a:lnTo>
                  <a:lnTo>
                    <a:pt x="12200" y="10961"/>
                  </a:lnTo>
                  <a:cubicBezTo>
                    <a:pt x="8253" y="10961"/>
                    <a:pt x="5252" y="11516"/>
                    <a:pt x="3165" y="12625"/>
                  </a:cubicBezTo>
                  <a:cubicBezTo>
                    <a:pt x="1044" y="13734"/>
                    <a:pt x="1" y="15659"/>
                    <a:pt x="1" y="18399"/>
                  </a:cubicBezTo>
                  <a:cubicBezTo>
                    <a:pt x="1" y="22411"/>
                    <a:pt x="2643" y="25575"/>
                    <a:pt x="6818" y="25575"/>
                  </a:cubicBezTo>
                  <a:cubicBezTo>
                    <a:pt x="9689" y="25575"/>
                    <a:pt x="12364" y="24107"/>
                    <a:pt x="14745" y="21204"/>
                  </a:cubicBezTo>
                  <a:lnTo>
                    <a:pt x="14745" y="22802"/>
                  </a:lnTo>
                  <a:cubicBezTo>
                    <a:pt x="14745" y="24368"/>
                    <a:pt x="16539" y="25086"/>
                    <a:pt x="17778" y="25086"/>
                  </a:cubicBezTo>
                  <a:cubicBezTo>
                    <a:pt x="19018" y="25086"/>
                    <a:pt x="21073" y="24499"/>
                    <a:pt x="21073" y="22965"/>
                  </a:cubicBezTo>
                  <a:lnTo>
                    <a:pt x="21073" y="10178"/>
                  </a:lnTo>
                  <a:cubicBezTo>
                    <a:pt x="21073" y="7243"/>
                    <a:pt x="20160" y="4829"/>
                    <a:pt x="18300" y="2872"/>
                  </a:cubicBezTo>
                  <a:cubicBezTo>
                    <a:pt x="16474" y="947"/>
                    <a:pt x="13636" y="1"/>
                    <a:pt x="9852" y="1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71" name="Google Shape;278;p33"/>
            <p:cNvSpPr/>
            <p:nvPr>
              <p:custDataLst>
                <p:tags r:id="rId37"/>
              </p:custDataLst>
            </p:nvPr>
          </p:nvSpPr>
          <p:spPr>
            <a:xfrm>
              <a:off x="5029150" y="2544125"/>
              <a:ext cx="579025" cy="990650"/>
            </a:xfrm>
            <a:custGeom>
              <a:avLst/>
              <a:gdLst/>
              <a:ahLst/>
              <a:cxnLst/>
              <a:rect l="l" t="t" r="r" b="b"/>
              <a:pathLst>
                <a:path w="23161" h="39626" extrusionOk="0">
                  <a:moveTo>
                    <a:pt x="11418" y="20103"/>
                  </a:moveTo>
                  <a:cubicBezTo>
                    <a:pt x="12657" y="20103"/>
                    <a:pt x="13766" y="20592"/>
                    <a:pt x="14647" y="21538"/>
                  </a:cubicBezTo>
                  <a:cubicBezTo>
                    <a:pt x="15560" y="22484"/>
                    <a:pt x="16017" y="23561"/>
                    <a:pt x="16017" y="24767"/>
                  </a:cubicBezTo>
                  <a:lnTo>
                    <a:pt x="16017" y="29008"/>
                  </a:lnTo>
                  <a:cubicBezTo>
                    <a:pt x="16017" y="30215"/>
                    <a:pt x="15560" y="31324"/>
                    <a:pt x="14647" y="32303"/>
                  </a:cubicBezTo>
                  <a:cubicBezTo>
                    <a:pt x="13766" y="33281"/>
                    <a:pt x="12690" y="33771"/>
                    <a:pt x="11483" y="33771"/>
                  </a:cubicBezTo>
                  <a:cubicBezTo>
                    <a:pt x="10243" y="33771"/>
                    <a:pt x="9167" y="33314"/>
                    <a:pt x="8188" y="32368"/>
                  </a:cubicBezTo>
                  <a:cubicBezTo>
                    <a:pt x="7242" y="31389"/>
                    <a:pt x="6753" y="30606"/>
                    <a:pt x="6753" y="29954"/>
                  </a:cubicBezTo>
                  <a:lnTo>
                    <a:pt x="6753" y="24767"/>
                  </a:lnTo>
                  <a:cubicBezTo>
                    <a:pt x="6753" y="23397"/>
                    <a:pt x="7242" y="22256"/>
                    <a:pt x="8188" y="21408"/>
                  </a:cubicBezTo>
                  <a:cubicBezTo>
                    <a:pt x="9167" y="20527"/>
                    <a:pt x="10243" y="20103"/>
                    <a:pt x="11418" y="20103"/>
                  </a:cubicBezTo>
                  <a:close/>
                  <a:moveTo>
                    <a:pt x="3288" y="0"/>
                  </a:moveTo>
                  <a:cubicBezTo>
                    <a:pt x="2002" y="0"/>
                    <a:pt x="744" y="450"/>
                    <a:pt x="327" y="1379"/>
                  </a:cubicBezTo>
                  <a:cubicBezTo>
                    <a:pt x="1" y="2064"/>
                    <a:pt x="1" y="2814"/>
                    <a:pt x="1" y="3565"/>
                  </a:cubicBezTo>
                  <a:cubicBezTo>
                    <a:pt x="1" y="14427"/>
                    <a:pt x="1" y="25289"/>
                    <a:pt x="33" y="36152"/>
                  </a:cubicBezTo>
                  <a:cubicBezTo>
                    <a:pt x="33" y="36478"/>
                    <a:pt x="33" y="36804"/>
                    <a:pt x="66" y="37098"/>
                  </a:cubicBezTo>
                  <a:cubicBezTo>
                    <a:pt x="99" y="37293"/>
                    <a:pt x="131" y="37457"/>
                    <a:pt x="196" y="37620"/>
                  </a:cubicBezTo>
                  <a:cubicBezTo>
                    <a:pt x="588" y="38566"/>
                    <a:pt x="1599" y="39120"/>
                    <a:pt x="2610" y="39218"/>
                  </a:cubicBezTo>
                  <a:cubicBezTo>
                    <a:pt x="2796" y="39241"/>
                    <a:pt x="2983" y="39253"/>
                    <a:pt x="3170" y="39253"/>
                  </a:cubicBezTo>
                  <a:cubicBezTo>
                    <a:pt x="4038" y="39253"/>
                    <a:pt x="4902" y="38999"/>
                    <a:pt x="5546" y="38435"/>
                  </a:cubicBezTo>
                  <a:cubicBezTo>
                    <a:pt x="6329" y="37718"/>
                    <a:pt x="6720" y="36543"/>
                    <a:pt x="6296" y="35597"/>
                  </a:cubicBezTo>
                  <a:lnTo>
                    <a:pt x="6296" y="35597"/>
                  </a:lnTo>
                  <a:cubicBezTo>
                    <a:pt x="7769" y="38122"/>
                    <a:pt x="10717" y="39625"/>
                    <a:pt x="13626" y="39625"/>
                  </a:cubicBezTo>
                  <a:cubicBezTo>
                    <a:pt x="14776" y="39625"/>
                    <a:pt x="15919" y="39391"/>
                    <a:pt x="16963" y="38892"/>
                  </a:cubicBezTo>
                  <a:cubicBezTo>
                    <a:pt x="20845" y="37033"/>
                    <a:pt x="22672" y="32433"/>
                    <a:pt x="22965" y="28127"/>
                  </a:cubicBezTo>
                  <a:cubicBezTo>
                    <a:pt x="23161" y="25126"/>
                    <a:pt x="22769" y="21995"/>
                    <a:pt x="21301" y="19353"/>
                  </a:cubicBezTo>
                  <a:cubicBezTo>
                    <a:pt x="19834" y="16678"/>
                    <a:pt x="17224" y="14557"/>
                    <a:pt x="14223" y="14199"/>
                  </a:cubicBezTo>
                  <a:cubicBezTo>
                    <a:pt x="13922" y="14159"/>
                    <a:pt x="13618" y="14140"/>
                    <a:pt x="13314" y="14140"/>
                  </a:cubicBezTo>
                  <a:cubicBezTo>
                    <a:pt x="10589" y="14140"/>
                    <a:pt x="7845" y="15687"/>
                    <a:pt x="6818" y="18211"/>
                  </a:cubicBezTo>
                  <a:cubicBezTo>
                    <a:pt x="6786" y="13220"/>
                    <a:pt x="6786" y="8229"/>
                    <a:pt x="6753" y="3238"/>
                  </a:cubicBezTo>
                  <a:cubicBezTo>
                    <a:pt x="6753" y="2619"/>
                    <a:pt x="6753" y="1966"/>
                    <a:pt x="6459" y="1412"/>
                  </a:cubicBezTo>
                  <a:cubicBezTo>
                    <a:pt x="5978" y="482"/>
                    <a:pt x="4619" y="0"/>
                    <a:pt x="3288" y="0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  <p:sp>
          <p:nvSpPr>
            <p:cNvPr id="72" name="Google Shape;279;p33"/>
            <p:cNvSpPr/>
            <p:nvPr>
              <p:custDataLst>
                <p:tags r:id="rId38"/>
              </p:custDataLst>
            </p:nvPr>
          </p:nvSpPr>
          <p:spPr>
            <a:xfrm>
              <a:off x="3671350" y="4386550"/>
              <a:ext cx="520325" cy="639375"/>
            </a:xfrm>
            <a:custGeom>
              <a:avLst/>
              <a:gdLst/>
              <a:ahLst/>
              <a:cxnLst/>
              <a:rect l="l" t="t" r="r" b="b"/>
              <a:pathLst>
                <a:path w="20813" h="25575" extrusionOk="0">
                  <a:moveTo>
                    <a:pt x="11320" y="0"/>
                  </a:moveTo>
                  <a:cubicBezTo>
                    <a:pt x="4894" y="0"/>
                    <a:pt x="1" y="4012"/>
                    <a:pt x="1" y="10700"/>
                  </a:cubicBezTo>
                  <a:lnTo>
                    <a:pt x="1" y="14875"/>
                  </a:lnTo>
                  <a:cubicBezTo>
                    <a:pt x="1" y="21660"/>
                    <a:pt x="4861" y="25574"/>
                    <a:pt x="11352" y="25574"/>
                  </a:cubicBezTo>
                  <a:cubicBezTo>
                    <a:pt x="13734" y="25574"/>
                    <a:pt x="15756" y="25118"/>
                    <a:pt x="17452" y="24237"/>
                  </a:cubicBezTo>
                  <a:cubicBezTo>
                    <a:pt x="19540" y="23128"/>
                    <a:pt x="20812" y="21236"/>
                    <a:pt x="19181" y="19148"/>
                  </a:cubicBezTo>
                  <a:cubicBezTo>
                    <a:pt x="18619" y="18430"/>
                    <a:pt x="18005" y="18168"/>
                    <a:pt x="17361" y="18168"/>
                  </a:cubicBezTo>
                  <a:cubicBezTo>
                    <a:pt x="16658" y="18168"/>
                    <a:pt x="15918" y="18480"/>
                    <a:pt x="15169" y="18855"/>
                  </a:cubicBezTo>
                  <a:cubicBezTo>
                    <a:pt x="14158" y="19376"/>
                    <a:pt x="13081" y="19605"/>
                    <a:pt x="11874" y="19605"/>
                  </a:cubicBezTo>
                  <a:cubicBezTo>
                    <a:pt x="8482" y="19605"/>
                    <a:pt x="6753" y="18039"/>
                    <a:pt x="6753" y="14842"/>
                  </a:cubicBezTo>
                  <a:lnTo>
                    <a:pt x="6753" y="10700"/>
                  </a:lnTo>
                  <a:cubicBezTo>
                    <a:pt x="6753" y="7535"/>
                    <a:pt x="8449" y="5937"/>
                    <a:pt x="11842" y="5937"/>
                  </a:cubicBezTo>
                  <a:cubicBezTo>
                    <a:pt x="13734" y="5937"/>
                    <a:pt x="15267" y="7340"/>
                    <a:pt x="16996" y="7340"/>
                  </a:cubicBezTo>
                  <a:cubicBezTo>
                    <a:pt x="18561" y="7340"/>
                    <a:pt x="19670" y="5448"/>
                    <a:pt x="19670" y="4045"/>
                  </a:cubicBezTo>
                  <a:cubicBezTo>
                    <a:pt x="19670" y="751"/>
                    <a:pt x="13603" y="0"/>
                    <a:pt x="11320" y="0"/>
                  </a:cubicBezTo>
                  <a:close/>
                </a:path>
              </a:pathLst>
            </a:custGeom>
            <a:gradFill>
              <a:gsLst>
                <a:gs pos="4000">
                  <a:srgbClr val="7660A8"/>
                </a:gs>
                <a:gs pos="100000">
                  <a:srgbClr val="D678AE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/>
          </p:txBody>
        </p:sp>
      </p:grpSp>
      <p:sp>
        <p:nvSpPr>
          <p:cNvPr id="75" name="文本框 74"/>
          <p:cNvSpPr txBox="1"/>
          <p:nvPr>
            <p:custDataLst>
              <p:tags r:id="rId39"/>
            </p:custDataLst>
          </p:nvPr>
        </p:nvSpPr>
        <p:spPr>
          <a:xfrm>
            <a:off x="3425190" y="3308350"/>
            <a:ext cx="74764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{desc_1}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40"/>
            </p:custDataLst>
          </p:nvPr>
        </p:nvSpPr>
        <p:spPr>
          <a:xfrm>
            <a:off x="3493135" y="3641090"/>
            <a:ext cx="74612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{desc_1}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41"/>
            </p:custDataLst>
          </p:nvPr>
        </p:nvSpPr>
        <p:spPr>
          <a:xfrm>
            <a:off x="3493135" y="5135880"/>
            <a:ext cx="74764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{desc_1}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42"/>
            </p:custDataLst>
          </p:nvPr>
        </p:nvSpPr>
        <p:spPr>
          <a:xfrm>
            <a:off x="3578860" y="5468620"/>
            <a:ext cx="74612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{desc_1}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9" name="Google Shape;6582;p67"/>
          <p:cNvGrpSpPr/>
          <p:nvPr>
            <p:custDataLst>
              <p:tags r:id="rId43"/>
            </p:custDataLst>
          </p:nvPr>
        </p:nvGrpSpPr>
        <p:grpSpPr>
          <a:xfrm>
            <a:off x="10476865" y="5518785"/>
            <a:ext cx="1242060" cy="1241425"/>
            <a:chOff x="-49764975" y="3183375"/>
            <a:chExt cx="299300" cy="299125"/>
          </a:xfrm>
          <a:gradFill>
            <a:gsLst>
              <a:gs pos="4000">
                <a:srgbClr val="7660A8"/>
              </a:gs>
              <a:gs pos="100000">
                <a:srgbClr val="D678AE"/>
              </a:gs>
            </a:gsLst>
            <a:lin ang="5400000" scaled="1"/>
          </a:gradFill>
        </p:grpSpPr>
        <p:sp>
          <p:nvSpPr>
            <p:cNvPr id="80" name="Google Shape;6583;p67"/>
            <p:cNvSpPr/>
            <p:nvPr>
              <p:custDataLst>
                <p:tags r:id="rId44"/>
              </p:custDataLst>
            </p:nvPr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6584;p67"/>
            <p:cNvSpPr/>
            <p:nvPr>
              <p:custDataLst>
                <p:tags r:id="rId45"/>
              </p:custDataLst>
            </p:nvPr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6585;p67"/>
            <p:cNvSpPr/>
            <p:nvPr>
              <p:custDataLst>
                <p:tags r:id="rId46"/>
              </p:custDataLst>
            </p:nvPr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6586;p67"/>
            <p:cNvSpPr/>
            <p:nvPr>
              <p:custDataLst>
                <p:tags r:id="rId47"/>
              </p:custDataLst>
            </p:nvPr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6587;p67"/>
            <p:cNvSpPr/>
            <p:nvPr>
              <p:custDataLst>
                <p:tags r:id="rId48"/>
              </p:custDataLst>
            </p:nvPr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6588;p67"/>
            <p:cNvSpPr/>
            <p:nvPr>
              <p:custDataLst>
                <p:tags r:id="rId49"/>
              </p:custDataLst>
            </p:nvPr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6589;p67"/>
            <p:cNvSpPr/>
            <p:nvPr>
              <p:custDataLst>
                <p:tags r:id="rId50"/>
              </p:custDataLst>
            </p:nvPr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6590;p67"/>
            <p:cNvSpPr/>
            <p:nvPr>
              <p:custDataLst>
                <p:tags r:id="rId51"/>
              </p:custDataLst>
            </p:nvPr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6591;p67"/>
            <p:cNvSpPr/>
            <p:nvPr>
              <p:custDataLst>
                <p:tags r:id="rId52"/>
              </p:custDataLst>
            </p:nvPr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旋转白色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373485" y="119380"/>
            <a:ext cx="714375" cy="66611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08305" y="280670"/>
            <a:ext cx="2559685" cy="706755"/>
          </a:xfrm>
          <a:prstGeom prst="rect">
            <a:avLst/>
          </a:prstGeom>
        </p:spPr>
        <p:txBody>
          <a:bodyPr wrap="none">
            <a:spAutoFit/>
          </a:bodyPr>
          <a:p>
            <a:pPr lvl="0"/>
            <a:r>
              <a:rPr lang="en-US" altLang="zh-CN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{sub_title}</a:t>
            </a:r>
            <a:endParaRPr lang="en-US" altLang="zh-CN" sz="4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Google Shape;1637;p62"/>
          <p:cNvSpPr/>
          <p:nvPr>
            <p:custDataLst>
              <p:tags r:id="rId3"/>
            </p:custDataLst>
          </p:nvPr>
        </p:nvSpPr>
        <p:spPr>
          <a:xfrm>
            <a:off x="1149841" y="2997008"/>
            <a:ext cx="9960752" cy="79417"/>
          </a:xfrm>
          <a:custGeom>
            <a:avLst/>
            <a:gdLst/>
            <a:ahLst/>
            <a:cxnLst/>
            <a:rect l="l" t="t" r="r" b="b"/>
            <a:pathLst>
              <a:path w="1726" h="173" extrusionOk="0">
                <a:moveTo>
                  <a:pt x="0" y="0"/>
                </a:moveTo>
                <a:lnTo>
                  <a:pt x="0" y="173"/>
                </a:lnTo>
                <a:lnTo>
                  <a:pt x="1725" y="173"/>
                </a:lnTo>
                <a:cubicBezTo>
                  <a:pt x="1713" y="148"/>
                  <a:pt x="1713" y="111"/>
                  <a:pt x="1713" y="74"/>
                </a:cubicBezTo>
                <a:cubicBezTo>
                  <a:pt x="1713" y="50"/>
                  <a:pt x="1713" y="25"/>
                  <a:pt x="1725" y="0"/>
                </a:cubicBezTo>
                <a:close/>
              </a:path>
            </a:pathLst>
          </a:custGeom>
          <a:gradFill>
            <a:gsLst>
              <a:gs pos="0">
                <a:srgbClr val="7F62A9"/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1639;p62"/>
          <p:cNvSpPr/>
          <p:nvPr>
            <p:custDataLst>
              <p:tags r:id="rId4"/>
            </p:custDataLst>
          </p:nvPr>
        </p:nvSpPr>
        <p:spPr>
          <a:xfrm>
            <a:off x="1842770" y="1570355"/>
            <a:ext cx="1009650" cy="1354455"/>
          </a:xfrm>
          <a:custGeom>
            <a:avLst/>
            <a:gdLst/>
            <a:ahLst/>
            <a:cxnLst/>
            <a:rect l="l" t="t" r="r" b="b"/>
            <a:pathLst>
              <a:path w="2810" h="3648" extrusionOk="0">
                <a:moveTo>
                  <a:pt x="1365" y="241"/>
                </a:moveTo>
                <a:cubicBezTo>
                  <a:pt x="1630" y="241"/>
                  <a:pt x="1899" y="338"/>
                  <a:pt x="2120" y="555"/>
                </a:cubicBezTo>
                <a:cubicBezTo>
                  <a:pt x="2810" y="1245"/>
                  <a:pt x="2329" y="2416"/>
                  <a:pt x="1356" y="2416"/>
                </a:cubicBezTo>
                <a:cubicBezTo>
                  <a:pt x="764" y="2416"/>
                  <a:pt x="272" y="1935"/>
                  <a:pt x="272" y="1344"/>
                </a:cubicBezTo>
                <a:cubicBezTo>
                  <a:pt x="263" y="681"/>
                  <a:pt x="802" y="241"/>
                  <a:pt x="1365" y="241"/>
                </a:cubicBezTo>
                <a:close/>
                <a:moveTo>
                  <a:pt x="1356" y="1"/>
                </a:moveTo>
                <a:cubicBezTo>
                  <a:pt x="604" y="1"/>
                  <a:pt x="0" y="604"/>
                  <a:pt x="0" y="1356"/>
                </a:cubicBezTo>
                <a:cubicBezTo>
                  <a:pt x="0" y="2391"/>
                  <a:pt x="1183" y="3512"/>
                  <a:pt x="1331" y="3648"/>
                </a:cubicBezTo>
                <a:lnTo>
                  <a:pt x="1368" y="3648"/>
                </a:lnTo>
                <a:cubicBezTo>
                  <a:pt x="1528" y="3512"/>
                  <a:pt x="2711" y="2453"/>
                  <a:pt x="2711" y="1356"/>
                </a:cubicBezTo>
                <a:cubicBezTo>
                  <a:pt x="2711" y="604"/>
                  <a:pt x="2095" y="1"/>
                  <a:pt x="1356" y="1"/>
                </a:cubicBezTo>
                <a:close/>
              </a:path>
            </a:pathLst>
          </a:custGeom>
          <a:gradFill>
            <a:gsLst>
              <a:gs pos="0">
                <a:srgbClr val="7F62A9"/>
              </a:gs>
              <a:gs pos="100000">
                <a:srgbClr val="FFCB74"/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Google Shape;1640;p62"/>
          <p:cNvSpPr/>
          <p:nvPr>
            <p:custDataLst>
              <p:tags r:id="rId5"/>
            </p:custDataLst>
          </p:nvPr>
        </p:nvSpPr>
        <p:spPr>
          <a:xfrm>
            <a:off x="5145405" y="1547495"/>
            <a:ext cx="1022350" cy="1373505"/>
          </a:xfrm>
          <a:custGeom>
            <a:avLst/>
            <a:gdLst/>
            <a:ahLst/>
            <a:cxnLst/>
            <a:rect l="l" t="t" r="r" b="b"/>
            <a:pathLst>
              <a:path w="2847" h="3697" extrusionOk="0">
                <a:moveTo>
                  <a:pt x="1402" y="290"/>
                </a:moveTo>
                <a:cubicBezTo>
                  <a:pt x="1667" y="290"/>
                  <a:pt x="1936" y="387"/>
                  <a:pt x="2157" y="604"/>
                </a:cubicBezTo>
                <a:cubicBezTo>
                  <a:pt x="2847" y="1294"/>
                  <a:pt x="2354" y="2465"/>
                  <a:pt x="1393" y="2465"/>
                </a:cubicBezTo>
                <a:cubicBezTo>
                  <a:pt x="789" y="2465"/>
                  <a:pt x="296" y="1984"/>
                  <a:pt x="296" y="1393"/>
                </a:cubicBezTo>
                <a:cubicBezTo>
                  <a:pt x="296" y="730"/>
                  <a:pt x="838" y="290"/>
                  <a:pt x="1402" y="290"/>
                </a:cubicBezTo>
                <a:close/>
                <a:moveTo>
                  <a:pt x="1380" y="0"/>
                </a:moveTo>
                <a:cubicBezTo>
                  <a:pt x="617" y="0"/>
                  <a:pt x="1" y="641"/>
                  <a:pt x="25" y="1405"/>
                </a:cubicBezTo>
                <a:cubicBezTo>
                  <a:pt x="25" y="2452"/>
                  <a:pt x="1220" y="3561"/>
                  <a:pt x="1368" y="3697"/>
                </a:cubicBezTo>
                <a:lnTo>
                  <a:pt x="1405" y="3697"/>
                </a:lnTo>
                <a:cubicBezTo>
                  <a:pt x="1565" y="3549"/>
                  <a:pt x="2748" y="2502"/>
                  <a:pt x="2748" y="1405"/>
                </a:cubicBezTo>
                <a:cubicBezTo>
                  <a:pt x="2773" y="641"/>
                  <a:pt x="2157" y="0"/>
                  <a:pt x="1380" y="0"/>
                </a:cubicBezTo>
                <a:close/>
              </a:path>
            </a:pathLst>
          </a:custGeom>
          <a:gradFill>
            <a:gsLst>
              <a:gs pos="0">
                <a:srgbClr val="7F62A9"/>
              </a:gs>
              <a:gs pos="100000">
                <a:srgbClr val="FFCB74"/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/>
        </p:txBody>
      </p:sp>
      <p:sp>
        <p:nvSpPr>
          <p:cNvPr id="20" name="Google Shape;1641;p62"/>
          <p:cNvSpPr/>
          <p:nvPr>
            <p:custDataLst>
              <p:tags r:id="rId6"/>
            </p:custDataLst>
          </p:nvPr>
        </p:nvSpPr>
        <p:spPr>
          <a:xfrm>
            <a:off x="8691245" y="1579880"/>
            <a:ext cx="1012825" cy="1354455"/>
          </a:xfrm>
          <a:custGeom>
            <a:avLst/>
            <a:gdLst/>
            <a:ahLst/>
            <a:cxnLst/>
            <a:rect l="l" t="t" r="r" b="b"/>
            <a:pathLst>
              <a:path w="2819" h="3648" extrusionOk="0">
                <a:moveTo>
                  <a:pt x="1370" y="245"/>
                </a:moveTo>
                <a:cubicBezTo>
                  <a:pt x="1637" y="245"/>
                  <a:pt x="1910" y="345"/>
                  <a:pt x="2132" y="567"/>
                </a:cubicBezTo>
                <a:cubicBezTo>
                  <a:pt x="2819" y="1242"/>
                  <a:pt x="2335" y="2416"/>
                  <a:pt x="1371" y="2416"/>
                </a:cubicBezTo>
                <a:cubicBezTo>
                  <a:pt x="1366" y="2416"/>
                  <a:pt x="1361" y="2416"/>
                  <a:pt x="1356" y="2416"/>
                </a:cubicBezTo>
                <a:cubicBezTo>
                  <a:pt x="765" y="2416"/>
                  <a:pt x="284" y="1935"/>
                  <a:pt x="272" y="1344"/>
                </a:cubicBezTo>
                <a:cubicBezTo>
                  <a:pt x="272" y="684"/>
                  <a:pt x="809" y="245"/>
                  <a:pt x="1370" y="245"/>
                </a:cubicBezTo>
                <a:close/>
                <a:moveTo>
                  <a:pt x="1369" y="1"/>
                </a:moveTo>
                <a:cubicBezTo>
                  <a:pt x="617" y="1"/>
                  <a:pt x="1" y="604"/>
                  <a:pt x="1" y="1356"/>
                </a:cubicBezTo>
                <a:cubicBezTo>
                  <a:pt x="1" y="2391"/>
                  <a:pt x="1196" y="3512"/>
                  <a:pt x="1344" y="3648"/>
                </a:cubicBezTo>
                <a:lnTo>
                  <a:pt x="1381" y="3648"/>
                </a:lnTo>
                <a:cubicBezTo>
                  <a:pt x="1541" y="3512"/>
                  <a:pt x="2724" y="2453"/>
                  <a:pt x="2724" y="1356"/>
                </a:cubicBezTo>
                <a:cubicBezTo>
                  <a:pt x="2724" y="604"/>
                  <a:pt x="2108" y="1"/>
                  <a:pt x="1369" y="1"/>
                </a:cubicBezTo>
                <a:close/>
              </a:path>
            </a:pathLst>
          </a:custGeom>
          <a:gradFill>
            <a:gsLst>
              <a:gs pos="0">
                <a:srgbClr val="7F62A9"/>
              </a:gs>
              <a:gs pos="100000">
                <a:srgbClr val="FFCB74"/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/>
        </p:txBody>
      </p:sp>
      <p:sp>
        <p:nvSpPr>
          <p:cNvPr id="21" name="Google Shape;1643;p62"/>
          <p:cNvSpPr/>
          <p:nvPr>
            <p:custDataLst>
              <p:tags r:id="rId7"/>
            </p:custDataLst>
          </p:nvPr>
        </p:nvSpPr>
        <p:spPr>
          <a:xfrm>
            <a:off x="2198665" y="2941201"/>
            <a:ext cx="232430" cy="197906"/>
          </a:xfrm>
          <a:custGeom>
            <a:avLst/>
            <a:gdLst/>
            <a:ahLst/>
            <a:cxnLst/>
            <a:rect l="l" t="t" r="r" b="b"/>
            <a:pathLst>
              <a:path w="404" h="344" extrusionOk="0">
                <a:moveTo>
                  <a:pt x="233" y="1"/>
                </a:moveTo>
                <a:cubicBezTo>
                  <a:pt x="196" y="1"/>
                  <a:pt x="157" y="15"/>
                  <a:pt x="124" y="48"/>
                </a:cubicBezTo>
                <a:cubicBezTo>
                  <a:pt x="1" y="147"/>
                  <a:pt x="75" y="332"/>
                  <a:pt x="235" y="344"/>
                </a:cubicBezTo>
                <a:cubicBezTo>
                  <a:pt x="321" y="344"/>
                  <a:pt x="395" y="270"/>
                  <a:pt x="395" y="184"/>
                </a:cubicBezTo>
                <a:cubicBezTo>
                  <a:pt x="404" y="80"/>
                  <a:pt x="321" y="1"/>
                  <a:pt x="233" y="1"/>
                </a:cubicBezTo>
                <a:close/>
              </a:path>
            </a:pathLst>
          </a:custGeom>
          <a:solidFill>
            <a:srgbClr val="7F62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" name="Google Shape;1645;p62"/>
          <p:cNvSpPr/>
          <p:nvPr>
            <p:custDataLst>
              <p:tags r:id="rId8"/>
            </p:custDataLst>
          </p:nvPr>
        </p:nvSpPr>
        <p:spPr>
          <a:xfrm>
            <a:off x="5518851" y="2934974"/>
            <a:ext cx="237034" cy="199635"/>
          </a:xfrm>
          <a:custGeom>
            <a:avLst/>
            <a:gdLst/>
            <a:ahLst/>
            <a:cxnLst/>
            <a:rect l="l" t="t" r="r" b="b"/>
            <a:pathLst>
              <a:path w="412" h="347" extrusionOk="0">
                <a:moveTo>
                  <a:pt x="227" y="0"/>
                </a:moveTo>
                <a:cubicBezTo>
                  <a:pt x="185" y="0"/>
                  <a:pt x="142" y="16"/>
                  <a:pt x="108" y="50"/>
                </a:cubicBezTo>
                <a:cubicBezTo>
                  <a:pt x="0" y="158"/>
                  <a:pt x="78" y="346"/>
                  <a:pt x="229" y="346"/>
                </a:cubicBezTo>
                <a:cubicBezTo>
                  <a:pt x="234" y="346"/>
                  <a:pt x="238" y="346"/>
                  <a:pt x="243" y="346"/>
                </a:cubicBezTo>
                <a:cubicBezTo>
                  <a:pt x="329" y="334"/>
                  <a:pt x="391" y="272"/>
                  <a:pt x="403" y="186"/>
                </a:cubicBezTo>
                <a:cubicBezTo>
                  <a:pt x="412" y="75"/>
                  <a:pt x="321" y="0"/>
                  <a:pt x="227" y="0"/>
                </a:cubicBezTo>
                <a:close/>
              </a:path>
            </a:pathLst>
          </a:custGeom>
          <a:solidFill>
            <a:srgbClr val="7F62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/>
        </p:txBody>
      </p:sp>
      <p:sp>
        <p:nvSpPr>
          <p:cNvPr id="25" name="Google Shape;1647;p62"/>
          <p:cNvSpPr/>
          <p:nvPr>
            <p:custDataLst>
              <p:tags r:id="rId9"/>
            </p:custDataLst>
          </p:nvPr>
        </p:nvSpPr>
        <p:spPr>
          <a:xfrm>
            <a:off x="9052960" y="2941201"/>
            <a:ext cx="232430" cy="197906"/>
          </a:xfrm>
          <a:custGeom>
            <a:avLst/>
            <a:gdLst/>
            <a:ahLst/>
            <a:cxnLst/>
            <a:rect l="l" t="t" r="r" b="b"/>
            <a:pathLst>
              <a:path w="404" h="344" extrusionOk="0">
                <a:moveTo>
                  <a:pt x="223" y="1"/>
                </a:moveTo>
                <a:cubicBezTo>
                  <a:pt x="184" y="1"/>
                  <a:pt x="144" y="15"/>
                  <a:pt x="111" y="48"/>
                </a:cubicBezTo>
                <a:cubicBezTo>
                  <a:pt x="0" y="147"/>
                  <a:pt x="74" y="332"/>
                  <a:pt x="235" y="344"/>
                </a:cubicBezTo>
                <a:cubicBezTo>
                  <a:pt x="321" y="344"/>
                  <a:pt x="395" y="270"/>
                  <a:pt x="395" y="184"/>
                </a:cubicBezTo>
                <a:cubicBezTo>
                  <a:pt x="403" y="80"/>
                  <a:pt x="315" y="1"/>
                  <a:pt x="223" y="1"/>
                </a:cubicBezTo>
                <a:close/>
              </a:path>
            </a:pathLst>
          </a:custGeom>
          <a:solidFill>
            <a:srgbClr val="7F62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/>
        </p:txBody>
      </p:sp>
      <p:sp>
        <p:nvSpPr>
          <p:cNvPr id="29" name="文本框 28"/>
          <p:cNvSpPr txBox="1"/>
          <p:nvPr>
            <p:custDataLst>
              <p:tags r:id="rId10"/>
            </p:custDataLst>
          </p:nvPr>
        </p:nvSpPr>
        <p:spPr>
          <a:xfrm>
            <a:off x="2005965" y="1773555"/>
            <a:ext cx="682625" cy="536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01</a:t>
            </a:r>
            <a:endParaRPr 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1"/>
            </p:custDataLst>
          </p:nvPr>
        </p:nvSpPr>
        <p:spPr>
          <a:xfrm>
            <a:off x="5314950" y="1769745"/>
            <a:ext cx="682625" cy="536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02</a:t>
            </a:r>
            <a:endParaRPr 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12"/>
            </p:custDataLst>
          </p:nvPr>
        </p:nvSpPr>
        <p:spPr>
          <a:xfrm>
            <a:off x="8884285" y="1830705"/>
            <a:ext cx="682625" cy="536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03</a:t>
            </a:r>
            <a:endParaRPr 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3"/>
            </p:custDataLst>
          </p:nvPr>
        </p:nvSpPr>
        <p:spPr>
          <a:xfrm>
            <a:off x="408305" y="3287395"/>
            <a:ext cx="34455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{desc_1}</a:t>
            </a:r>
            <a:endParaRPr lang="en-US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4"/>
            </p:custDataLst>
          </p:nvPr>
        </p:nvSpPr>
        <p:spPr>
          <a:xfrm>
            <a:off x="427355" y="3576320"/>
            <a:ext cx="342646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{content_1}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5"/>
            </p:custDataLst>
          </p:nvPr>
        </p:nvSpPr>
        <p:spPr>
          <a:xfrm>
            <a:off x="4270375" y="3286125"/>
            <a:ext cx="34455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{desc_2}</a:t>
            </a:r>
            <a:endParaRPr lang="en-US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6"/>
            </p:custDataLst>
          </p:nvPr>
        </p:nvSpPr>
        <p:spPr>
          <a:xfrm>
            <a:off x="4289425" y="3575050"/>
            <a:ext cx="34258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{content_2}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7"/>
            </p:custDataLst>
          </p:nvPr>
        </p:nvSpPr>
        <p:spPr>
          <a:xfrm>
            <a:off x="8337550" y="3316605"/>
            <a:ext cx="34455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{desc_3}</a:t>
            </a:r>
            <a:endParaRPr lang="en-US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8"/>
            </p:custDataLst>
          </p:nvPr>
        </p:nvSpPr>
        <p:spPr>
          <a:xfrm>
            <a:off x="8356600" y="3605530"/>
            <a:ext cx="342646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{content_3}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FA8D0"/>
        </a:solidFill>
        <a:effectLst/>
      </p:bgPr>
    </p:bg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438596" y="2703725"/>
            <a:ext cx="6019800" cy="23069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同学你太棒了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/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7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加油哦！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356.45,&quot;left&quot;:300.05,&quot;top&quot;:97.95,&quot;width&quot;:403.85}"/>
</p:tagLst>
</file>

<file path=ppt/tags/tag3.xml><?xml version="1.0" encoding="utf-8"?>
<p:tagLst xmlns:p="http://schemas.openxmlformats.org/presentationml/2006/main">
  <p:tag name="KSO_WM_DIAGRAM_VIRTUALLY_FRAME" val="{&quot;height&quot;:356.45,&quot;left&quot;:300.05,&quot;top&quot;:97.95,&quot;width&quot;:403.85}"/>
</p:tagLst>
</file>

<file path=ppt/tags/tag4.xml><?xml version="1.0" encoding="utf-8"?>
<p:tagLst xmlns:p="http://schemas.openxmlformats.org/presentationml/2006/main">
  <p:tag name="KSO_WM_DIAGRAM_VIRTUALLY_FRAME" val="{&quot;height&quot;:356.45,&quot;left&quot;:300.05,&quot;top&quot;:97.95,&quot;width&quot;:403.85}"/>
</p:tagLst>
</file>

<file path=ppt/tags/tag5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6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7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8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9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10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11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12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13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14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15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16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17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18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19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20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21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22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23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24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25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26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27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28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29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30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31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32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33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34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35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36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37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38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39.xml><?xml version="1.0" encoding="utf-8"?>
<p:tagLst xmlns:p="http://schemas.openxmlformats.org/presentationml/2006/main">
  <p:tag name="KSO_WM_DIAGRAM_VIRTUALLY_FRAME" val="{&quot;height&quot;:259.63220472440946,&quot;left&quot;:59.4,&quot;top&quot;:109.23850393700786,&quot;width&quot;:883.85}"/>
</p:tagLst>
</file>

<file path=ppt/tags/tag40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41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42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43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44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45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46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47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48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49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50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51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52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53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54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55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56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57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58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59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60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61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62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63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64.xml><?xml version="1.0" encoding="utf-8"?>
<p:tagLst xmlns:p="http://schemas.openxmlformats.org/presentationml/2006/main">
  <p:tag name="KSO_WM_DIAGRAM_VIRTUALLY_FRAME" val="{&quot;height&quot;:362.9102362204725,&quot;left&quot;:52.9,&quot;top&quot;:124.92519685039369,&quot;width&quot;:897.5}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DIAGRAM_VIRTUALLY_FRAME" val="{&quot;height&quot;:470.23984251968494,&quot;left&quot;:83.4871653543307,&quot;top&quot;:50.65,&quot;width&quot;:843.35}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DIAGRAM_VIRTUALLY_FRAME" val="{&quot;height&quot;:469.48984251968506,&quot;left&quot;:173.75,&quot;top&quot;:50.65,&quot;width&quot;:692.4}"/>
</p:tagLst>
</file>

<file path=ppt/tags/tag69.xml><?xml version="1.0" encoding="utf-8"?>
<p:tagLst xmlns:p="http://schemas.openxmlformats.org/presentationml/2006/main">
  <p:tag name="KSO_WM_DIAGRAM_VIRTUALLY_FRAME" val="{&quot;height&quot;:469.48984251968506,&quot;left&quot;:173.75,&quot;top&quot;:50.65,&quot;width&quot;:692.4}"/>
</p:tagLst>
</file>

<file path=ppt/tags/tag70.xml><?xml version="1.0" encoding="utf-8"?>
<p:tagLst xmlns:p="http://schemas.openxmlformats.org/presentationml/2006/main">
  <p:tag name="KSO_WM_DIAGRAM_VIRTUALLY_FRAME" val="{&quot;height&quot;:469.48984251968506,&quot;left&quot;:173.75,&quot;top&quot;:50.65,&quot;width&quot;:692.4}"/>
</p:tagLst>
</file>

<file path=ppt/tags/tag71.xml><?xml version="1.0" encoding="utf-8"?>
<p:tagLst xmlns:p="http://schemas.openxmlformats.org/presentationml/2006/main">
  <p:tag name="KSO_WM_DIAGRAM_VIRTUALLY_FRAME" val="{&quot;height&quot;:469.48984251968506,&quot;left&quot;:173.75,&quot;top&quot;:50.65,&quot;width&quot;:692.4}"/>
</p:tagLst>
</file>

<file path=ppt/tags/tag72.xml><?xml version="1.0" encoding="utf-8"?>
<p:tagLst xmlns:p="http://schemas.openxmlformats.org/presentationml/2006/main">
  <p:tag name="KSO_WM_DIAGRAM_VIRTUALLY_FRAME" val="{&quot;height&quot;:469.48984251968506,&quot;left&quot;:173.75,&quot;top&quot;:50.65,&quot;width&quot;:692.4}"/>
</p:tagLst>
</file>

<file path=ppt/tags/tag73.xml><?xml version="1.0" encoding="utf-8"?>
<p:tagLst xmlns:p="http://schemas.openxmlformats.org/presentationml/2006/main">
  <p:tag name="KSO_WM_DIAGRAM_VIRTUALLY_FRAME" val="{&quot;height&quot;:469.48984251968506,&quot;left&quot;:173.75,&quot;top&quot;:50.65,&quot;width&quot;:692.4}"/>
</p:tagLst>
</file>

<file path=ppt/tags/tag74.xml><?xml version="1.0" encoding="utf-8"?>
<p:tagLst xmlns:p="http://schemas.openxmlformats.org/presentationml/2006/main">
  <p:tag name="KSO_WM_DIAGRAM_VIRTUALLY_FRAME" val="{&quot;height&quot;:470.23984251968494,&quot;left&quot;:83.4871653543307,&quot;top&quot;:50.65,&quot;width&quot;:843.35}"/>
</p:tagLst>
</file>

<file path=ppt/tags/tag75.xml><?xml version="1.0" encoding="utf-8"?>
<p:tagLst xmlns:p="http://schemas.openxmlformats.org/presentationml/2006/main">
  <p:tag name="KSO_WM_DIAGRAM_VIRTUALLY_FRAME" val="{&quot;height&quot;:469.48984251968506,&quot;left&quot;:173.75,&quot;top&quot;:50.65,&quot;width&quot;:692.4}"/>
</p:tagLst>
</file>

<file path=ppt/tags/tag76.xml><?xml version="1.0" encoding="utf-8"?>
<p:tagLst xmlns:p="http://schemas.openxmlformats.org/presentationml/2006/main">
  <p:tag name="KSO_WM_DIAGRAM_VIRTUALLY_FRAME" val="{&quot;height&quot;:469.48984251968506,&quot;left&quot;:173.75,&quot;top&quot;:50.65,&quot;width&quot;:692.4}"/>
</p:tagLst>
</file>

<file path=ppt/tags/tag77.xml><?xml version="1.0" encoding="utf-8"?>
<p:tagLst xmlns:p="http://schemas.openxmlformats.org/presentationml/2006/main">
  <p:tag name="KSO_WM_DIAGRAM_VIRTUALLY_FRAME" val="{&quot;height&quot;:469.48984251968506,&quot;left&quot;:173.75,&quot;top&quot;:50.65,&quot;width&quot;:692.4}"/>
</p:tagLst>
</file>

<file path=ppt/tags/tag78.xml><?xml version="1.0" encoding="utf-8"?>
<p:tagLst xmlns:p="http://schemas.openxmlformats.org/presentationml/2006/main">
  <p:tag name="KSO_WM_DIAGRAM_VIRTUALLY_FRAME" val="{&quot;height&quot;:469.48984251968506,&quot;left&quot;:173.75,&quot;top&quot;:50.65,&quot;width&quot;:692.4}"/>
</p:tagLst>
</file>

<file path=ppt/tags/tag79.xml><?xml version="1.0" encoding="utf-8"?>
<p:tagLst xmlns:p="http://schemas.openxmlformats.org/presentationml/2006/main">
  <p:tag name="KSO_WM_DIAGRAM_VIRTUALLY_FRAME" val="{&quot;height&quot;:470.23984251968494,&quot;left&quot;:83.4871653543307,&quot;top&quot;:50.65,&quot;width&quot;:843.35}"/>
</p:tagLst>
</file>

<file path=ppt/tags/tag80.xml><?xml version="1.0" encoding="utf-8"?>
<p:tagLst xmlns:p="http://schemas.openxmlformats.org/presentationml/2006/main">
  <p:tag name="KSO_WM_DIAGRAM_VIRTUALLY_FRAME" val="{&quot;height&quot;:470.23984251968494,&quot;left&quot;:83.4871653543307,&quot;top&quot;:50.65,&quot;width&quot;:843.35}"/>
</p:tagLst>
</file>

<file path=ppt/tags/tag81.xml><?xml version="1.0" encoding="utf-8"?>
<p:tagLst xmlns:p="http://schemas.openxmlformats.org/presentationml/2006/main">
  <p:tag name="KSO_WM_DIAGRAM_VIRTUALLY_FRAME" val="{&quot;height&quot;:470.23984251968494,&quot;left&quot;:83.4871653543307,&quot;top&quot;:50.65,&quot;width&quot;:843.35}"/>
</p:tagLst>
</file>

<file path=ppt/tags/tag82.xml><?xml version="1.0" encoding="utf-8"?>
<p:tagLst xmlns:p="http://schemas.openxmlformats.org/presentationml/2006/main">
  <p:tag name="KSO_WM_DIAGRAM_VIRTUALLY_FRAME" val="{&quot;height&quot;:470.23984251968494,&quot;left&quot;:83.4871653543307,&quot;top&quot;:50.65,&quot;width&quot;:843.35}"/>
</p:tagLst>
</file>

<file path=ppt/tags/tag83.xml><?xml version="1.0" encoding="utf-8"?>
<p:tagLst xmlns:p="http://schemas.openxmlformats.org/presentationml/2006/main">
  <p:tag name="KSO_WM_DIAGRAM_VIRTUALLY_FRAME" val="{&quot;height&quot;:470.23984251968494,&quot;left&quot;:83.4871653543307,&quot;top&quot;:50.65,&quot;width&quot;:843.35}"/>
</p:tagLst>
</file>

<file path=ppt/tags/tag84.xml><?xml version="1.0" encoding="utf-8"?>
<p:tagLst xmlns:p="http://schemas.openxmlformats.org/presentationml/2006/main">
  <p:tag name="KSO_WM_DIAGRAM_VIRTUALLY_FRAME" val="{&quot;height&quot;:470.23984251968494,&quot;left&quot;:83.4871653543307,&quot;top&quot;:50.65,&quot;width&quot;:843.35}"/>
</p:tagLst>
</file>

<file path=ppt/tags/tag85.xml><?xml version="1.0" encoding="utf-8"?>
<p:tagLst xmlns:p="http://schemas.openxmlformats.org/presentationml/2006/main">
  <p:tag name="KSO_WM_DIAGRAM_VIRTUALLY_FRAME" val="{&quot;height&quot;:469.48984251968506,&quot;left&quot;:173.75,&quot;top&quot;:50.65,&quot;width&quot;:692.4}"/>
</p:tagLst>
</file>

<file path=ppt/tags/tag86.xml><?xml version="1.0" encoding="utf-8"?>
<p:tagLst xmlns:p="http://schemas.openxmlformats.org/presentationml/2006/main">
  <p:tag name="KSO_WM_DIAGRAM_VIRTUALLY_FRAME" val="{&quot;height&quot;:470.23984251968494,&quot;left&quot;:83.4871653543307,&quot;top&quot;:50.65,&quot;width&quot;:843.35}"/>
</p:tagLst>
</file>

<file path=ppt/tags/tag87.xml><?xml version="1.0" encoding="utf-8"?>
<p:tagLst xmlns:p="http://schemas.openxmlformats.org/presentationml/2006/main">
  <p:tag name="KSO_WM_DIAGRAM_VIRTUALLY_FRAME" val="{&quot;height&quot;:469.48984251968506,&quot;left&quot;:173.75,&quot;top&quot;:50.65,&quot;width&quot;:692.4}"/>
</p:tagLst>
</file>

<file path=ppt/tags/tag88.xml><?xml version="1.0" encoding="utf-8"?>
<p:tagLst xmlns:p="http://schemas.openxmlformats.org/presentationml/2006/main">
  <p:tag name="KSO_WM_DIAGRAM_VIRTUALLY_FRAME" val="{&quot;height&quot;:469.48984251968506,&quot;left&quot;:173.75,&quot;top&quot;:50.65,&quot;width&quot;:692.4}"/>
</p:tagLst>
</file>

<file path=ppt/tags/tag89.xml><?xml version="1.0" encoding="utf-8"?>
<p:tagLst xmlns:p="http://schemas.openxmlformats.org/presentationml/2006/main">
  <p:tag name="KSO_WM_DIAGRAM_VIRTUALLY_FRAME" val="{&quot;height&quot;:469.48984251968506,&quot;left&quot;:173.75,&quot;top&quot;:50.65,&quot;width&quot;:692.4}"/>
</p:tagLst>
</file>

<file path=ppt/tags/tag90.xml><?xml version="1.0" encoding="utf-8"?>
<p:tagLst xmlns:p="http://schemas.openxmlformats.org/presentationml/2006/main">
  <p:tag name="KSO_WM_DIAGRAM_VIRTUALLY_FRAME" val="{&quot;height&quot;:470.23984251968494,&quot;left&quot;:83.4871653543307,&quot;top&quot;:50.65,&quot;width&quot;:843.35}"/>
</p:tagLst>
</file>

<file path=ppt/tags/tag91.xml><?xml version="1.0" encoding="utf-8"?>
<p:tagLst xmlns:p="http://schemas.openxmlformats.org/presentationml/2006/main">
  <p:tag name="KSO_WM_DIAGRAM_VIRTUALLY_FRAME" val="{&quot;height&quot;:469.48984251968506,&quot;left&quot;:173.75,&quot;top&quot;:50.65,&quot;width&quot;:692.4}"/>
</p:tagLst>
</file>

<file path=ppt/tags/tag92.xml><?xml version="1.0" encoding="utf-8"?>
<p:tagLst xmlns:p="http://schemas.openxmlformats.org/presentationml/2006/main">
  <p:tag name="KSO_WM_DIAGRAM_VIRTUALLY_FRAME" val="{&quot;height&quot;:469.48984251968506,&quot;left&quot;:173.75,&quot;top&quot;:50.65,&quot;width&quot;:692.4}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95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96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97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98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99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00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01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02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03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04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05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06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07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08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09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10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11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12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13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14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15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16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17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18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19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20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21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22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23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24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25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26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27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28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29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30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31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32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33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34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35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36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37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38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39.xml><?xml version="1.0" encoding="utf-8"?>
<p:tagLst xmlns:p="http://schemas.openxmlformats.org/presentationml/2006/main">
  <p:tag name="KSO_WM_DIAGRAM_VIRTUALLY_FRAME" val="{&quot;height&quot;:386.4438582677165,&quot;left&quot;:113.16881889763779,&quot;top&quot;:97.79267716535432,&quot;width&quot;:753.9581889763778}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42.xml><?xml version="1.0" encoding="utf-8"?>
<p:tagLst xmlns:p="http://schemas.openxmlformats.org/presentationml/2006/main">
  <p:tag name="KSO_WM_DIAGRAM_VIRTUALLY_FRAME" val="{&quot;height&quot;:362.3,&quot;left&quot;:173.0275590551181,&quot;top&quot;:116.75,&quot;width&quot;:696.2724409448819}"/>
</p:tagLst>
</file>

<file path=ppt/tags/tag143.xml><?xml version="1.0" encoding="utf-8"?>
<p:tagLst xmlns:p="http://schemas.openxmlformats.org/presentationml/2006/main">
  <p:tag name="KSO_WM_DIAGRAM_VIRTUALLY_FRAME" val="{&quot;height&quot;:362.3,&quot;left&quot;:173.0275590551181,&quot;top&quot;:116.75,&quot;width&quot;:696.2724409448819}"/>
</p:tagLst>
</file>

<file path=ppt/tags/tag144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45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46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47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48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49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50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51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52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53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54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55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56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57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58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59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60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61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62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63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64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65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66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67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68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69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70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71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72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73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74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75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76.xml><?xml version="1.0" encoding="utf-8"?>
<p:tagLst xmlns:p="http://schemas.openxmlformats.org/presentationml/2006/main">
  <p:tag name="KSO_WM_DIAGRAM_VIRTUALLY_FRAME" val="{&quot;height&quot;:211.7446456692913,&quot;left&quot;:173.0275590551181,&quot;top&quot;:161.37590551181103,&quot;width&quot;:634.0593700787401}"/>
</p:tagLst>
</file>

<file path=ppt/tags/tag177.xml><?xml version="1.0" encoding="utf-8"?>
<p:tagLst xmlns:p="http://schemas.openxmlformats.org/presentationml/2006/main">
  <p:tag name="KSO_WM_DIAGRAM_VIRTUALLY_FRAME" val="{&quot;height&quot;:362.3,&quot;left&quot;:173.0275590551181,&quot;top&quot;:116.75,&quot;width&quot;:696.2724409448819}"/>
</p:tagLst>
</file>

<file path=ppt/tags/tag178.xml><?xml version="1.0" encoding="utf-8"?>
<p:tagLst xmlns:p="http://schemas.openxmlformats.org/presentationml/2006/main">
  <p:tag name="KSO_WM_DIAGRAM_VIRTUALLY_FRAME" val="{&quot;height&quot;:362.3,&quot;left&quot;:173.0275590551181,&quot;top&quot;:116.75,&quot;width&quot;:696.2724409448819}"/>
</p:tagLst>
</file>

<file path=ppt/tags/tag179.xml><?xml version="1.0" encoding="utf-8"?>
<p:tagLst xmlns:p="http://schemas.openxmlformats.org/presentationml/2006/main">
  <p:tag name="KSO_WM_DIAGRAM_VIRTUALLY_FRAME" val="{&quot;height&quot;:362.3,&quot;left&quot;:173.0275590551181,&quot;top&quot;:116.75,&quot;width&quot;:696.2724409448819}"/>
</p:tagLst>
</file>

<file path=ppt/tags/tag180.xml><?xml version="1.0" encoding="utf-8"?>
<p:tagLst xmlns:p="http://schemas.openxmlformats.org/presentationml/2006/main">
  <p:tag name="KSO_WM_DIAGRAM_VIRTUALLY_FRAME" val="{&quot;height&quot;:362.3,&quot;left&quot;:173.0275590551181,&quot;top&quot;:116.75,&quot;width&quot;:696.2724409448819}"/>
</p:tagLst>
</file>

<file path=ppt/tags/tag181.xml><?xml version="1.0" encoding="utf-8"?>
<p:tagLst xmlns:p="http://schemas.openxmlformats.org/presentationml/2006/main">
  <p:tag name="KSO_WM_DIAGRAM_VIRTUALLY_FRAME" val="{&quot;height&quot;:309.12,&quot;left&quot;:156.48,&quot;top&quot;:132.48,&quot;width&quot;:606.388346456693}"/>
</p:tagLst>
</file>

<file path=ppt/tags/tag182.xml><?xml version="1.0" encoding="utf-8"?>
<p:tagLst xmlns:p="http://schemas.openxmlformats.org/presentationml/2006/main">
  <p:tag name="KSO_WM_DIAGRAM_VIRTUALLY_FRAME" val="{&quot;height&quot;:309.12,&quot;left&quot;:156.48,&quot;top&quot;:132.48,&quot;width&quot;:606.388346456693}"/>
</p:tagLst>
</file>

<file path=ppt/tags/tag183.xml><?xml version="1.0" encoding="utf-8"?>
<p:tagLst xmlns:p="http://schemas.openxmlformats.org/presentationml/2006/main">
  <p:tag name="KSO_WM_DIAGRAM_VIRTUALLY_FRAME" val="{&quot;height&quot;:309.12,&quot;left&quot;:156.48,&quot;top&quot;:132.48,&quot;width&quot;:606.388346456693}"/>
</p:tagLst>
</file>

<file path=ppt/tags/tag184.xml><?xml version="1.0" encoding="utf-8"?>
<p:tagLst xmlns:p="http://schemas.openxmlformats.org/presentationml/2006/main">
  <p:tag name="KSO_WM_DIAGRAM_VIRTUALLY_FRAME" val="{&quot;height&quot;:309.12,&quot;left&quot;:156.48,&quot;top&quot;:132.48,&quot;width&quot;:606.388346456693}"/>
</p:tagLst>
</file>

<file path=ppt/tags/tag185.xml><?xml version="1.0" encoding="utf-8"?>
<p:tagLst xmlns:p="http://schemas.openxmlformats.org/presentationml/2006/main">
  <p:tag name="KSO_WM_DIAGRAM_VIRTUALLY_FRAME" val="{&quot;height&quot;:309.12,&quot;left&quot;:156.48,&quot;top&quot;:132.48,&quot;width&quot;:606.388346456693}"/>
</p:tagLst>
</file>

<file path=ppt/tags/tag186.xml><?xml version="1.0" encoding="utf-8"?>
<p:tagLst xmlns:p="http://schemas.openxmlformats.org/presentationml/2006/main">
  <p:tag name="KSO_WM_DIAGRAM_VIRTUALLY_FRAME" val="{&quot;height&quot;:309.12,&quot;left&quot;:156.48,&quot;top&quot;:132.48,&quot;width&quot;:606.388346456693}"/>
</p:tagLst>
</file>

<file path=ppt/tags/tag187.xml><?xml version="1.0" encoding="utf-8"?>
<p:tagLst xmlns:p="http://schemas.openxmlformats.org/presentationml/2006/main">
  <p:tag name="KSO_WM_DIAGRAM_VIRTUALLY_FRAME" val="{&quot;height&quot;:309.12,&quot;left&quot;:156.48,&quot;top&quot;:132.48,&quot;width&quot;:606.388346456693}"/>
</p:tagLst>
</file>

<file path=ppt/tags/tag188.xml><?xml version="1.0" encoding="utf-8"?>
<p:tagLst xmlns:p="http://schemas.openxmlformats.org/presentationml/2006/main">
  <p:tag name="KSO_WM_DIAGRAM_VIRTUALLY_FRAME" val="{&quot;height&quot;:309.12,&quot;left&quot;:156.48,&quot;top&quot;:132.48,&quot;width&quot;:606.388346456693}"/>
</p:tagLst>
</file>

<file path=ppt/tags/tag189.xml><?xml version="1.0" encoding="utf-8"?>
<p:tagLst xmlns:p="http://schemas.openxmlformats.org/presentationml/2006/main">
  <p:tag name="KSO_WM_DIAGRAM_VIRTUALLY_FRAME" val="{&quot;height&quot;:309.12,&quot;left&quot;:156.48,&quot;top&quot;:132.48,&quot;width&quot;:606.388346456693}"/>
</p:tagLst>
</file>

<file path=ppt/tags/tag190.xml><?xml version="1.0" encoding="utf-8"?>
<p:tagLst xmlns:p="http://schemas.openxmlformats.org/presentationml/2006/main">
  <p:tag name="KSO_WM_DIAGRAM_VIRTUALLY_FRAME" val="{&quot;height&quot;:309.12,&quot;left&quot;:156.48,&quot;top&quot;:132.48,&quot;width&quot;:606.388346456693}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DIAGRAM_VIRTUALLY_FRAME" val="{&quot;height&quot;:350.1076377952757,&quot;left&quot;:32.15,&quot;top&quot;:111.25,&quot;width&quot;:895.65}"/>
</p:tagLst>
</file>

<file path=ppt/tags/tag193.xml><?xml version="1.0" encoding="utf-8"?>
<p:tagLst xmlns:p="http://schemas.openxmlformats.org/presentationml/2006/main">
  <p:tag name="KSO_WM_DIAGRAM_VIRTUALLY_FRAME" val="{&quot;height&quot;:350.1076377952757,&quot;left&quot;:32.15,&quot;top&quot;:111.25,&quot;width&quot;:895.65}"/>
</p:tagLst>
</file>

<file path=ppt/tags/tag194.xml><?xml version="1.0" encoding="utf-8"?>
<p:tagLst xmlns:p="http://schemas.openxmlformats.org/presentationml/2006/main">
  <p:tag name="KSO_WM_DIAGRAM_VIRTUALLY_FRAME" val="{&quot;height&quot;:350.1076377952757,&quot;left&quot;:32.15,&quot;top&quot;:111.25,&quot;width&quot;:895.65}"/>
</p:tagLst>
</file>

<file path=ppt/tags/tag195.xml><?xml version="1.0" encoding="utf-8"?>
<p:tagLst xmlns:p="http://schemas.openxmlformats.org/presentationml/2006/main">
  <p:tag name="KSO_WM_DIAGRAM_VIRTUALLY_FRAME" val="{&quot;height&quot;:350.1076377952757,&quot;left&quot;:32.15,&quot;top&quot;:111.25,&quot;width&quot;:895.65}"/>
</p:tagLst>
</file>

<file path=ppt/tags/tag196.xml><?xml version="1.0" encoding="utf-8"?>
<p:tagLst xmlns:p="http://schemas.openxmlformats.org/presentationml/2006/main">
  <p:tag name="KSO_WM_DIAGRAM_VIRTUALLY_FRAME" val="{&quot;height&quot;:350.1076377952757,&quot;left&quot;:32.15,&quot;top&quot;:111.25,&quot;width&quot;:895.65}"/>
</p:tagLst>
</file>

<file path=ppt/tags/tag197.xml><?xml version="1.0" encoding="utf-8"?>
<p:tagLst xmlns:p="http://schemas.openxmlformats.org/presentationml/2006/main">
  <p:tag name="KSO_WM_DIAGRAM_VIRTUALLY_FRAME" val="{&quot;height&quot;:350.1076377952757,&quot;left&quot;:32.15,&quot;top&quot;:111.25,&quot;width&quot;:895.65}"/>
</p:tagLst>
</file>

<file path=ppt/tags/tag198.xml><?xml version="1.0" encoding="utf-8"?>
<p:tagLst xmlns:p="http://schemas.openxmlformats.org/presentationml/2006/main">
  <p:tag name="KSO_WM_DIAGRAM_VIRTUALLY_FRAME" val="{&quot;height&quot;:350.1076377952757,&quot;left&quot;:32.15,&quot;top&quot;:111.25,&quot;width&quot;:895.65}"/>
</p:tagLst>
</file>

<file path=ppt/tags/tag199.xml><?xml version="1.0" encoding="utf-8"?>
<p:tagLst xmlns:p="http://schemas.openxmlformats.org/presentationml/2006/main">
  <p:tag name="KSO_WM_DIAGRAM_VIRTUALLY_FRAME" val="{&quot;height&quot;:350.1076377952757,&quot;left&quot;:32.15,&quot;top&quot;:111.25,&quot;width&quot;:895.65}"/>
</p:tagLst>
</file>

<file path=ppt/tags/tag200.xml><?xml version="1.0" encoding="utf-8"?>
<p:tagLst xmlns:p="http://schemas.openxmlformats.org/presentationml/2006/main">
  <p:tag name="KSO_WM_DIAGRAM_VIRTUALLY_FRAME" val="{&quot;height&quot;:350.1076377952757,&quot;left&quot;:32.15,&quot;top&quot;:111.25,&quot;width&quot;:895.65}"/>
</p:tagLst>
</file>

<file path=ppt/tags/tag201.xml><?xml version="1.0" encoding="utf-8"?>
<p:tagLst xmlns:p="http://schemas.openxmlformats.org/presentationml/2006/main">
  <p:tag name="KSO_WM_DIAGRAM_VIRTUALLY_FRAME" val="{&quot;height&quot;:350.1076377952757,&quot;left&quot;:32.15,&quot;top&quot;:111.25,&quot;width&quot;:895.65}"/>
</p:tagLst>
</file>

<file path=ppt/tags/tag202.xml><?xml version="1.0" encoding="utf-8"?>
<p:tagLst xmlns:p="http://schemas.openxmlformats.org/presentationml/2006/main">
  <p:tag name="KSO_WM_DIAGRAM_VIRTUALLY_FRAME" val="{&quot;height&quot;:350.1076377952757,&quot;left&quot;:32.15,&quot;top&quot;:111.25,&quot;width&quot;:895.65}"/>
</p:tagLst>
</file>

<file path=ppt/tags/tag203.xml><?xml version="1.0" encoding="utf-8"?>
<p:tagLst xmlns:p="http://schemas.openxmlformats.org/presentationml/2006/main">
  <p:tag name="KSO_WM_DIAGRAM_VIRTUALLY_FRAME" val="{&quot;height&quot;:350.1076377952757,&quot;left&quot;:32.15,&quot;top&quot;:111.25,&quot;width&quot;:895.65}"/>
</p:tagLst>
</file>

<file path=ppt/tags/tag204.xml><?xml version="1.0" encoding="utf-8"?>
<p:tagLst xmlns:p="http://schemas.openxmlformats.org/presentationml/2006/main">
  <p:tag name="KSO_WM_DIAGRAM_VIRTUALLY_FRAME" val="{&quot;height&quot;:350.1076377952757,&quot;left&quot;:32.15,&quot;top&quot;:111.25,&quot;width&quot;:895.65}"/>
</p:tagLst>
</file>

<file path=ppt/tags/tag205.xml><?xml version="1.0" encoding="utf-8"?>
<p:tagLst xmlns:p="http://schemas.openxmlformats.org/presentationml/2006/main">
  <p:tag name="KSO_WM_DIAGRAM_VIRTUALLY_FRAME" val="{&quot;height&quot;:350.1076377952757,&quot;left&quot;:32.15,&quot;top&quot;:111.25,&quot;width&quot;:895.65}"/>
</p:tagLst>
</file>

<file path=ppt/tags/tag206.xml><?xml version="1.0" encoding="utf-8"?>
<p:tagLst xmlns:p="http://schemas.openxmlformats.org/presentationml/2006/main">
  <p:tag name="KSO_WM_DIAGRAM_VIRTUALLY_FRAME" val="{&quot;height&quot;:350.1076377952757,&quot;left&quot;:32.15,&quot;top&quot;:111.25,&quot;width&quot;:895.65}"/>
</p:tagLst>
</file>

<file path=ppt/tags/tag207.xml><?xml version="1.0" encoding="utf-8"?>
<p:tagLst xmlns:p="http://schemas.openxmlformats.org/presentationml/2006/main">
  <p:tag name="KSO_WM_DIAGRAM_VIRTUALLY_FRAME" val="{&quot;height&quot;:350.1076377952757,&quot;left&quot;:32.15,&quot;top&quot;:111.25,&quot;width&quot;:895.65}"/>
</p:tagLst>
</file>

<file path=ppt/tags/tag208.xml><?xml version="1.0" encoding="utf-8"?>
<p:tagLst xmlns:p="http://schemas.openxmlformats.org/presentationml/2006/main">
  <p:tag name="KSO_WPP_MARK_KEY" val="baa7088e-78ea-49e3-8841-f1ef6b89b177"/>
  <p:tag name="COMMONDATA" val="eyJjb3VudCI6MSwiaGRpZCI6IjgwMTEzOTMxYTllMDgyYmY3MGViZDIyZjNkZWMzYTdkIiwidXNlckNvdW50IjoxfQ=="/>
</p:tagLst>
</file>

<file path=ppt/theme/theme1.xml><?xml version="1.0" encoding="utf-8"?>
<a:theme xmlns:a="http://schemas.openxmlformats.org/drawingml/2006/main" name="Back to School Social Media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WPS 演示</Application>
  <PresentationFormat>宽屏</PresentationFormat>
  <Paragraphs>103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字魂27号-布丁体</vt:lpstr>
      <vt:lpstr>黑体</vt:lpstr>
      <vt:lpstr>思源黑体 CN Bold</vt:lpstr>
      <vt:lpstr>Arial Unicode MS</vt:lpstr>
      <vt:lpstr>等线</vt:lpstr>
      <vt:lpstr>Back to School Social Media by Slidesgo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swing</cp:lastModifiedBy>
  <cp:revision>57</cp:revision>
  <dcterms:created xsi:type="dcterms:W3CDTF">2022-04-18T12:34:00Z</dcterms:created>
  <dcterms:modified xsi:type="dcterms:W3CDTF">2025-04-22T09:20:08Z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KSOTemplateUUID">
    <vt:lpwstr>v1.0_mb_mYGjtjdf3J7c7r4XsfxFRQ==</vt:lpwstr>
  </property>
  <property fmtid="{D5CDD505-2E9C-101B-9397-08002B2CF9AE}" pid="4" name="ICV">
    <vt:lpwstr>E6745EFD8929405AAB446EB5C9733ECB_13</vt:lpwstr>
  </property>
</Properties>
</file>